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2" r:id="rId15"/>
    <p:sldId id="267" r:id="rId16"/>
    <p:sldId id="268" r:id="rId17"/>
    <p:sldId id="269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4D26E-A11D-214D-88A5-92F9A906AF62}" v="749" dt="2026-05-19T04:08:51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7"/>
    <p:restoredTop sz="94673"/>
  </p:normalViewPr>
  <p:slideViewPr>
    <p:cSldViewPr snapToGrid="0" showGuides="1">
      <p:cViewPr>
        <p:scale>
          <a:sx n="103" d="100"/>
          <a:sy n="103" d="100"/>
        </p:scale>
        <p:origin x="96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er Slides" userId="b0030f7697c4fe97" providerId="LiveId" clId="{494D54AE-5443-5525-8077-CD7645E91735}"/>
    <pc:docChg chg="undo custSel addSld delSld modSld sldOrd modMainMaster">
      <pc:chgData name="Paper Slides" userId="b0030f7697c4fe97" providerId="LiveId" clId="{494D54AE-5443-5525-8077-CD7645E91735}" dt="2026-05-19T12:12:11.690" v="2903" actId="478"/>
      <pc:docMkLst>
        <pc:docMk/>
      </pc:docMkLst>
      <pc:sldChg chg="addSp delSp modSp mod modTransition">
        <pc:chgData name="Paper Slides" userId="b0030f7697c4fe97" providerId="LiveId" clId="{494D54AE-5443-5525-8077-CD7645E91735}" dt="2026-05-19T04:27:17.561" v="2890"/>
        <pc:sldMkLst>
          <pc:docMk/>
          <pc:sldMk cId="2728543198" sldId="256"/>
        </pc:sldMkLst>
        <pc:spChg chg="add del mod">
          <ac:chgData name="Paper Slides" userId="b0030f7697c4fe97" providerId="LiveId" clId="{494D54AE-5443-5525-8077-CD7645E91735}" dt="2026-05-19T03:02:43.734" v="2495" actId="478"/>
          <ac:spMkLst>
            <pc:docMk/>
            <pc:sldMk cId="2728543198" sldId="256"/>
            <ac:spMk id="2" creationId="{8DA2CCCF-FCF0-C663-19F7-3834C0EF20D4}"/>
          </ac:spMkLst>
        </pc:spChg>
        <pc:spChg chg="mod">
          <ac:chgData name="Paper Slides" userId="b0030f7697c4fe97" providerId="LiveId" clId="{494D54AE-5443-5525-8077-CD7645E91735}" dt="2026-05-19T03:02:40.929" v="2494" actId="692"/>
          <ac:spMkLst>
            <pc:docMk/>
            <pc:sldMk cId="2728543198" sldId="256"/>
            <ac:spMk id="12" creationId="{C0FD994B-5C62-DC23-0EB2-4C757ABD9F57}"/>
          </ac:spMkLst>
        </pc:spChg>
        <pc:spChg chg="mod">
          <ac:chgData name="Paper Slides" userId="b0030f7697c4fe97" providerId="LiveId" clId="{494D54AE-5443-5525-8077-CD7645E91735}" dt="2026-05-19T03:02:48.642" v="2497"/>
          <ac:spMkLst>
            <pc:docMk/>
            <pc:sldMk cId="2728543198" sldId="256"/>
            <ac:spMk id="14" creationId="{1869EDB2-B0E1-453B-8677-F7C5AFD3C050}"/>
          </ac:spMkLst>
        </pc:spChg>
        <pc:spChg chg="mod">
          <ac:chgData name="Paper Slides" userId="b0030f7697c4fe97" providerId="LiveId" clId="{494D54AE-5443-5525-8077-CD7645E91735}" dt="2026-05-19T03:02:51.032" v="2499"/>
          <ac:spMkLst>
            <pc:docMk/>
            <pc:sldMk cId="2728543198" sldId="256"/>
            <ac:spMk id="16" creationId="{07870581-A2B8-2CAE-81D4-FC1D906962E8}"/>
          </ac:spMkLst>
        </pc:spChg>
      </pc:sldChg>
      <pc:sldChg chg="addSp delSp modSp mod ord modTransition chgLayout">
        <pc:chgData name="Paper Slides" userId="b0030f7697c4fe97" providerId="LiveId" clId="{494D54AE-5443-5525-8077-CD7645E91735}" dt="2026-05-19T04:27:17.561" v="2890"/>
        <pc:sldMkLst>
          <pc:docMk/>
          <pc:sldMk cId="2675734365" sldId="257"/>
        </pc:sldMkLst>
        <pc:spChg chg="add mod">
          <ac:chgData name="Paper Slides" userId="b0030f7697c4fe97" providerId="LiveId" clId="{494D54AE-5443-5525-8077-CD7645E91735}" dt="2026-05-19T03:03:24.992" v="2502" actId="692"/>
          <ac:spMkLst>
            <pc:docMk/>
            <pc:sldMk cId="2675734365" sldId="257"/>
            <ac:spMk id="2" creationId="{9926C37E-1366-AE63-8DD4-211C216C476D}"/>
          </ac:spMkLst>
        </pc:spChg>
        <pc:spChg chg="mod ord">
          <ac:chgData name="Paper Slides" userId="b0030f7697c4fe97" providerId="LiveId" clId="{494D54AE-5443-5525-8077-CD7645E91735}" dt="2026-05-18T11:37:43.464" v="1999" actId="27636"/>
          <ac:spMkLst>
            <pc:docMk/>
            <pc:sldMk cId="2675734365" sldId="257"/>
            <ac:spMk id="3" creationId="{A5DA3F67-A24D-C0BA-B0C8-4FA7F05D0673}"/>
          </ac:spMkLst>
        </pc:spChg>
        <pc:spChg chg="add 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5" creationId="{02181C17-EE5E-4422-962E-85B18E4B7FEF}"/>
          </ac:spMkLst>
        </pc:spChg>
        <pc:spChg chg="mod">
          <ac:chgData name="Paper Slides" userId="b0030f7697c4fe97" providerId="LiveId" clId="{494D54AE-5443-5525-8077-CD7645E91735}" dt="2026-05-17T13:30:39.489" v="295" actId="403"/>
          <ac:spMkLst>
            <pc:docMk/>
            <pc:sldMk cId="2675734365" sldId="257"/>
            <ac:spMk id="6" creationId="{E4C035C5-6F6F-9268-B5A9-3BE8047B9350}"/>
          </ac:spMkLst>
        </pc:spChg>
        <pc:spChg chg="add mod">
          <ac:chgData name="Paper Slides" userId="b0030f7697c4fe97" providerId="LiveId" clId="{494D54AE-5443-5525-8077-CD7645E91735}" dt="2026-05-17T13:41:19.636" v="429" actId="14100"/>
          <ac:spMkLst>
            <pc:docMk/>
            <pc:sldMk cId="2675734365" sldId="257"/>
            <ac:spMk id="7" creationId="{4FF67828-A9A0-4F9F-35CA-0284756A9DE5}"/>
          </ac:spMkLst>
        </pc:spChg>
        <pc:spChg chg="mod">
          <ac:chgData name="Paper Slides" userId="b0030f7697c4fe97" providerId="LiveId" clId="{494D54AE-5443-5525-8077-CD7645E91735}" dt="2026-05-17T13:41:37.348" v="432" actId="12789"/>
          <ac:spMkLst>
            <pc:docMk/>
            <pc:sldMk cId="2675734365" sldId="257"/>
            <ac:spMk id="9" creationId="{45F8EA33-564E-F167-CA65-F2B4430EA46A}"/>
          </ac:spMkLst>
        </pc:spChg>
        <pc:spChg chg="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10" creationId="{42E67A1C-3A7E-074B-88D7-D87E52B69447}"/>
          </ac:spMkLst>
        </pc:spChg>
        <pc:spChg chg="add mod">
          <ac:chgData name="Paper Slides" userId="b0030f7697c4fe97" providerId="LiveId" clId="{494D54AE-5443-5525-8077-CD7645E91735}" dt="2026-05-17T13:41:19.636" v="429" actId="14100"/>
          <ac:spMkLst>
            <pc:docMk/>
            <pc:sldMk cId="2675734365" sldId="257"/>
            <ac:spMk id="13" creationId="{3FEE6F5A-330B-A9DF-F942-6667C0B46302}"/>
          </ac:spMkLst>
        </pc:spChg>
        <pc:spChg chg="add 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16" creationId="{9145D76C-3DF2-E9F1-671B-D6AE174796DF}"/>
          </ac:spMkLst>
        </pc:spChg>
        <pc:spChg chg="add mod">
          <ac:chgData name="Paper Slides" userId="b0030f7697c4fe97" providerId="LiveId" clId="{494D54AE-5443-5525-8077-CD7645E91735}" dt="2026-05-17T13:39:53.208" v="418" actId="403"/>
          <ac:spMkLst>
            <pc:docMk/>
            <pc:sldMk cId="2675734365" sldId="257"/>
            <ac:spMk id="17" creationId="{F0977AE1-8E90-EF24-41D7-1852CA4ACE10}"/>
          </ac:spMkLst>
        </pc:spChg>
        <pc:spChg chg="add mod">
          <ac:chgData name="Paper Slides" userId="b0030f7697c4fe97" providerId="LiveId" clId="{494D54AE-5443-5525-8077-CD7645E91735}" dt="2026-05-17T13:40:09.449" v="419" actId="207"/>
          <ac:spMkLst>
            <pc:docMk/>
            <pc:sldMk cId="2675734365" sldId="257"/>
            <ac:spMk id="18" creationId="{4987F0E9-E867-C13E-E8A3-2C6C712B1D8E}"/>
          </ac:spMkLst>
        </pc:spChg>
        <pc:spChg chg="add 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20" creationId="{6844091F-E707-1ECA-B3CF-0D8ACBD5DD34}"/>
          </ac:spMkLst>
        </pc:spChg>
        <pc:spChg chg="add mod">
          <ac:chgData name="Paper Slides" userId="b0030f7697c4fe97" providerId="LiveId" clId="{494D54AE-5443-5525-8077-CD7645E91735}" dt="2026-05-17T13:41:19.636" v="429" actId="14100"/>
          <ac:spMkLst>
            <pc:docMk/>
            <pc:sldMk cId="2675734365" sldId="257"/>
            <ac:spMk id="21" creationId="{1BA3A0CB-CBCD-1EFC-DB93-18993F06BFB6}"/>
          </ac:spMkLst>
        </pc:spChg>
        <pc:spChg chg="add 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22" creationId="{1695E1F0-B2A1-B5A3-234E-498570369370}"/>
          </ac:spMkLst>
        </pc:spChg>
        <pc:spChg chg="add mod">
          <ac:chgData name="Paper Slides" userId="b0030f7697c4fe97" providerId="LiveId" clId="{494D54AE-5443-5525-8077-CD7645E91735}" dt="2026-05-17T13:39:53.208" v="418" actId="403"/>
          <ac:spMkLst>
            <pc:docMk/>
            <pc:sldMk cId="2675734365" sldId="257"/>
            <ac:spMk id="23" creationId="{7E5A2FE8-3A3B-645B-CC11-A7B5CF1D5B9B}"/>
          </ac:spMkLst>
        </pc:spChg>
        <pc:spChg chg="add mod">
          <ac:chgData name="Paper Slides" userId="b0030f7697c4fe97" providerId="LiveId" clId="{494D54AE-5443-5525-8077-CD7645E91735}" dt="2026-05-17T13:40:09.449" v="419" actId="207"/>
          <ac:spMkLst>
            <pc:docMk/>
            <pc:sldMk cId="2675734365" sldId="257"/>
            <ac:spMk id="24" creationId="{95780E1E-13BC-32E7-CDD8-C6827BFB9DA4}"/>
          </ac:spMkLst>
        </pc:spChg>
        <pc:spChg chg="mod">
          <ac:chgData name="Paper Slides" userId="b0030f7697c4fe97" providerId="LiveId" clId="{494D54AE-5443-5525-8077-CD7645E91735}" dt="2026-05-17T13:39:53.208" v="418" actId="403"/>
          <ac:spMkLst>
            <pc:docMk/>
            <pc:sldMk cId="2675734365" sldId="257"/>
            <ac:spMk id="25" creationId="{6D583770-2D6D-1A99-3722-A32933AADF1A}"/>
          </ac:spMkLst>
        </pc:spChg>
        <pc:spChg chg="mod">
          <ac:chgData name="Paper Slides" userId="b0030f7697c4fe97" providerId="LiveId" clId="{494D54AE-5443-5525-8077-CD7645E91735}" dt="2026-05-17T13:40:09.449" v="419" actId="207"/>
          <ac:spMkLst>
            <pc:docMk/>
            <pc:sldMk cId="2675734365" sldId="257"/>
            <ac:spMk id="26" creationId="{9FB31E27-FDAC-278A-805E-E850E941ADEA}"/>
          </ac:spMkLst>
        </pc:spChg>
        <pc:spChg chg="add mod">
          <ac:chgData name="Paper Slides" userId="b0030f7697c4fe97" providerId="LiveId" clId="{494D54AE-5443-5525-8077-CD7645E91735}" dt="2026-05-17T13:41:04.969" v="426" actId="1036"/>
          <ac:spMkLst>
            <pc:docMk/>
            <pc:sldMk cId="2675734365" sldId="257"/>
            <ac:spMk id="31" creationId="{58E306A5-6274-0AFE-C7FF-2261DC7D2C81}"/>
          </ac:spMkLst>
        </pc:spChg>
        <pc:spChg chg="add del mod">
          <ac:chgData name="Paper Slides" userId="b0030f7697c4fe97" providerId="LiveId" clId="{494D54AE-5443-5525-8077-CD7645E91735}" dt="2026-05-18T11:37:43.429" v="1998" actId="6264"/>
          <ac:spMkLst>
            <pc:docMk/>
            <pc:sldMk cId="2675734365" sldId="257"/>
            <ac:spMk id="32" creationId="{E8A117F9-233C-B325-BED1-AE1D4D077B23}"/>
          </ac:spMkLst>
        </pc:spChg>
        <pc:picChg chg="mod">
          <ac:chgData name="Paper Slides" userId="b0030f7697c4fe97" providerId="LiveId" clId="{494D54AE-5443-5525-8077-CD7645E91735}" dt="2026-05-18T12:03:18.122" v="2116" actId="34135"/>
          <ac:picMkLst>
            <pc:docMk/>
            <pc:sldMk cId="2675734365" sldId="257"/>
            <ac:picMk id="38" creationId="{67F75DD4-1CA1-D8C7-288C-8C351000416A}"/>
          </ac:picMkLst>
        </pc:picChg>
      </pc:sldChg>
      <pc:sldChg chg="addSp delSp modSp mod ord modTransition">
        <pc:chgData name="Paper Slides" userId="b0030f7697c4fe97" providerId="LiveId" clId="{494D54AE-5443-5525-8077-CD7645E91735}" dt="2026-05-19T12:12:11.690" v="2903" actId="478"/>
        <pc:sldMkLst>
          <pc:docMk/>
          <pc:sldMk cId="4059857421" sldId="258"/>
        </pc:sldMkLst>
        <pc:spChg chg="add mod">
          <ac:chgData name="Paper Slides" userId="b0030f7697c4fe97" providerId="LiveId" clId="{494D54AE-5443-5525-8077-CD7645E91735}" dt="2026-05-19T12:12:11.690" v="2903" actId="478"/>
          <ac:spMkLst>
            <pc:docMk/>
            <pc:sldMk cId="4059857421" sldId="258"/>
            <ac:spMk id="5" creationId="{4279A3BE-852E-19E0-8C49-2DA233C15FD5}"/>
          </ac:spMkLst>
        </pc:spChg>
        <pc:spChg chg="mod">
          <ac:chgData name="Paper Slides" userId="b0030f7697c4fe97" providerId="LiveId" clId="{494D54AE-5443-5525-8077-CD7645E91735}" dt="2026-05-17T13:42:39.285" v="433" actId="14100"/>
          <ac:spMkLst>
            <pc:docMk/>
            <pc:sldMk cId="4059857421" sldId="258"/>
            <ac:spMk id="19" creationId="{69690907-4658-F5E8-0252-4217B794EA73}"/>
          </ac:spMkLst>
        </pc:spChg>
        <pc:picChg chg="mod">
          <ac:chgData name="Paper Slides" userId="b0030f7697c4fe97" providerId="LiveId" clId="{494D54AE-5443-5525-8077-CD7645E91735}" dt="2026-05-17T14:19:52.880" v="894" actId="34136"/>
          <ac:picMkLst>
            <pc:docMk/>
            <pc:sldMk cId="4059857421" sldId="258"/>
            <ac:picMk id="38" creationId="{D1CFBA97-C0DB-75DE-8B5D-DBAD1406EA60}"/>
          </ac:picMkLst>
        </pc:picChg>
        <pc:picChg chg="del">
          <ac:chgData name="Paper Slides" userId="b0030f7697c4fe97" providerId="LiveId" clId="{494D54AE-5443-5525-8077-CD7645E91735}" dt="2026-05-19T12:12:11.690" v="2903" actId="478"/>
          <ac:picMkLst>
            <pc:docMk/>
            <pc:sldMk cId="4059857421" sldId="258"/>
            <ac:picMk id="47" creationId="{970504E7-950C-CB2B-AD2A-A3193DAB214D}"/>
          </ac:picMkLst>
        </pc:picChg>
      </pc:sldChg>
      <pc:sldChg chg="addSp modSp mod ord modTransition">
        <pc:chgData name="Paper Slides" userId="b0030f7697c4fe97" providerId="LiveId" clId="{494D54AE-5443-5525-8077-CD7645E91735}" dt="2026-05-19T04:27:17.561" v="2890"/>
        <pc:sldMkLst>
          <pc:docMk/>
          <pc:sldMk cId="2392071609" sldId="259"/>
        </pc:sldMkLst>
        <pc:spChg chg="add mod">
          <ac:chgData name="Paper Slides" userId="b0030f7697c4fe97" providerId="LiveId" clId="{494D54AE-5443-5525-8077-CD7645E91735}" dt="2026-05-19T03:05:20.742" v="2512"/>
          <ac:spMkLst>
            <pc:docMk/>
            <pc:sldMk cId="2392071609" sldId="259"/>
            <ac:spMk id="2" creationId="{7D6F5DF2-4CEC-6493-9EBE-06FEDA27610B}"/>
          </ac:spMkLst>
        </pc:spChg>
        <pc:spChg chg="add mod">
          <ac:chgData name="Paper Slides" userId="b0030f7697c4fe97" providerId="LiveId" clId="{494D54AE-5443-5525-8077-CD7645E91735}" dt="2026-05-19T03:05:20.742" v="2512"/>
          <ac:spMkLst>
            <pc:docMk/>
            <pc:sldMk cId="2392071609" sldId="259"/>
            <ac:spMk id="3" creationId="{62606A15-EFF0-F0C2-AAE8-0E120D66A722}"/>
          </ac:spMkLst>
        </pc:spChg>
        <pc:spChg chg="add mod">
          <ac:chgData name="Paper Slides" userId="b0030f7697c4fe97" providerId="LiveId" clId="{494D54AE-5443-5525-8077-CD7645E91735}" dt="2026-05-19T03:05:20.742" v="2512"/>
          <ac:spMkLst>
            <pc:docMk/>
            <pc:sldMk cId="2392071609" sldId="259"/>
            <ac:spMk id="4" creationId="{756EC216-AD49-4A9B-1D97-907F8B107CB8}"/>
          </ac:spMkLst>
        </pc:spChg>
        <pc:spChg chg="add mod">
          <ac:chgData name="Paper Slides" userId="b0030f7697c4fe97" providerId="LiveId" clId="{494D54AE-5443-5525-8077-CD7645E91735}" dt="2026-05-19T03:11:58.025" v="2595" actId="207"/>
          <ac:spMkLst>
            <pc:docMk/>
            <pc:sldMk cId="2392071609" sldId="259"/>
            <ac:spMk id="7" creationId="{16F5B4E5-7324-519D-48C5-96860DE6F78B}"/>
          </ac:spMkLst>
        </pc:spChg>
        <pc:spChg chg="add mod">
          <ac:chgData name="Paper Slides" userId="b0030f7697c4fe97" providerId="LiveId" clId="{494D54AE-5443-5525-8077-CD7645E91735}" dt="2026-05-19T03:11:58.025" v="2595" actId="207"/>
          <ac:spMkLst>
            <pc:docMk/>
            <pc:sldMk cId="2392071609" sldId="259"/>
            <ac:spMk id="8" creationId="{F041DB7B-F6A6-25AD-F1DB-A6E05A13E2DE}"/>
          </ac:spMkLst>
        </pc:spChg>
        <pc:spChg chg="mod">
          <ac:chgData name="Paper Slides" userId="b0030f7697c4fe97" providerId="LiveId" clId="{494D54AE-5443-5525-8077-CD7645E91735}" dt="2026-05-19T03:05:25.722" v="2514" actId="1076"/>
          <ac:spMkLst>
            <pc:docMk/>
            <pc:sldMk cId="2392071609" sldId="259"/>
            <ac:spMk id="10" creationId="{BCE44F3F-35EC-9828-C726-21BB80364D28}"/>
          </ac:spMkLst>
        </pc:spChg>
        <pc:spChg chg="mod">
          <ac:chgData name="Paper Slides" userId="b0030f7697c4fe97" providerId="LiveId" clId="{494D54AE-5443-5525-8077-CD7645E91735}" dt="2026-05-19T03:07:44.401" v="2589" actId="12789"/>
          <ac:spMkLst>
            <pc:docMk/>
            <pc:sldMk cId="2392071609" sldId="259"/>
            <ac:spMk id="13" creationId="{D78C567D-12BC-8531-D9E3-EAC1BA165B3E}"/>
          </ac:spMkLst>
        </pc:spChg>
        <pc:spChg chg="mod">
          <ac:chgData name="Paper Slides" userId="b0030f7697c4fe97" providerId="LiveId" clId="{494D54AE-5443-5525-8077-CD7645E91735}" dt="2026-05-19T03:07:32.696" v="2587" actId="12789"/>
          <ac:spMkLst>
            <pc:docMk/>
            <pc:sldMk cId="2392071609" sldId="259"/>
            <ac:spMk id="14" creationId="{F045C424-9DC2-CC92-6539-B8DA0864ACA3}"/>
          </ac:spMkLst>
        </pc:spChg>
        <pc:spChg chg="mod">
          <ac:chgData name="Paper Slides" userId="b0030f7697c4fe97" providerId="LiveId" clId="{494D54AE-5443-5525-8077-CD7645E91735}" dt="2026-05-19T03:07:12.197" v="2585" actId="12789"/>
          <ac:spMkLst>
            <pc:docMk/>
            <pc:sldMk cId="2392071609" sldId="259"/>
            <ac:spMk id="15" creationId="{5111DB38-0B47-C782-CDAA-0CA2B17B6C70}"/>
          </ac:spMkLst>
        </pc:spChg>
        <pc:spChg chg="add mod">
          <ac:chgData name="Paper Slides" userId="b0030f7697c4fe97" providerId="LiveId" clId="{494D54AE-5443-5525-8077-CD7645E91735}" dt="2026-05-19T03:11:58.025" v="2595" actId="207"/>
          <ac:spMkLst>
            <pc:docMk/>
            <pc:sldMk cId="2392071609" sldId="259"/>
            <ac:spMk id="20" creationId="{2E2EC10F-E7C2-A465-1F49-EC8FBF451ACF}"/>
          </ac:spMkLst>
        </pc:spChg>
        <pc:spChg chg="mod">
          <ac:chgData name="Paper Slides" userId="b0030f7697c4fe97" providerId="LiveId" clId="{494D54AE-5443-5525-8077-CD7645E91735}" dt="2026-05-19T03:04:00.482" v="2504"/>
          <ac:spMkLst>
            <pc:docMk/>
            <pc:sldMk cId="2392071609" sldId="259"/>
            <ac:spMk id="22" creationId="{C960054F-45E3-61FA-4B63-CFCB2BB599DF}"/>
          </ac:spMkLst>
        </pc:spChg>
        <pc:spChg chg="mod">
          <ac:chgData name="Paper Slides" userId="b0030f7697c4fe97" providerId="LiveId" clId="{494D54AE-5443-5525-8077-CD7645E91735}" dt="2026-05-19T03:04:07.015" v="2506"/>
          <ac:spMkLst>
            <pc:docMk/>
            <pc:sldMk cId="2392071609" sldId="259"/>
            <ac:spMk id="29" creationId="{05A91CD7-437E-3B1C-91A2-84F0E5465847}"/>
          </ac:spMkLst>
        </pc:spChg>
        <pc:spChg chg="mod">
          <ac:chgData name="Paper Slides" userId="b0030f7697c4fe97" providerId="LiveId" clId="{494D54AE-5443-5525-8077-CD7645E91735}" dt="2026-05-19T03:04:16.575" v="2508"/>
          <ac:spMkLst>
            <pc:docMk/>
            <pc:sldMk cId="2392071609" sldId="259"/>
            <ac:spMk id="36" creationId="{003E3592-6077-7F71-1782-BC1CC5378EE8}"/>
          </ac:spMkLst>
        </pc:spChg>
      </pc:sldChg>
      <pc:sldChg chg="addSp delSp modSp mod ord modTransition">
        <pc:chgData name="Paper Slides" userId="b0030f7697c4fe97" providerId="LiveId" clId="{494D54AE-5443-5525-8077-CD7645E91735}" dt="2026-05-19T12:10:41.606" v="2893" actId="478"/>
        <pc:sldMkLst>
          <pc:docMk/>
          <pc:sldMk cId="3516284207" sldId="260"/>
        </pc:sldMkLst>
        <pc:spChg chg="add mod">
          <ac:chgData name="Paper Slides" userId="b0030f7697c4fe97" providerId="LiveId" clId="{494D54AE-5443-5525-8077-CD7645E91735}" dt="2026-05-19T03:13:21.646" v="2605" actId="12789"/>
          <ac:spMkLst>
            <pc:docMk/>
            <pc:sldMk cId="3516284207" sldId="260"/>
            <ac:spMk id="4" creationId="{6A36E022-F788-BC4C-14B7-FFE2E4C036BF}"/>
          </ac:spMkLst>
        </pc:spChg>
        <pc:spChg chg="add mod">
          <ac:chgData name="Paper Slides" userId="b0030f7697c4fe97" providerId="LiveId" clId="{494D54AE-5443-5525-8077-CD7645E91735}" dt="2026-05-19T03:13:47.187" v="2610" actId="12789"/>
          <ac:spMkLst>
            <pc:docMk/>
            <pc:sldMk cId="3516284207" sldId="260"/>
            <ac:spMk id="5" creationId="{2EEE103E-3AA3-28F5-9F2D-EE9B7D448C38}"/>
          </ac:spMkLst>
        </pc:spChg>
        <pc:spChg chg="add mod">
          <ac:chgData name="Paper Slides" userId="b0030f7697c4fe97" providerId="LiveId" clId="{494D54AE-5443-5525-8077-CD7645E91735}" dt="2026-05-19T03:13:35.346" v="2608" actId="12789"/>
          <ac:spMkLst>
            <pc:docMk/>
            <pc:sldMk cId="3516284207" sldId="260"/>
            <ac:spMk id="6" creationId="{417A8DFF-FB42-595F-9DFA-C30BD4448476}"/>
          </ac:spMkLst>
        </pc:spChg>
        <pc:spChg chg="add del mod">
          <ac:chgData name="Paper Slides" userId="b0030f7697c4fe97" providerId="LiveId" clId="{494D54AE-5443-5525-8077-CD7645E91735}" dt="2026-05-19T03:14:28.686" v="2612" actId="478"/>
          <ac:spMkLst>
            <pc:docMk/>
            <pc:sldMk cId="3516284207" sldId="260"/>
            <ac:spMk id="8" creationId="{1197FBFE-7CCA-0507-2FF1-C654B877843C}"/>
          </ac:spMkLst>
        </pc:spChg>
        <pc:spChg chg="add mod">
          <ac:chgData name="Paper Slides" userId="b0030f7697c4fe97" providerId="LiveId" clId="{494D54AE-5443-5525-8077-CD7645E91735}" dt="2026-05-19T12:10:41.606" v="2893" actId="478"/>
          <ac:spMkLst>
            <pc:docMk/>
            <pc:sldMk cId="3516284207" sldId="260"/>
            <ac:spMk id="8" creationId="{1C38B87D-2216-9A55-190B-FA9F10F89738}"/>
          </ac:spMkLst>
        </pc:spChg>
        <pc:spChg chg="mod">
          <ac:chgData name="Paper Slides" userId="b0030f7697c4fe97" providerId="LiveId" clId="{494D54AE-5443-5525-8077-CD7645E91735}" dt="2026-05-19T03:13:47.187" v="2610" actId="12789"/>
          <ac:spMkLst>
            <pc:docMk/>
            <pc:sldMk cId="3516284207" sldId="260"/>
            <ac:spMk id="31" creationId="{DDFF519E-3FF7-E86C-38C2-7B6E6BDEB587}"/>
          </ac:spMkLst>
        </pc:spChg>
        <pc:spChg chg="mod">
          <ac:chgData name="Paper Slides" userId="b0030f7697c4fe97" providerId="LiveId" clId="{494D54AE-5443-5525-8077-CD7645E91735}" dt="2026-05-19T03:13:35.346" v="2608" actId="12789"/>
          <ac:spMkLst>
            <pc:docMk/>
            <pc:sldMk cId="3516284207" sldId="260"/>
            <ac:spMk id="37" creationId="{FD1F7023-5A1A-C39D-7224-E745534242CC}"/>
          </ac:spMkLst>
        </pc:spChg>
        <pc:spChg chg="mod">
          <ac:chgData name="Paper Slides" userId="b0030f7697c4fe97" providerId="LiveId" clId="{494D54AE-5443-5525-8077-CD7645E91735}" dt="2026-05-19T03:13:21.646" v="2605" actId="12789"/>
          <ac:spMkLst>
            <pc:docMk/>
            <pc:sldMk cId="3516284207" sldId="260"/>
            <ac:spMk id="40" creationId="{D8230433-E575-0E81-6866-FDC68E789C22}"/>
          </ac:spMkLst>
        </pc:spChg>
        <pc:spChg chg="mod">
          <ac:chgData name="Paper Slides" userId="b0030f7697c4fe97" providerId="LiveId" clId="{494D54AE-5443-5525-8077-CD7645E91735}" dt="2026-05-19T03:11:02.484" v="2593"/>
          <ac:spMkLst>
            <pc:docMk/>
            <pc:sldMk cId="3516284207" sldId="260"/>
            <ac:spMk id="54" creationId="{E3DD4026-FD8F-AA58-EF19-49D99CB2DB07}"/>
          </ac:spMkLst>
        </pc:spChg>
        <pc:picChg chg="add mod">
          <ac:chgData name="Paper Slides" userId="b0030f7697c4fe97" providerId="LiveId" clId="{494D54AE-5443-5525-8077-CD7645E91735}" dt="2026-05-19T03:19:09.005" v="2634" actId="34135"/>
          <ac:picMkLst>
            <pc:docMk/>
            <pc:sldMk cId="3516284207" sldId="260"/>
            <ac:picMk id="9" creationId="{62FE9668-14F2-4379-B389-F8B6E2E6180B}"/>
          </ac:picMkLst>
        </pc:picChg>
        <pc:picChg chg="add del">
          <ac:chgData name="Paper Slides" userId="b0030f7697c4fe97" providerId="LiveId" clId="{494D54AE-5443-5525-8077-CD7645E91735}" dt="2026-05-19T12:10:41.606" v="2893" actId="478"/>
          <ac:picMkLst>
            <pc:docMk/>
            <pc:sldMk cId="3516284207" sldId="260"/>
            <ac:picMk id="30" creationId="{93C64C21-B34D-FAB7-7478-28F2B1FC2DE6}"/>
          </ac:picMkLst>
        </pc:picChg>
      </pc:sldChg>
      <pc:sldChg chg="addSp delSp modSp mod ord modTransition">
        <pc:chgData name="Paper Slides" userId="b0030f7697c4fe97" providerId="LiveId" clId="{494D54AE-5443-5525-8077-CD7645E91735}" dt="2026-05-19T04:27:17.561" v="2890"/>
        <pc:sldMkLst>
          <pc:docMk/>
          <pc:sldMk cId="1156095403" sldId="261"/>
        </pc:sldMkLst>
        <pc:spChg chg="add del mod">
          <ac:chgData name="Paper Slides" userId="b0030f7697c4fe97" providerId="LiveId" clId="{494D54AE-5443-5525-8077-CD7645E91735}" dt="2026-05-19T03:16:14.995" v="2619" actId="478"/>
          <ac:spMkLst>
            <pc:docMk/>
            <pc:sldMk cId="1156095403" sldId="261"/>
            <ac:spMk id="2" creationId="{1D3DB9FD-889E-23C1-178D-133D2832E3E7}"/>
          </ac:spMkLst>
        </pc:spChg>
        <pc:spChg chg="add del mod">
          <ac:chgData name="Paper Slides" userId="b0030f7697c4fe97" providerId="LiveId" clId="{494D54AE-5443-5525-8077-CD7645E91735}" dt="2026-05-19T03:16:14.995" v="2619" actId="478"/>
          <ac:spMkLst>
            <pc:docMk/>
            <pc:sldMk cId="1156095403" sldId="261"/>
            <ac:spMk id="3" creationId="{30EAF87D-9158-1DA7-6F0D-F906E4A41F06}"/>
          </ac:spMkLst>
        </pc:spChg>
        <pc:spChg chg="add del mod">
          <ac:chgData name="Paper Slides" userId="b0030f7697c4fe97" providerId="LiveId" clId="{494D54AE-5443-5525-8077-CD7645E91735}" dt="2026-05-19T03:16:14.995" v="2619" actId="478"/>
          <ac:spMkLst>
            <pc:docMk/>
            <pc:sldMk cId="1156095403" sldId="261"/>
            <ac:spMk id="4" creationId="{D06DCD6E-5EFE-9998-816F-087AFF246D1B}"/>
          </ac:spMkLst>
        </pc:spChg>
        <pc:spChg chg="mod">
          <ac:chgData name="Paper Slides" userId="b0030f7697c4fe97" providerId="LiveId" clId="{494D54AE-5443-5525-8077-CD7645E91735}" dt="2026-05-19T03:20:11.349" v="2643"/>
          <ac:spMkLst>
            <pc:docMk/>
            <pc:sldMk cId="1156095403" sldId="261"/>
            <ac:spMk id="7" creationId="{68170185-C097-378F-ED32-22E9A241B3F1}"/>
          </ac:spMkLst>
        </pc:spChg>
        <pc:spChg chg="mod">
          <ac:chgData name="Paper Slides" userId="b0030f7697c4fe97" providerId="LiveId" clId="{494D54AE-5443-5525-8077-CD7645E91735}" dt="2026-05-19T03:20:32.260" v="2649" actId="12788"/>
          <ac:spMkLst>
            <pc:docMk/>
            <pc:sldMk cId="1156095403" sldId="261"/>
            <ac:spMk id="10" creationId="{04B4B4A4-7201-CBAE-1DC8-1DD204C378D4}"/>
          </ac:spMkLst>
        </pc:spChg>
        <pc:spChg chg="mod">
          <ac:chgData name="Paper Slides" userId="b0030f7697c4fe97" providerId="LiveId" clId="{494D54AE-5443-5525-8077-CD7645E91735}" dt="2026-05-19T03:20:16.018" v="2647"/>
          <ac:spMkLst>
            <pc:docMk/>
            <pc:sldMk cId="1156095403" sldId="261"/>
            <ac:spMk id="13" creationId="{7F406A6A-D7F1-DE3B-309A-AC41B2E8E21C}"/>
          </ac:spMkLst>
        </pc:spChg>
        <pc:spChg chg="add mod">
          <ac:chgData name="Paper Slides" userId="b0030f7697c4fe97" providerId="LiveId" clId="{494D54AE-5443-5525-8077-CD7645E91735}" dt="2026-05-19T03:20:32.260" v="2649" actId="12788"/>
          <ac:spMkLst>
            <pc:docMk/>
            <pc:sldMk cId="1156095403" sldId="261"/>
            <ac:spMk id="17" creationId="{9D744930-16FD-851B-2EE5-ECE7944A4938}"/>
          </ac:spMkLst>
        </pc:spChg>
        <pc:spChg chg="mod">
          <ac:chgData name="Paper Slides" userId="b0030f7697c4fe97" providerId="LiveId" clId="{494D54AE-5443-5525-8077-CD7645E91735}" dt="2026-05-19T03:15:31.795" v="2618"/>
          <ac:spMkLst>
            <pc:docMk/>
            <pc:sldMk cId="1156095403" sldId="261"/>
            <ac:spMk id="19" creationId="{C31E2F34-20E0-F78A-7BFB-37FB4D14ECA8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21" creationId="{65E9ABE3-48CE-4A00-C43D-7B135190D8E9}"/>
          </ac:spMkLst>
        </pc:spChg>
        <pc:spChg chg="mod">
          <ac:chgData name="Paper Slides" userId="b0030f7697c4fe97" providerId="LiveId" clId="{494D54AE-5443-5525-8077-CD7645E91735}" dt="2026-05-19T03:20:56.207" v="2651" actId="12789"/>
          <ac:spMkLst>
            <pc:docMk/>
            <pc:sldMk cId="1156095403" sldId="261"/>
            <ac:spMk id="22" creationId="{C13C32AB-66C5-25B0-97E5-3BD301945699}"/>
          </ac:spMkLst>
        </pc:spChg>
        <pc:spChg chg="mod">
          <ac:chgData name="Paper Slides" userId="b0030f7697c4fe97" providerId="LiveId" clId="{494D54AE-5443-5525-8077-CD7645E91735}" dt="2026-05-19T03:20:48.276" v="2650" actId="12789"/>
          <ac:spMkLst>
            <pc:docMk/>
            <pc:sldMk cId="1156095403" sldId="261"/>
            <ac:spMk id="23" creationId="{E665FEE9-31EC-C8AD-6DC8-674089DC1CCB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24" creationId="{7E3CCAA4-39CF-7CB7-0F69-C296DE4BCC2D}"/>
          </ac:spMkLst>
        </pc:spChg>
        <pc:spChg chg="mod">
          <ac:chgData name="Paper Slides" userId="b0030f7697c4fe97" providerId="LiveId" clId="{494D54AE-5443-5525-8077-CD7645E91735}" dt="2026-05-19T03:20:56.207" v="2651" actId="12789"/>
          <ac:spMkLst>
            <pc:docMk/>
            <pc:sldMk cId="1156095403" sldId="261"/>
            <ac:spMk id="25" creationId="{886A8FF9-4140-CF01-0D8E-B0A80EBB1BFF}"/>
          </ac:spMkLst>
        </pc:spChg>
        <pc:spChg chg="mod">
          <ac:chgData name="Paper Slides" userId="b0030f7697c4fe97" providerId="LiveId" clId="{494D54AE-5443-5525-8077-CD7645E91735}" dt="2026-05-19T03:20:48.276" v="2650" actId="12789"/>
          <ac:spMkLst>
            <pc:docMk/>
            <pc:sldMk cId="1156095403" sldId="261"/>
            <ac:spMk id="26" creationId="{4F1E595C-30FD-E411-4307-21B0982B8D82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27" creationId="{ADB7E72C-A1BF-BCEB-3E93-ACB2C888776B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28" creationId="{A77FA2D4-4DB1-3DB6-C4C3-491D37EA0BBC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29" creationId="{510AED80-E59C-C76F-6FBB-5E8F6047DD71}"/>
          </ac:spMkLst>
        </pc:spChg>
        <pc:spChg chg="mod">
          <ac:chgData name="Paper Slides" userId="b0030f7697c4fe97" providerId="LiveId" clId="{494D54AE-5443-5525-8077-CD7645E91735}" dt="2026-05-19T03:21:15.652" v="2653" actId="1036"/>
          <ac:spMkLst>
            <pc:docMk/>
            <pc:sldMk cId="1156095403" sldId="261"/>
            <ac:spMk id="30" creationId="{C1A7C7D0-FAA5-D973-C642-8C421563F917}"/>
          </ac:spMkLst>
        </pc:spChg>
        <pc:spChg chg="add mod">
          <ac:chgData name="Paper Slides" userId="b0030f7697c4fe97" providerId="LiveId" clId="{494D54AE-5443-5525-8077-CD7645E91735}" dt="2026-05-19T03:17:43.304" v="2628" actId="1076"/>
          <ac:spMkLst>
            <pc:docMk/>
            <pc:sldMk cId="1156095403" sldId="261"/>
            <ac:spMk id="31" creationId="{CD624173-EE0A-3805-506A-AC05F3D034AE}"/>
          </ac:spMkLst>
        </pc:spChg>
        <pc:spChg chg="add mod">
          <ac:chgData name="Paper Slides" userId="b0030f7697c4fe97" providerId="LiveId" clId="{494D54AE-5443-5525-8077-CD7645E91735}" dt="2026-05-19T03:17:31.614" v="2626" actId="1076"/>
          <ac:spMkLst>
            <pc:docMk/>
            <pc:sldMk cId="1156095403" sldId="261"/>
            <ac:spMk id="32" creationId="{F55DAD26-5DAC-9963-BED3-57603E4ED6D7}"/>
          </ac:spMkLst>
        </pc:spChg>
        <pc:picChg chg="add mod">
          <ac:chgData name="Paper Slides" userId="b0030f7697c4fe97" providerId="LiveId" clId="{494D54AE-5443-5525-8077-CD7645E91735}" dt="2026-05-19T03:19:51.420" v="2641" actId="34135"/>
          <ac:picMkLst>
            <pc:docMk/>
            <pc:sldMk cId="1156095403" sldId="261"/>
            <ac:picMk id="35" creationId="{B7A44739-52B9-CBD6-AA10-8DB3016929D3}"/>
          </ac:picMkLst>
        </pc:picChg>
      </pc:sldChg>
      <pc:sldChg chg="addSp modSp mod ord modTransition">
        <pc:chgData name="Paper Slides" userId="b0030f7697c4fe97" providerId="LiveId" clId="{494D54AE-5443-5525-8077-CD7645E91735}" dt="2026-05-19T04:27:17.561" v="2890"/>
        <pc:sldMkLst>
          <pc:docMk/>
          <pc:sldMk cId="1684448562" sldId="262"/>
        </pc:sldMkLst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0" creationId="{38D4B94A-4A12-AC6E-5E68-C89A11FCA7B8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1" creationId="{85A9C10B-D7FB-FE9B-7EC0-91A249BE6906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2" creationId="{32E1AB93-520D-A9D4-37E4-6D4DC3532AAF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3" creationId="{276475B6-4AA0-3137-BB96-09E21771F516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4" creationId="{CCC8E005-9643-5D60-02B5-7A479AA06931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7" creationId="{5250B29C-29A2-F30E-7EA5-B309A634D8B7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8" creationId="{C3470959-2EE1-9337-3FBC-438B3ECF99A1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19" creationId="{B1A66B1D-4CA0-E4FF-EBDB-F01DA604AAC9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22" creationId="{AB4B332D-43B9-A120-B360-A445F4670318}"/>
          </ac:spMkLst>
        </pc:spChg>
        <pc:spChg chg="mod">
          <ac:chgData name="Paper Slides" userId="b0030f7697c4fe97" providerId="LiveId" clId="{494D54AE-5443-5525-8077-CD7645E91735}" dt="2026-05-19T03:22:49.585" v="2667" actId="1036"/>
          <ac:spMkLst>
            <pc:docMk/>
            <pc:sldMk cId="1684448562" sldId="262"/>
            <ac:spMk id="39" creationId="{77333E20-9E23-1901-74AA-E30ED6B6766B}"/>
          </ac:spMkLst>
        </pc:spChg>
        <pc:picChg chg="add mod">
          <ac:chgData name="Paper Slides" userId="b0030f7697c4fe97" providerId="LiveId" clId="{494D54AE-5443-5525-8077-CD7645E91735}" dt="2026-05-19T03:21:49.973" v="2658" actId="34135"/>
          <ac:picMkLst>
            <pc:docMk/>
            <pc:sldMk cId="1684448562" sldId="262"/>
            <ac:picMk id="2" creationId="{4593E09F-8E18-EE6B-0FC2-39919C64644D}"/>
          </ac:picMkLst>
        </pc:picChg>
        <pc:picChg chg="add mod">
          <ac:chgData name="Paper Slides" userId="b0030f7697c4fe97" providerId="LiveId" clId="{494D54AE-5443-5525-8077-CD7645E91735}" dt="2026-05-19T03:21:49.973" v="2658" actId="34135"/>
          <ac:picMkLst>
            <pc:docMk/>
            <pc:sldMk cId="1684448562" sldId="262"/>
            <ac:picMk id="3" creationId="{89E5D042-D173-03C7-D1B4-C5734242186D}"/>
          </ac:picMkLst>
        </pc:picChg>
        <pc:cxnChg chg="mod">
          <ac:chgData name="Paper Slides" userId="b0030f7697c4fe97" providerId="LiveId" clId="{494D54AE-5443-5525-8077-CD7645E91735}" dt="2026-05-19T03:22:26.724" v="2659" actId="108"/>
          <ac:cxnSpMkLst>
            <pc:docMk/>
            <pc:sldMk cId="1684448562" sldId="262"/>
            <ac:cxnSpMk id="23" creationId="{D80B3121-2255-2472-9D08-2749F0374806}"/>
          </ac:cxnSpMkLst>
        </pc:cxnChg>
      </pc:sldChg>
      <pc:sldChg chg="addSp modSp mod ord modTransition">
        <pc:chgData name="Paper Slides" userId="b0030f7697c4fe97" providerId="LiveId" clId="{494D54AE-5443-5525-8077-CD7645E91735}" dt="2026-05-19T04:27:17.561" v="2890"/>
        <pc:sldMkLst>
          <pc:docMk/>
          <pc:sldMk cId="1893190619" sldId="263"/>
        </pc:sldMkLst>
        <pc:spChg chg="mod">
          <ac:chgData name="Paper Slides" userId="b0030f7697c4fe97" providerId="LiveId" clId="{494D54AE-5443-5525-8077-CD7645E91735}" dt="2026-05-19T03:26:25.971" v="2669"/>
          <ac:spMkLst>
            <pc:docMk/>
            <pc:sldMk cId="1893190619" sldId="263"/>
            <ac:spMk id="8" creationId="{F70A6254-AF5B-1EA4-6707-5B76DB79B349}"/>
          </ac:spMkLst>
        </pc:spChg>
        <pc:spChg chg="mod">
          <ac:chgData name="Paper Slides" userId="b0030f7697c4fe97" providerId="LiveId" clId="{494D54AE-5443-5525-8077-CD7645E91735}" dt="2026-05-19T03:27:41.067" v="2678" actId="1035"/>
          <ac:spMkLst>
            <pc:docMk/>
            <pc:sldMk cId="1893190619" sldId="263"/>
            <ac:spMk id="14" creationId="{DEAB5980-718E-54DE-0BB3-D975060B1919}"/>
          </ac:spMkLst>
        </pc:spChg>
        <pc:spChg chg="mod">
          <ac:chgData name="Paper Slides" userId="b0030f7697c4fe97" providerId="LiveId" clId="{494D54AE-5443-5525-8077-CD7645E91735}" dt="2026-05-19T03:27:41.067" v="2678" actId="1035"/>
          <ac:spMkLst>
            <pc:docMk/>
            <pc:sldMk cId="1893190619" sldId="263"/>
            <ac:spMk id="15" creationId="{93B2DE0A-4EC5-48A3-95F8-D1489B56E9A2}"/>
          </ac:spMkLst>
        </pc:spChg>
        <pc:picChg chg="add mod">
          <ac:chgData name="Paper Slides" userId="b0030f7697c4fe97" providerId="LiveId" clId="{494D54AE-5443-5525-8077-CD7645E91735}" dt="2026-05-19T03:27:15.435" v="2676" actId="34135"/>
          <ac:picMkLst>
            <pc:docMk/>
            <pc:sldMk cId="1893190619" sldId="263"/>
            <ac:picMk id="3" creationId="{3974D1E4-EFB9-D0E3-E801-25D04FA4B901}"/>
          </ac:picMkLst>
        </pc:picChg>
      </pc:sldChg>
      <pc:sldChg chg="addSp modSp mod ord modTransition">
        <pc:chgData name="Paper Slides" userId="b0030f7697c4fe97" providerId="LiveId" clId="{494D54AE-5443-5525-8077-CD7645E91735}" dt="2026-05-19T04:27:17.561" v="2890"/>
        <pc:sldMkLst>
          <pc:docMk/>
          <pc:sldMk cId="1535039902" sldId="264"/>
        </pc:sldMkLst>
        <pc:spChg chg="add mod">
          <ac:chgData name="Paper Slides" userId="b0030f7697c4fe97" providerId="LiveId" clId="{494D54AE-5443-5525-8077-CD7645E91735}" dt="2026-05-19T03:35:01.482" v="2705" actId="12789"/>
          <ac:spMkLst>
            <pc:docMk/>
            <pc:sldMk cId="1535039902" sldId="264"/>
            <ac:spMk id="2" creationId="{1B5515D6-2B93-64C8-4A8D-2D817EC31795}"/>
          </ac:spMkLst>
        </pc:spChg>
        <pc:spChg chg="add mod">
          <ac:chgData name="Paper Slides" userId="b0030f7697c4fe97" providerId="LiveId" clId="{494D54AE-5443-5525-8077-CD7645E91735}" dt="2026-05-19T03:35:01.482" v="2705" actId="12789"/>
          <ac:spMkLst>
            <pc:docMk/>
            <pc:sldMk cId="1535039902" sldId="264"/>
            <ac:spMk id="3" creationId="{288F03E5-A7B0-6A0B-9F44-55535F25A1BB}"/>
          </ac:spMkLst>
        </pc:spChg>
        <pc:spChg chg="add mod">
          <ac:chgData name="Paper Slides" userId="b0030f7697c4fe97" providerId="LiveId" clId="{494D54AE-5443-5525-8077-CD7645E91735}" dt="2026-05-19T03:35:01.482" v="2705" actId="12789"/>
          <ac:spMkLst>
            <pc:docMk/>
            <pc:sldMk cId="1535039902" sldId="264"/>
            <ac:spMk id="5" creationId="{FE5EE0EC-4690-DF80-BD91-456A9C49121E}"/>
          </ac:spMkLst>
        </pc:spChg>
        <pc:spChg chg="mod">
          <ac:chgData name="Paper Slides" userId="b0030f7697c4fe97" providerId="LiveId" clId="{494D54AE-5443-5525-8077-CD7645E91735}" dt="2026-05-19T03:32:02.409" v="2680"/>
          <ac:spMkLst>
            <pc:docMk/>
            <pc:sldMk cId="1535039902" sldId="264"/>
            <ac:spMk id="6" creationId="{99C0AB64-849C-063C-10B9-4056D0E14C94}"/>
          </ac:spMkLst>
        </pc:spChg>
        <pc:spChg chg="add mod">
          <ac:chgData name="Paper Slides" userId="b0030f7697c4fe97" providerId="LiveId" clId="{494D54AE-5443-5525-8077-CD7645E91735}" dt="2026-05-19T03:35:01.482" v="2705" actId="12789"/>
          <ac:spMkLst>
            <pc:docMk/>
            <pc:sldMk cId="1535039902" sldId="264"/>
            <ac:spMk id="8" creationId="{CCEA2A79-5D33-EEC9-ADAB-8ED935F8BCF2}"/>
          </ac:spMkLst>
        </pc:spChg>
        <pc:spChg chg="mod">
          <ac:chgData name="Paper Slides" userId="b0030f7697c4fe97" providerId="LiveId" clId="{494D54AE-5443-5525-8077-CD7645E91735}" dt="2026-05-19T03:35:01.482" v="2705" actId="12789"/>
          <ac:spMkLst>
            <pc:docMk/>
            <pc:sldMk cId="1535039902" sldId="264"/>
            <ac:spMk id="9" creationId="{D69ACA93-D558-2774-2719-861594D2AAF6}"/>
          </ac:spMkLst>
        </pc:spChg>
        <pc:spChg chg="mod">
          <ac:chgData name="Paper Slides" userId="b0030f7697c4fe97" providerId="LiveId" clId="{494D54AE-5443-5525-8077-CD7645E91735}" dt="2026-05-19T03:32:06.933" v="2682"/>
          <ac:spMkLst>
            <pc:docMk/>
            <pc:sldMk cId="1535039902" sldId="264"/>
            <ac:spMk id="13" creationId="{2B20398F-41A8-5C6B-343B-2BA883E2E631}"/>
          </ac:spMkLst>
        </pc:spChg>
        <pc:spChg chg="mod">
          <ac:chgData name="Paper Slides" userId="b0030f7697c4fe97" providerId="LiveId" clId="{494D54AE-5443-5525-8077-CD7645E91735}" dt="2026-05-19T03:32:09.853" v="2684" actId="20577"/>
          <ac:spMkLst>
            <pc:docMk/>
            <pc:sldMk cId="1535039902" sldId="264"/>
            <ac:spMk id="14" creationId="{C49F436C-BC64-1CC3-64D5-B146062EDA08}"/>
          </ac:spMkLst>
        </pc:spChg>
        <pc:spChg chg="mod">
          <ac:chgData name="Paper Slides" userId="b0030f7697c4fe97" providerId="LiveId" clId="{494D54AE-5443-5525-8077-CD7645E91735}" dt="2026-05-19T03:32:16.029" v="2688"/>
          <ac:spMkLst>
            <pc:docMk/>
            <pc:sldMk cId="1535039902" sldId="264"/>
            <ac:spMk id="18" creationId="{0652E5B9-D857-EB21-ECB3-16DC050BCEDE}"/>
          </ac:spMkLst>
        </pc:spChg>
        <pc:spChg chg="mod">
          <ac:chgData name="Paper Slides" userId="b0030f7697c4fe97" providerId="LiveId" clId="{494D54AE-5443-5525-8077-CD7645E91735}" dt="2026-05-19T03:32:13.458" v="2686" actId="20577"/>
          <ac:spMkLst>
            <pc:docMk/>
            <pc:sldMk cId="1535039902" sldId="264"/>
            <ac:spMk id="19" creationId="{0679D099-A34B-1BAF-D6B3-DAD3BC68EE8E}"/>
          </ac:spMkLst>
        </pc:spChg>
        <pc:spChg chg="mod">
          <ac:chgData name="Paper Slides" userId="b0030f7697c4fe97" providerId="LiveId" clId="{494D54AE-5443-5525-8077-CD7645E91735}" dt="2026-05-19T03:32:18.758" v="2690"/>
          <ac:spMkLst>
            <pc:docMk/>
            <pc:sldMk cId="1535039902" sldId="264"/>
            <ac:spMk id="23" creationId="{1C00F642-C3DB-FEA0-B5A8-F39445C6C70E}"/>
          </ac:spMkLst>
        </pc:spChg>
        <pc:spChg chg="mod">
          <ac:chgData name="Paper Slides" userId="b0030f7697c4fe97" providerId="LiveId" clId="{494D54AE-5443-5525-8077-CD7645E91735}" dt="2026-05-19T03:32:21.539" v="2692" actId="20577"/>
          <ac:spMkLst>
            <pc:docMk/>
            <pc:sldMk cId="1535039902" sldId="264"/>
            <ac:spMk id="24" creationId="{5217A232-C458-11B6-6C88-A00F0D321900}"/>
          </ac:spMkLst>
        </pc:spChg>
        <pc:spChg chg="mod">
          <ac:chgData name="Paper Slides" userId="b0030f7697c4fe97" providerId="LiveId" clId="{494D54AE-5443-5525-8077-CD7645E91735}" dt="2026-05-19T03:32:44.419" v="2694"/>
          <ac:spMkLst>
            <pc:docMk/>
            <pc:sldMk cId="1535039902" sldId="264"/>
            <ac:spMk id="29" creationId="{CA4A7DAA-695D-20AE-0003-41FD1CF6D476}"/>
          </ac:spMkLst>
        </pc:spChg>
        <pc:spChg chg="mod">
          <ac:chgData name="Paper Slides" userId="b0030f7697c4fe97" providerId="LiveId" clId="{494D54AE-5443-5525-8077-CD7645E91735}" dt="2026-05-19T03:32:53.351" v="2696"/>
          <ac:spMkLst>
            <pc:docMk/>
            <pc:sldMk cId="1535039902" sldId="264"/>
            <ac:spMk id="34" creationId="{5B20C548-11D0-6423-AC45-920B680920C5}"/>
          </ac:spMkLst>
        </pc:spChg>
        <pc:spChg chg="mod">
          <ac:chgData name="Paper Slides" userId="b0030f7697c4fe97" providerId="LiveId" clId="{494D54AE-5443-5525-8077-CD7645E91735}" dt="2026-05-19T03:32:53.351" v="2696"/>
          <ac:spMkLst>
            <pc:docMk/>
            <pc:sldMk cId="1535039902" sldId="264"/>
            <ac:spMk id="36" creationId="{A9B687E4-60B7-F8FE-25E2-7FDBFEEE629A}"/>
          </ac:spMkLst>
        </pc:spChg>
        <pc:spChg chg="mod">
          <ac:chgData name="Paper Slides" userId="b0030f7697c4fe97" providerId="LiveId" clId="{494D54AE-5443-5525-8077-CD7645E91735}" dt="2026-05-19T03:32:53.351" v="2696"/>
          <ac:spMkLst>
            <pc:docMk/>
            <pc:sldMk cId="1535039902" sldId="264"/>
            <ac:spMk id="38" creationId="{A5EF55E7-C567-B773-1BF0-7A540F44E19C}"/>
          </ac:spMkLst>
        </pc:spChg>
        <pc:spChg chg="mod">
          <ac:chgData name="Paper Slides" userId="b0030f7697c4fe97" providerId="LiveId" clId="{494D54AE-5443-5525-8077-CD7645E91735}" dt="2026-05-19T03:32:53.351" v="2696"/>
          <ac:spMkLst>
            <pc:docMk/>
            <pc:sldMk cId="1535039902" sldId="264"/>
            <ac:spMk id="40" creationId="{4B1DF9AB-56F8-FD20-1196-49792831F1CD}"/>
          </ac:spMkLst>
        </pc:spChg>
        <pc:spChg chg="mod">
          <ac:chgData name="Paper Slides" userId="b0030f7697c4fe97" providerId="LiveId" clId="{494D54AE-5443-5525-8077-CD7645E91735}" dt="2026-05-19T03:32:53.351" v="2696"/>
          <ac:spMkLst>
            <pc:docMk/>
            <pc:sldMk cId="1535039902" sldId="264"/>
            <ac:spMk id="42" creationId="{E61655F8-64C2-A487-F4AC-092F73803B4E}"/>
          </ac:spMkLst>
        </pc:spChg>
        <pc:picChg chg="add mod">
          <ac:chgData name="Paper Slides" userId="b0030f7697c4fe97" providerId="LiveId" clId="{494D54AE-5443-5525-8077-CD7645E91735}" dt="2026-05-19T03:35:42.095" v="2708" actId="34135"/>
          <ac:picMkLst>
            <pc:docMk/>
            <pc:sldMk cId="1535039902" sldId="264"/>
            <ac:picMk id="12" creationId="{DA80CAD3-BA52-CB1C-03A6-6A0A717112FE}"/>
          </ac:picMkLst>
        </pc:picChg>
        <pc:picChg chg="add mod">
          <ac:chgData name="Paper Slides" userId="b0030f7697c4fe97" providerId="LiveId" clId="{494D54AE-5443-5525-8077-CD7645E91735}" dt="2026-05-19T03:35:42.095" v="2708" actId="34135"/>
          <ac:picMkLst>
            <pc:docMk/>
            <pc:sldMk cId="1535039902" sldId="264"/>
            <ac:picMk id="32" creationId="{B24B6E87-E9B7-E5A2-3BA2-5C1F4F445E11}"/>
          </ac:picMkLst>
        </pc:picChg>
      </pc:sldChg>
      <pc:sldChg chg="addSp delSp modSp mod ord modTransition chgLayout">
        <pc:chgData name="Paper Slides" userId="b0030f7697c4fe97" providerId="LiveId" clId="{494D54AE-5443-5525-8077-CD7645E91735}" dt="2026-05-19T12:11:00.743" v="2897" actId="6264"/>
        <pc:sldMkLst>
          <pc:docMk/>
          <pc:sldMk cId="385988935" sldId="265"/>
        </pc:sldMkLst>
        <pc:spChg chg="mod or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3" creationId="{4A885550-44D1-7621-8699-C175E734FC32}"/>
          </ac:spMkLst>
        </pc:spChg>
        <pc:spChg chg="mod or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4" creationId="{B1765C96-C5F0-B1F0-71D2-B34E435CC21F}"/>
          </ac:spMkLst>
        </pc:spChg>
        <pc:spChg chg="mod">
          <ac:chgData name="Paper Slides" userId="b0030f7697c4fe97" providerId="LiveId" clId="{494D54AE-5443-5525-8077-CD7645E91735}" dt="2026-05-17T14:27:10.995" v="958" actId="207"/>
          <ac:spMkLst>
            <pc:docMk/>
            <pc:sldMk cId="385988935" sldId="265"/>
            <ac:spMk id="6" creationId="{E8A320D8-C073-F95C-23D5-DC157BFD3D95}"/>
          </ac:spMkLst>
        </pc:spChg>
        <pc:spChg chg="add del mo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17" creationId="{35033FBC-A25A-93DB-DDEF-9CE826F32E25}"/>
          </ac:spMkLst>
        </pc:spChg>
        <pc:spChg chg="add del mo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18" creationId="{76F6877C-9CD6-5FFB-BA56-C87AED4DE335}"/>
          </ac:spMkLst>
        </pc:spChg>
        <pc:spChg chg="add del mo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19" creationId="{E357E387-1163-0660-3025-49FDC0ED761F}"/>
          </ac:spMkLst>
        </pc:spChg>
        <pc:spChg chg="add mod ord">
          <ac:chgData name="Paper Slides" userId="b0030f7697c4fe97" providerId="LiveId" clId="{494D54AE-5443-5525-8077-CD7645E91735}" dt="2026-05-19T12:11:00.743" v="2897" actId="6264"/>
          <ac:spMkLst>
            <pc:docMk/>
            <pc:sldMk cId="385988935" sldId="265"/>
            <ac:spMk id="20" creationId="{979AB22E-B8B1-59FC-642B-39FE62D5D638}"/>
          </ac:spMkLst>
        </pc:spChg>
        <pc:picChg chg="add mod">
          <ac:chgData name="Paper Slides" userId="b0030f7697c4fe97" providerId="LiveId" clId="{494D54AE-5443-5525-8077-CD7645E91735}" dt="2026-05-17T14:26:33.790" v="947" actId="34135"/>
          <ac:picMkLst>
            <pc:docMk/>
            <pc:sldMk cId="385988935" sldId="265"/>
            <ac:picMk id="2" creationId="{15AECD66-A13C-61CE-4F1F-D3CB919AEF43}"/>
          </ac:picMkLst>
        </pc:picChg>
        <pc:picChg chg="del">
          <ac:chgData name="Paper Slides" userId="b0030f7697c4fe97" providerId="LiveId" clId="{494D54AE-5443-5525-8077-CD7645E91735}" dt="2026-05-19T12:10:53.166" v="2894" actId="478"/>
          <ac:picMkLst>
            <pc:docMk/>
            <pc:sldMk cId="385988935" sldId="265"/>
            <ac:picMk id="21" creationId="{091376E4-6BC3-9482-4ED9-4FB6E41D3CEA}"/>
          </ac:picMkLst>
        </pc:picChg>
      </pc:sldChg>
      <pc:sldChg chg="addSp delSp modSp mod ord modTransition">
        <pc:chgData name="Paper Slides" userId="b0030f7697c4fe97" providerId="LiveId" clId="{494D54AE-5443-5525-8077-CD7645E91735}" dt="2026-05-19T12:11:05.675" v="2898" actId="478"/>
        <pc:sldMkLst>
          <pc:docMk/>
          <pc:sldMk cId="4019409536" sldId="266"/>
        </pc:sldMkLst>
        <pc:spChg chg="add mod">
          <ac:chgData name="Paper Slides" userId="b0030f7697c4fe97" providerId="LiveId" clId="{494D54AE-5443-5525-8077-CD7645E91735}" dt="2026-05-19T12:11:05.675" v="2898" actId="478"/>
          <ac:spMkLst>
            <pc:docMk/>
            <pc:sldMk cId="4019409536" sldId="266"/>
            <ac:spMk id="3" creationId="{C059E119-1145-8123-1337-6935A226DCC7}"/>
          </ac:spMkLst>
        </pc:spChg>
        <pc:spChg chg="add mod">
          <ac:chgData name="Paper Slides" userId="b0030f7697c4fe97" providerId="LiveId" clId="{494D54AE-5443-5525-8077-CD7645E91735}" dt="2026-05-19T12:11:05.675" v="2898" actId="478"/>
          <ac:spMkLst>
            <pc:docMk/>
            <pc:sldMk cId="4019409536" sldId="266"/>
            <ac:spMk id="6" creationId="{8AA4C250-9488-E317-E01D-CA1720A6F5CE}"/>
          </ac:spMkLst>
        </pc:spChg>
        <pc:spChg chg="mod">
          <ac:chgData name="Paper Slides" userId="b0030f7697c4fe97" providerId="LiveId" clId="{494D54AE-5443-5525-8077-CD7645E91735}" dt="2026-05-19T03:37:58.089" v="2709" actId="404"/>
          <ac:spMkLst>
            <pc:docMk/>
            <pc:sldMk cId="4019409536" sldId="266"/>
            <ac:spMk id="19" creationId="{FD3E47E6-5142-59E4-AA05-E6EBF663BE07}"/>
          </ac:spMkLst>
        </pc:spChg>
        <pc:spChg chg="mod">
          <ac:chgData name="Paper Slides" userId="b0030f7697c4fe97" providerId="LiveId" clId="{494D54AE-5443-5525-8077-CD7645E91735}" dt="2026-05-19T03:37:58.089" v="2709" actId="404"/>
          <ac:spMkLst>
            <pc:docMk/>
            <pc:sldMk cId="4019409536" sldId="266"/>
            <ac:spMk id="20" creationId="{EFE8C5D1-4786-259E-B3B3-8B88800AF7B9}"/>
          </ac:spMkLst>
        </pc:spChg>
        <pc:spChg chg="mod">
          <ac:chgData name="Paper Slides" userId="b0030f7697c4fe97" providerId="LiveId" clId="{494D54AE-5443-5525-8077-CD7645E91735}" dt="2026-05-19T03:39:02.102" v="2716" actId="692"/>
          <ac:spMkLst>
            <pc:docMk/>
            <pc:sldMk cId="4019409536" sldId="266"/>
            <ac:spMk id="22" creationId="{9EE31926-BA1C-DECD-AA7F-5CD279046C7F}"/>
          </ac:spMkLst>
        </pc:spChg>
        <pc:spChg chg="mod">
          <ac:chgData name="Paper Slides" userId="b0030f7697c4fe97" providerId="LiveId" clId="{494D54AE-5443-5525-8077-CD7645E91735}" dt="2026-05-19T03:39:25.089" v="2719" actId="692"/>
          <ac:spMkLst>
            <pc:docMk/>
            <pc:sldMk cId="4019409536" sldId="266"/>
            <ac:spMk id="24" creationId="{15D9D0A5-E2A3-1E29-CCEE-805F66670C17}"/>
          </ac:spMkLst>
        </pc:spChg>
        <pc:picChg chg="add mod">
          <ac:chgData name="Paper Slides" userId="b0030f7697c4fe97" providerId="LiveId" clId="{494D54AE-5443-5525-8077-CD7645E91735}" dt="2026-05-17T14:25:25.182" v="944" actId="34135"/>
          <ac:picMkLst>
            <pc:docMk/>
            <pc:sldMk cId="4019409536" sldId="266"/>
            <ac:picMk id="4" creationId="{98FDBBBE-E74A-D94B-C3C9-930F77CE0B1A}"/>
          </ac:picMkLst>
        </pc:picChg>
        <pc:picChg chg="add del">
          <ac:chgData name="Paper Slides" userId="b0030f7697c4fe97" providerId="LiveId" clId="{494D54AE-5443-5525-8077-CD7645E91735}" dt="2026-05-19T12:11:05.675" v="2898" actId="478"/>
          <ac:picMkLst>
            <pc:docMk/>
            <pc:sldMk cId="4019409536" sldId="266"/>
            <ac:picMk id="30" creationId="{25D3DBDE-F195-F420-7574-19A02ADFC1E6}"/>
          </ac:picMkLst>
        </pc:picChg>
        <pc:picChg chg="del">
          <ac:chgData name="Paper Slides" userId="b0030f7697c4fe97" providerId="LiveId" clId="{494D54AE-5443-5525-8077-CD7645E91735}" dt="2026-05-19T12:11:05.675" v="2898" actId="478"/>
          <ac:picMkLst>
            <pc:docMk/>
            <pc:sldMk cId="4019409536" sldId="266"/>
            <ac:picMk id="31" creationId="{FC52C1C0-3677-E5A4-6584-D96730181D0C}"/>
          </ac:picMkLst>
        </pc:picChg>
        <pc:cxnChg chg="mod">
          <ac:chgData name="Paper Slides" userId="b0030f7697c4fe97" providerId="LiveId" clId="{494D54AE-5443-5525-8077-CD7645E91735}" dt="2026-05-19T04:27:56.999" v="2892" actId="14100"/>
          <ac:cxnSpMkLst>
            <pc:docMk/>
            <pc:sldMk cId="4019409536" sldId="266"/>
            <ac:cxnSpMk id="12" creationId="{2FDD0434-4CB4-B2FA-942A-6B0D5C8702F4}"/>
          </ac:cxnSpMkLst>
        </pc:cxnChg>
      </pc:sldChg>
      <pc:sldChg chg="addSp modSp mod ord modTransition">
        <pc:chgData name="Paper Slides" userId="b0030f7697c4fe97" providerId="LiveId" clId="{494D54AE-5443-5525-8077-CD7645E91735}" dt="2026-05-19T04:27:17.561" v="2890"/>
        <pc:sldMkLst>
          <pc:docMk/>
          <pc:sldMk cId="3142932287" sldId="267"/>
        </pc:sldMkLst>
        <pc:spChg chg="mod">
          <ac:chgData name="Paper Slides" userId="b0030f7697c4fe97" providerId="LiveId" clId="{494D54AE-5443-5525-8077-CD7645E91735}" dt="2026-05-19T03:40:22.558" v="2723" actId="122"/>
          <ac:spMkLst>
            <pc:docMk/>
            <pc:sldMk cId="3142932287" sldId="267"/>
            <ac:spMk id="20" creationId="{866618F1-814E-EDC9-7D11-3AB222EB2FB2}"/>
          </ac:spMkLst>
        </pc:spChg>
        <pc:spChg chg="mod">
          <ac:chgData name="Paper Slides" userId="b0030f7697c4fe97" providerId="LiveId" clId="{494D54AE-5443-5525-8077-CD7645E91735}" dt="2026-05-19T03:43:29.536" v="2736" actId="20577"/>
          <ac:spMkLst>
            <pc:docMk/>
            <pc:sldMk cId="3142932287" sldId="267"/>
            <ac:spMk id="25" creationId="{5A9B82A0-CE28-050A-EFF8-C0AECA77026B}"/>
          </ac:spMkLst>
        </pc:spChg>
        <pc:spChg chg="mod">
          <ac:chgData name="Paper Slides" userId="b0030f7697c4fe97" providerId="LiveId" clId="{494D54AE-5443-5525-8077-CD7645E91735}" dt="2026-05-19T03:43:33.228" v="2739"/>
          <ac:spMkLst>
            <pc:docMk/>
            <pc:sldMk cId="3142932287" sldId="267"/>
            <ac:spMk id="26" creationId="{C73EDD36-B348-20B8-7A1B-D8FE9403670D}"/>
          </ac:spMkLst>
        </pc:spChg>
        <pc:spChg chg="mod">
          <ac:chgData name="Paper Slides" userId="b0030f7697c4fe97" providerId="LiveId" clId="{494D54AE-5443-5525-8077-CD7645E91735}" dt="2026-05-19T03:43:48.698" v="2745" actId="20577"/>
          <ac:spMkLst>
            <pc:docMk/>
            <pc:sldMk cId="3142932287" sldId="267"/>
            <ac:spMk id="27" creationId="{C90DBC72-992A-6392-A835-E52EA494CA0E}"/>
          </ac:spMkLst>
        </pc:spChg>
        <pc:spChg chg="mod">
          <ac:chgData name="Paper Slides" userId="b0030f7697c4fe97" providerId="LiveId" clId="{494D54AE-5443-5525-8077-CD7645E91735}" dt="2026-05-19T03:43:42.831" v="2742"/>
          <ac:spMkLst>
            <pc:docMk/>
            <pc:sldMk cId="3142932287" sldId="267"/>
            <ac:spMk id="28" creationId="{9382962F-4022-1F1F-A60A-E18CDF91D4E7}"/>
          </ac:spMkLst>
        </pc:spChg>
        <pc:spChg chg="mod">
          <ac:chgData name="Paper Slides" userId="b0030f7697c4fe97" providerId="LiveId" clId="{494D54AE-5443-5525-8077-CD7645E91735}" dt="2026-05-19T03:44:10.203" v="2752" actId="20577"/>
          <ac:spMkLst>
            <pc:docMk/>
            <pc:sldMk cId="3142932287" sldId="267"/>
            <ac:spMk id="29" creationId="{A887FB84-DE55-ED6B-D32A-C7F099405308}"/>
          </ac:spMkLst>
        </pc:spChg>
        <pc:spChg chg="mod">
          <ac:chgData name="Paper Slides" userId="b0030f7697c4fe97" providerId="LiveId" clId="{494D54AE-5443-5525-8077-CD7645E91735}" dt="2026-05-19T03:43:57.412" v="2748"/>
          <ac:spMkLst>
            <pc:docMk/>
            <pc:sldMk cId="3142932287" sldId="267"/>
            <ac:spMk id="30" creationId="{B56133E2-7AEF-1735-38E9-7218176E7EC0}"/>
          </ac:spMkLst>
        </pc:spChg>
        <pc:spChg chg="mod">
          <ac:chgData name="Paper Slides" userId="b0030f7697c4fe97" providerId="LiveId" clId="{494D54AE-5443-5525-8077-CD7645E91735}" dt="2026-05-19T03:42:43.821" v="2728"/>
          <ac:spMkLst>
            <pc:docMk/>
            <pc:sldMk cId="3142932287" sldId="267"/>
            <ac:spMk id="32" creationId="{1A539405-E2FB-09C3-5D9F-EBE6C2C879A3}"/>
          </ac:spMkLst>
        </pc:spChg>
        <pc:spChg chg="mod">
          <ac:chgData name="Paper Slides" userId="b0030f7697c4fe97" providerId="LiveId" clId="{494D54AE-5443-5525-8077-CD7645E91735}" dt="2026-05-19T03:42:43.821" v="2728"/>
          <ac:spMkLst>
            <pc:docMk/>
            <pc:sldMk cId="3142932287" sldId="267"/>
            <ac:spMk id="34" creationId="{142081DA-6657-CF05-5B90-34224A2B1EF0}"/>
          </ac:spMkLst>
        </pc:spChg>
        <pc:spChg chg="mod">
          <ac:chgData name="Paper Slides" userId="b0030f7697c4fe97" providerId="LiveId" clId="{494D54AE-5443-5525-8077-CD7645E91735}" dt="2026-05-19T03:42:43.821" v="2728"/>
          <ac:spMkLst>
            <pc:docMk/>
            <pc:sldMk cId="3142932287" sldId="267"/>
            <ac:spMk id="39" creationId="{599F8799-E277-C8C9-46AE-87FF9C732FC3}"/>
          </ac:spMkLst>
        </pc:spChg>
        <pc:spChg chg="mod">
          <ac:chgData name="Paper Slides" userId="b0030f7697c4fe97" providerId="LiveId" clId="{494D54AE-5443-5525-8077-CD7645E91735}" dt="2026-05-19T03:42:49.818" v="2730"/>
          <ac:spMkLst>
            <pc:docMk/>
            <pc:sldMk cId="3142932287" sldId="267"/>
            <ac:spMk id="45" creationId="{9E060641-9551-5D05-2425-0AA03AA40839}"/>
          </ac:spMkLst>
        </pc:spChg>
        <pc:spChg chg="mod">
          <ac:chgData name="Paper Slides" userId="b0030f7697c4fe97" providerId="LiveId" clId="{494D54AE-5443-5525-8077-CD7645E91735}" dt="2026-05-19T03:42:49.818" v="2730"/>
          <ac:spMkLst>
            <pc:docMk/>
            <pc:sldMk cId="3142932287" sldId="267"/>
            <ac:spMk id="47" creationId="{02620095-5416-9D7C-16E3-C77D2414FAD3}"/>
          </ac:spMkLst>
        </pc:spChg>
        <pc:spChg chg="mod">
          <ac:chgData name="Paper Slides" userId="b0030f7697c4fe97" providerId="LiveId" clId="{494D54AE-5443-5525-8077-CD7645E91735}" dt="2026-05-19T03:42:49.818" v="2730"/>
          <ac:spMkLst>
            <pc:docMk/>
            <pc:sldMk cId="3142932287" sldId="267"/>
            <ac:spMk id="49" creationId="{D77F5642-24FF-5FAE-1C65-E0EB21D90B6F}"/>
          </ac:spMkLst>
        </pc:spChg>
        <pc:spChg chg="mod">
          <ac:chgData name="Paper Slides" userId="b0030f7697c4fe97" providerId="LiveId" clId="{494D54AE-5443-5525-8077-CD7645E91735}" dt="2026-05-19T03:42:53.634" v="2732"/>
          <ac:spMkLst>
            <pc:docMk/>
            <pc:sldMk cId="3142932287" sldId="267"/>
            <ac:spMk id="55" creationId="{90BB17C3-BCCC-4227-5484-2D7EBD25D0FD}"/>
          </ac:spMkLst>
        </pc:spChg>
        <pc:spChg chg="mod">
          <ac:chgData name="Paper Slides" userId="b0030f7697c4fe97" providerId="LiveId" clId="{494D54AE-5443-5525-8077-CD7645E91735}" dt="2026-05-19T03:42:53.634" v="2732"/>
          <ac:spMkLst>
            <pc:docMk/>
            <pc:sldMk cId="3142932287" sldId="267"/>
            <ac:spMk id="57" creationId="{C091004A-668F-4FA0-BEA9-E3F117429219}"/>
          </ac:spMkLst>
        </pc:spChg>
        <pc:spChg chg="mod">
          <ac:chgData name="Paper Slides" userId="b0030f7697c4fe97" providerId="LiveId" clId="{494D54AE-5443-5525-8077-CD7645E91735}" dt="2026-05-19T03:42:53.634" v="2732"/>
          <ac:spMkLst>
            <pc:docMk/>
            <pc:sldMk cId="3142932287" sldId="267"/>
            <ac:spMk id="59" creationId="{CFD78834-B218-1F8F-7736-F226750EEAF4}"/>
          </ac:spMkLst>
        </pc:spChg>
        <pc:spChg chg="mod">
          <ac:chgData name="Paper Slides" userId="b0030f7697c4fe97" providerId="LiveId" clId="{494D54AE-5443-5525-8077-CD7645E91735}" dt="2026-05-19T03:42:49.818" v="2730"/>
          <ac:spMkLst>
            <pc:docMk/>
            <pc:sldMk cId="3142932287" sldId="267"/>
            <ac:spMk id="61" creationId="{288FEF20-2524-F449-D95D-CB750A2A5BEE}"/>
          </ac:spMkLst>
        </pc:spChg>
        <pc:picChg chg="add mod">
          <ac:chgData name="Paper Slides" userId="b0030f7697c4fe97" providerId="LiveId" clId="{494D54AE-5443-5525-8077-CD7645E91735}" dt="2026-05-19T03:42:18.116" v="2726" actId="34135"/>
          <ac:picMkLst>
            <pc:docMk/>
            <pc:sldMk cId="3142932287" sldId="267"/>
            <ac:picMk id="2" creationId="{C1B865E0-10F9-78CE-77B5-D0E38B149657}"/>
          </ac:picMkLst>
        </pc:picChg>
      </pc:sldChg>
      <pc:sldChg chg="addSp delSp modSp mod ord modTransition">
        <pc:chgData name="Paper Slides" userId="b0030f7697c4fe97" providerId="LiveId" clId="{494D54AE-5443-5525-8077-CD7645E91735}" dt="2026-05-19T12:11:13.119" v="2899" actId="478"/>
        <pc:sldMkLst>
          <pc:docMk/>
          <pc:sldMk cId="2170948576" sldId="268"/>
        </pc:sldMkLst>
        <pc:spChg chg="add del mod">
          <ac:chgData name="Paper Slides" userId="b0030f7697c4fe97" providerId="LiveId" clId="{494D54AE-5443-5525-8077-CD7645E91735}" dt="2026-05-19T03:47:21.306" v="2758" actId="478"/>
          <ac:spMkLst>
            <pc:docMk/>
            <pc:sldMk cId="2170948576" sldId="268"/>
            <ac:spMk id="22" creationId="{2693129B-970C-0C54-6A87-97F50A0FAE1E}"/>
          </ac:spMkLst>
        </pc:spChg>
        <pc:spChg chg="add mod">
          <ac:chgData name="Paper Slides" userId="b0030f7697c4fe97" providerId="LiveId" clId="{494D54AE-5443-5525-8077-CD7645E91735}" dt="2026-05-19T12:11:13.119" v="2899" actId="478"/>
          <ac:spMkLst>
            <pc:docMk/>
            <pc:sldMk cId="2170948576" sldId="268"/>
            <ac:spMk id="22" creationId="{877CF4DF-D2A8-DD9E-C8C4-EC13EF746F4A}"/>
          </ac:spMkLst>
        </pc:spChg>
        <pc:spChg chg="mod">
          <ac:chgData name="Paper Slides" userId="b0030f7697c4fe97" providerId="LiveId" clId="{494D54AE-5443-5525-8077-CD7645E91735}" dt="2026-05-19T03:49:11.893" v="2765" actId="12789"/>
          <ac:spMkLst>
            <pc:docMk/>
            <pc:sldMk cId="2170948576" sldId="268"/>
            <ac:spMk id="23" creationId="{668879CE-6597-8545-FD8B-985EADAF96FA}"/>
          </ac:spMkLst>
        </pc:spChg>
        <pc:spChg chg="add mod">
          <ac:chgData name="Paper Slides" userId="b0030f7697c4fe97" providerId="LiveId" clId="{494D54AE-5443-5525-8077-CD7645E91735}" dt="2026-05-19T03:49:11.893" v="2765" actId="12789"/>
          <ac:spMkLst>
            <pc:docMk/>
            <pc:sldMk cId="2170948576" sldId="268"/>
            <ac:spMk id="26" creationId="{DF26F575-9DDB-F4BF-A8ED-683DC0F8E091}"/>
          </ac:spMkLst>
        </pc:spChg>
        <pc:picChg chg="add mod">
          <ac:chgData name="Paper Slides" userId="b0030f7697c4fe97" providerId="LiveId" clId="{494D54AE-5443-5525-8077-CD7645E91735}" dt="2026-05-19T03:47:14.766" v="2756" actId="34135"/>
          <ac:picMkLst>
            <pc:docMk/>
            <pc:sldMk cId="2170948576" sldId="268"/>
            <ac:picMk id="15" creationId="{0A2DB30F-2853-6CF5-1E6F-AE23409DE925}"/>
          </ac:picMkLst>
        </pc:picChg>
        <pc:picChg chg="add del">
          <ac:chgData name="Paper Slides" userId="b0030f7697c4fe97" providerId="LiveId" clId="{494D54AE-5443-5525-8077-CD7645E91735}" dt="2026-05-19T12:11:13.119" v="2899" actId="478"/>
          <ac:picMkLst>
            <pc:docMk/>
            <pc:sldMk cId="2170948576" sldId="268"/>
            <ac:picMk id="52" creationId="{BE2079D3-9E42-2A5A-65CE-2B92991BE6A9}"/>
          </ac:picMkLst>
        </pc:picChg>
        <pc:cxnChg chg="mod">
          <ac:chgData name="Paper Slides" userId="b0030f7697c4fe97" providerId="LiveId" clId="{494D54AE-5443-5525-8077-CD7645E91735}" dt="2026-05-19T03:48:30.716" v="2760" actId="108"/>
          <ac:cxnSpMkLst>
            <pc:docMk/>
            <pc:sldMk cId="2170948576" sldId="268"/>
            <ac:cxnSpMk id="25" creationId="{0C151D02-B1C7-1C11-026F-60A28D6271D8}"/>
          </ac:cxnSpMkLst>
        </pc:cxnChg>
      </pc:sldChg>
      <pc:sldChg chg="addSp delSp modSp mod ord modTransition">
        <pc:chgData name="Paper Slides" userId="b0030f7697c4fe97" providerId="LiveId" clId="{494D54AE-5443-5525-8077-CD7645E91735}" dt="2026-05-19T04:27:17.561" v="2890"/>
        <pc:sldMkLst>
          <pc:docMk/>
          <pc:sldMk cId="3364299394" sldId="269"/>
        </pc:sldMkLst>
        <pc:spChg chg="add mod">
          <ac:chgData name="Paper Slides" userId="b0030f7697c4fe97" providerId="LiveId" clId="{494D54AE-5443-5525-8077-CD7645E91735}" dt="2026-05-17T14:09:01.757" v="712" actId="692"/>
          <ac:spMkLst>
            <pc:docMk/>
            <pc:sldMk cId="3364299394" sldId="269"/>
            <ac:spMk id="2" creationId="{ABBB89F6-124C-3DA2-3FE3-765107C3A66B}"/>
          </ac:spMkLst>
        </pc:spChg>
        <pc:spChg chg="add mod">
          <ac:chgData name="Paper Slides" userId="b0030f7697c4fe97" providerId="LiveId" clId="{494D54AE-5443-5525-8077-CD7645E91735}" dt="2026-05-17T13:45:07.775" v="440" actId="1076"/>
          <ac:spMkLst>
            <pc:docMk/>
            <pc:sldMk cId="3364299394" sldId="269"/>
            <ac:spMk id="4" creationId="{4E8C3DD8-B425-476E-7300-75002369819F}"/>
          </ac:spMkLst>
        </pc:spChg>
        <pc:spChg chg="add mod">
          <ac:chgData name="Paper Slides" userId="b0030f7697c4fe97" providerId="LiveId" clId="{494D54AE-5443-5525-8077-CD7645E91735}" dt="2026-05-17T13:45:07.775" v="440" actId="1076"/>
          <ac:spMkLst>
            <pc:docMk/>
            <pc:sldMk cId="3364299394" sldId="269"/>
            <ac:spMk id="5" creationId="{1A1DC351-133D-8CAE-FAD0-FD8F5A71F0DE}"/>
          </ac:spMkLst>
        </pc:spChg>
        <pc:spChg chg="add mod">
          <ac:chgData name="Paper Slides" userId="b0030f7697c4fe97" providerId="LiveId" clId="{494D54AE-5443-5525-8077-CD7645E91735}" dt="2026-05-17T13:45:07.775" v="440" actId="1076"/>
          <ac:spMkLst>
            <pc:docMk/>
            <pc:sldMk cId="3364299394" sldId="269"/>
            <ac:spMk id="6" creationId="{F7D9058D-8D80-89BA-5BB6-313259BDD167}"/>
          </ac:spMkLst>
        </pc:spChg>
        <pc:spChg chg="add mod">
          <ac:chgData name="Paper Slides" userId="b0030f7697c4fe97" providerId="LiveId" clId="{494D54AE-5443-5525-8077-CD7645E91735}" dt="2026-05-17T13:45:07.775" v="440" actId="1076"/>
          <ac:spMkLst>
            <pc:docMk/>
            <pc:sldMk cId="3364299394" sldId="269"/>
            <ac:spMk id="7" creationId="{7B705D39-5A9E-9586-4516-62463544BB62}"/>
          </ac:spMkLst>
        </pc:spChg>
        <pc:spChg chg="mod">
          <ac:chgData name="Paper Slides" userId="b0030f7697c4fe97" providerId="LiveId" clId="{494D54AE-5443-5525-8077-CD7645E91735}" dt="2026-05-17T13:47:55.991" v="453" actId="1036"/>
          <ac:spMkLst>
            <pc:docMk/>
            <pc:sldMk cId="3364299394" sldId="269"/>
            <ac:spMk id="8" creationId="{9BC98CD2-5398-E960-D7C7-3DDB8E976E1B}"/>
          </ac:spMkLst>
        </pc:spChg>
        <pc:spChg chg="add mod">
          <ac:chgData name="Paper Slides" userId="b0030f7697c4fe97" providerId="LiveId" clId="{494D54AE-5443-5525-8077-CD7645E91735}" dt="2026-05-17T13:48:20.853" v="460" actId="207"/>
          <ac:spMkLst>
            <pc:docMk/>
            <pc:sldMk cId="3364299394" sldId="269"/>
            <ac:spMk id="9" creationId="{2F135828-B35F-6AE6-8B5E-7DCCAB54C758}"/>
          </ac:spMkLst>
        </pc:spChg>
        <pc:spChg chg="add mod">
          <ac:chgData name="Paper Slides" userId="b0030f7697c4fe97" providerId="LiveId" clId="{494D54AE-5443-5525-8077-CD7645E91735}" dt="2026-05-17T13:48:07.510" v="456" actId="20577"/>
          <ac:spMkLst>
            <pc:docMk/>
            <pc:sldMk cId="3364299394" sldId="269"/>
            <ac:spMk id="10" creationId="{987B1F20-DC79-A390-B7B2-6257DA851ACE}"/>
          </ac:spMkLst>
        </pc:spChg>
        <pc:spChg chg="mod">
          <ac:chgData name="Paper Slides" userId="b0030f7697c4fe97" providerId="LiveId" clId="{494D54AE-5443-5525-8077-CD7645E91735}" dt="2026-05-17T13:48:20.853" v="460" actId="207"/>
          <ac:spMkLst>
            <pc:docMk/>
            <pc:sldMk cId="3364299394" sldId="269"/>
            <ac:spMk id="11" creationId="{C8877898-F1A9-E2A6-76FA-213E98D0D6B0}"/>
          </ac:spMkLst>
        </pc:spChg>
        <pc:spChg chg="add mod">
          <ac:chgData name="Paper Slides" userId="b0030f7697c4fe97" providerId="LiveId" clId="{494D54AE-5443-5525-8077-CD7645E91735}" dt="2026-05-17T13:48:37.629" v="470" actId="20577"/>
          <ac:spMkLst>
            <pc:docMk/>
            <pc:sldMk cId="3364299394" sldId="269"/>
            <ac:spMk id="12" creationId="{CFA1E889-4402-65CF-E272-AC50E35E6FFE}"/>
          </ac:spMkLst>
        </pc:spChg>
        <pc:spChg chg="add mod">
          <ac:chgData name="Paper Slides" userId="b0030f7697c4fe97" providerId="LiveId" clId="{494D54AE-5443-5525-8077-CD7645E91735}" dt="2026-05-17T13:48:31.674" v="463"/>
          <ac:spMkLst>
            <pc:docMk/>
            <pc:sldMk cId="3364299394" sldId="269"/>
            <ac:spMk id="13" creationId="{E05D971A-28B0-A6DD-2B14-246AD9EF1121}"/>
          </ac:spMkLst>
        </pc:spChg>
        <pc:spChg chg="add mod">
          <ac:chgData name="Paper Slides" userId="b0030f7697c4fe97" providerId="LiveId" clId="{494D54AE-5443-5525-8077-CD7645E91735}" dt="2026-05-17T13:48:48.634" v="475" actId="20577"/>
          <ac:spMkLst>
            <pc:docMk/>
            <pc:sldMk cId="3364299394" sldId="269"/>
            <ac:spMk id="14" creationId="{EF5195B9-4FF4-CAC4-0245-0E6B498B8AD9}"/>
          </ac:spMkLst>
        </pc:spChg>
        <pc:spChg chg="add mod">
          <ac:chgData name="Paper Slides" userId="b0030f7697c4fe97" providerId="LiveId" clId="{494D54AE-5443-5525-8077-CD7645E91735}" dt="2026-05-17T13:48:45.498" v="473"/>
          <ac:spMkLst>
            <pc:docMk/>
            <pc:sldMk cId="3364299394" sldId="269"/>
            <ac:spMk id="15" creationId="{0AC8C305-A4D8-F2CB-40E1-E0A19E7574A3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16" creationId="{51FBBF55-DEB2-E00B-A357-20EB317211B7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17" creationId="{62D85D01-D289-1FCE-5138-5D41C43CF0A2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18" creationId="{27E1E3D1-1718-03D6-2439-26D7DDB827C3}"/>
          </ac:spMkLst>
        </pc:spChg>
        <pc:spChg chg="add mod">
          <ac:chgData name="Paper Slides" userId="b0030f7697c4fe97" providerId="LiveId" clId="{494D54AE-5443-5525-8077-CD7645E91735}" dt="2026-05-17T13:54:47.885" v="564" actId="1036"/>
          <ac:spMkLst>
            <pc:docMk/>
            <pc:sldMk cId="3364299394" sldId="269"/>
            <ac:spMk id="23" creationId="{EDAC698B-7F49-DE68-DC85-756624AA6A46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24" creationId="{5DD24D23-8DC8-C3FF-10B7-3C781E9B049D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26" creationId="{8E339E39-09A6-49F7-166B-CAF582562787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28" creationId="{74626AD3-1BB0-811F-71A9-A8A6489F4261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30" creationId="{902706BF-F0BB-2799-E289-7E6587C169DE}"/>
          </ac:spMkLst>
        </pc:spChg>
        <pc:spChg chg="add mod">
          <ac:chgData name="Paper Slides" userId="b0030f7697c4fe97" providerId="LiveId" clId="{494D54AE-5443-5525-8077-CD7645E91735}" dt="2026-05-17T14:06:34.957" v="703" actId="207"/>
          <ac:spMkLst>
            <pc:docMk/>
            <pc:sldMk cId="3364299394" sldId="269"/>
            <ac:spMk id="32" creationId="{A923C97D-7CC6-8997-C8FA-B2E043A9889B}"/>
          </ac:spMkLst>
        </pc:spChg>
        <pc:spChg chg="add mod">
          <ac:chgData name="Paper Slides" userId="b0030f7697c4fe97" providerId="LiveId" clId="{494D54AE-5443-5525-8077-CD7645E91735}" dt="2026-05-17T14:05:56.529" v="697" actId="1038"/>
          <ac:spMkLst>
            <pc:docMk/>
            <pc:sldMk cId="3364299394" sldId="269"/>
            <ac:spMk id="34" creationId="{10280DE9-F75C-A93D-DF08-4574A25C6F85}"/>
          </ac:spMkLst>
        </pc:spChg>
        <pc:spChg chg="add mod">
          <ac:chgData name="Paper Slides" userId="b0030f7697c4fe97" providerId="LiveId" clId="{494D54AE-5443-5525-8077-CD7645E91735}" dt="2026-05-17T14:06:55.686" v="704" actId="14100"/>
          <ac:spMkLst>
            <pc:docMk/>
            <pc:sldMk cId="3364299394" sldId="269"/>
            <ac:spMk id="35" creationId="{A1E5BF56-3A75-D676-2138-150C1197A321}"/>
          </ac:spMkLst>
        </pc:spChg>
        <pc:spChg chg="add mod">
          <ac:chgData name="Paper Slides" userId="b0030f7697c4fe97" providerId="LiveId" clId="{494D54AE-5443-5525-8077-CD7645E91735}" dt="2026-05-17T14:07:00.946" v="705" actId="14100"/>
          <ac:spMkLst>
            <pc:docMk/>
            <pc:sldMk cId="3364299394" sldId="269"/>
            <ac:spMk id="36" creationId="{FB6473D8-EF7A-8EE1-53CD-D4795143DD9F}"/>
          </ac:spMkLst>
        </pc:spChg>
        <pc:spChg chg="add mod">
          <ac:chgData name="Paper Slides" userId="b0030f7697c4fe97" providerId="LiveId" clId="{494D54AE-5443-5525-8077-CD7645E91735}" dt="2026-05-17T14:05:56.529" v="697" actId="1038"/>
          <ac:spMkLst>
            <pc:docMk/>
            <pc:sldMk cId="3364299394" sldId="269"/>
            <ac:spMk id="39" creationId="{8F14F875-CED7-9C6C-97F4-A852D6E9DEAD}"/>
          </ac:spMkLst>
        </pc:spChg>
        <pc:spChg chg="add mod">
          <ac:chgData name="Paper Slides" userId="b0030f7697c4fe97" providerId="LiveId" clId="{494D54AE-5443-5525-8077-CD7645E91735}" dt="2026-05-17T14:06:11.327" v="698" actId="1076"/>
          <ac:spMkLst>
            <pc:docMk/>
            <pc:sldMk cId="3364299394" sldId="269"/>
            <ac:spMk id="40" creationId="{CEA56BA3-6A9A-F9D0-A5E9-17847C8ACA84}"/>
          </ac:spMkLst>
        </pc:spChg>
        <pc:spChg chg="add mod">
          <ac:chgData name="Paper Slides" userId="b0030f7697c4fe97" providerId="LiveId" clId="{494D54AE-5443-5525-8077-CD7645E91735}" dt="2026-05-17T14:05:44.506" v="687" actId="1038"/>
          <ac:spMkLst>
            <pc:docMk/>
            <pc:sldMk cId="3364299394" sldId="269"/>
            <ac:spMk id="41" creationId="{D0EDBE28-868D-CF59-C486-328930AA5993}"/>
          </ac:spMkLst>
        </pc:spChg>
        <pc:picChg chg="add mod">
          <ac:chgData name="Paper Slides" userId="b0030f7697c4fe97" providerId="LiveId" clId="{494D54AE-5443-5525-8077-CD7645E91735}" dt="2026-05-17T14:23:01.773" v="927" actId="167"/>
          <ac:picMkLst>
            <pc:docMk/>
            <pc:sldMk cId="3364299394" sldId="269"/>
            <ac:picMk id="42" creationId="{499A731D-3FCC-FA08-3483-84F648AB5DF2}"/>
          </ac:picMkLst>
        </pc:picChg>
        <pc:cxnChg chg="add mod">
          <ac:chgData name="Paper Slides" userId="b0030f7697c4fe97" providerId="LiveId" clId="{494D54AE-5443-5525-8077-CD7645E91735}" dt="2026-05-17T13:53:12.195" v="526" actId="465"/>
          <ac:cxnSpMkLst>
            <pc:docMk/>
            <pc:sldMk cId="3364299394" sldId="269"/>
            <ac:cxnSpMk id="19" creationId="{314C91B2-1E70-A2A7-7419-69A653C148E6}"/>
          </ac:cxnSpMkLst>
        </pc:cxnChg>
        <pc:cxnChg chg="add mod">
          <ac:chgData name="Paper Slides" userId="b0030f7697c4fe97" providerId="LiveId" clId="{494D54AE-5443-5525-8077-CD7645E91735}" dt="2026-05-17T13:53:12.195" v="526" actId="465"/>
          <ac:cxnSpMkLst>
            <pc:docMk/>
            <pc:sldMk cId="3364299394" sldId="269"/>
            <ac:cxnSpMk id="25" creationId="{326C8CC1-355A-04BA-F3CE-905A0B4BFF3F}"/>
          </ac:cxnSpMkLst>
        </pc:cxnChg>
        <pc:cxnChg chg="add mod">
          <ac:chgData name="Paper Slides" userId="b0030f7697c4fe97" providerId="LiveId" clId="{494D54AE-5443-5525-8077-CD7645E91735}" dt="2026-05-17T13:53:12.195" v="526" actId="465"/>
          <ac:cxnSpMkLst>
            <pc:docMk/>
            <pc:sldMk cId="3364299394" sldId="269"/>
            <ac:cxnSpMk id="27" creationId="{7734F9E7-1553-5BA4-539C-7D3A4D782866}"/>
          </ac:cxnSpMkLst>
        </pc:cxnChg>
        <pc:cxnChg chg="add mod">
          <ac:chgData name="Paper Slides" userId="b0030f7697c4fe97" providerId="LiveId" clId="{494D54AE-5443-5525-8077-CD7645E91735}" dt="2026-05-17T13:53:12.195" v="526" actId="465"/>
          <ac:cxnSpMkLst>
            <pc:docMk/>
            <pc:sldMk cId="3364299394" sldId="269"/>
            <ac:cxnSpMk id="29" creationId="{768B79D6-6220-13D9-43DE-14D3312A1DEC}"/>
          </ac:cxnSpMkLst>
        </pc:cxnChg>
        <pc:cxnChg chg="add mod">
          <ac:chgData name="Paper Slides" userId="b0030f7697c4fe97" providerId="LiveId" clId="{494D54AE-5443-5525-8077-CD7645E91735}" dt="2026-05-17T13:53:12.195" v="526" actId="465"/>
          <ac:cxnSpMkLst>
            <pc:docMk/>
            <pc:sldMk cId="3364299394" sldId="269"/>
            <ac:cxnSpMk id="31" creationId="{696BF2C2-D754-C8CB-4939-486F5E02573D}"/>
          </ac:cxnSpMkLst>
        </pc:cxnChg>
        <pc:cxnChg chg="add mod">
          <ac:chgData name="Paper Slides" userId="b0030f7697c4fe97" providerId="LiveId" clId="{494D54AE-5443-5525-8077-CD7645E91735}" dt="2026-05-17T13:55:13.211" v="568" actId="692"/>
          <ac:cxnSpMkLst>
            <pc:docMk/>
            <pc:sldMk cId="3364299394" sldId="269"/>
            <ac:cxnSpMk id="33" creationId="{6285F09A-5957-E241-7C19-38FB7C867585}"/>
          </ac:cxnSpMkLst>
        </pc:cxn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990462830" sldId="270"/>
        </pc:sldMkLst>
        <pc:spChg chg="add mod ord">
          <ac:chgData name="Paper Slides" userId="b0030f7697c4fe97" providerId="LiveId" clId="{494D54AE-5443-5525-8077-CD7645E91735}" dt="2026-05-17T13:00:19.865" v="54" actId="27636"/>
          <ac:spMkLst>
            <pc:docMk/>
            <pc:sldMk cId="990462830" sldId="270"/>
            <ac:spMk id="3" creationId="{02D1CB63-6431-5540-3B83-6C28894477F3}"/>
          </ac:spMkLst>
        </pc:spChg>
        <pc:spChg chg="add mod">
          <ac:chgData name="Paper Slides" userId="b0030f7697c4fe97" providerId="LiveId" clId="{494D54AE-5443-5525-8077-CD7645E91735}" dt="2026-05-17T13:08:21.269" v="192" actId="1076"/>
          <ac:spMkLst>
            <pc:docMk/>
            <pc:sldMk cId="990462830" sldId="270"/>
            <ac:spMk id="5" creationId="{74E3A911-3D53-4944-FDAB-BA0198D04C54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7" creationId="{414C4143-A473-CED3-3214-09E5EF9038F8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8" creationId="{34292D5E-D72A-51B5-54E9-BDA4014497C3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9" creationId="{3B83983F-569C-A2B1-4E69-B96133A9F38C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10" creationId="{710C3001-64EE-8909-3F1F-FA60A3FCBD67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11" creationId="{8EBA041D-65A7-1CE8-6A92-D7F291AE150E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12" creationId="{7840394E-F104-404D-E713-32A37C9A98B2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13" creationId="{E2A353B8-1F7D-93A7-2632-C99B6D0A97CD}"/>
          </ac:spMkLst>
        </pc:spChg>
        <pc:spChg chg="mod">
          <ac:chgData name="Paper Slides" userId="b0030f7697c4fe97" providerId="LiveId" clId="{494D54AE-5443-5525-8077-CD7645E91735}" dt="2026-05-17T12:57:48.016" v="14"/>
          <ac:spMkLst>
            <pc:docMk/>
            <pc:sldMk cId="990462830" sldId="270"/>
            <ac:spMk id="14" creationId="{0C7800C5-B574-B43B-7C1A-75517747A278}"/>
          </ac:spMkLst>
        </pc:spChg>
        <pc:spChg chg="add mod">
          <ac:chgData name="Paper Slides" userId="b0030f7697c4fe97" providerId="LiveId" clId="{494D54AE-5443-5525-8077-CD7645E91735}" dt="2026-05-19T03:02:58.596" v="2501"/>
          <ac:spMkLst>
            <pc:docMk/>
            <pc:sldMk cId="990462830" sldId="270"/>
            <ac:spMk id="16" creationId="{E3CCC550-A92D-4BFE-E6FF-3F03603E44FF}"/>
          </ac:spMkLst>
        </pc:spChg>
        <pc:spChg chg="add mod">
          <ac:chgData name="Paper Slides" userId="b0030f7697c4fe97" providerId="LiveId" clId="{494D54AE-5443-5525-8077-CD7645E91735}" dt="2026-05-17T13:10:23.212" v="197" actId="1076"/>
          <ac:spMkLst>
            <pc:docMk/>
            <pc:sldMk cId="990462830" sldId="270"/>
            <ac:spMk id="17" creationId="{D6DC54DC-F1D9-B3A3-C3CE-3E2641944B5B}"/>
          </ac:spMkLst>
        </pc:spChg>
        <pc:spChg chg="add mod">
          <ac:chgData name="Paper Slides" userId="b0030f7697c4fe97" providerId="LiveId" clId="{494D54AE-5443-5525-8077-CD7645E91735}" dt="2026-05-17T13:15:45.319" v="239" actId="207"/>
          <ac:spMkLst>
            <pc:docMk/>
            <pc:sldMk cId="990462830" sldId="270"/>
            <ac:spMk id="19" creationId="{2978A5CE-F494-D1C2-D159-90B9CD00543F}"/>
          </ac:spMkLst>
        </pc:spChg>
        <pc:spChg chg="add mod">
          <ac:chgData name="Paper Slides" userId="b0030f7697c4fe97" providerId="LiveId" clId="{494D54AE-5443-5525-8077-CD7645E91735}" dt="2026-05-17T13:13:43.509" v="220" actId="34135"/>
          <ac:spMkLst>
            <pc:docMk/>
            <pc:sldMk cId="990462830" sldId="270"/>
            <ac:spMk id="21" creationId="{09490B4E-E831-B2E3-102C-5950073AD044}"/>
          </ac:spMkLst>
        </pc:spChg>
        <pc:spChg chg="add mod">
          <ac:chgData name="Paper Slides" userId="b0030f7697c4fe97" providerId="LiveId" clId="{494D54AE-5443-5525-8077-CD7645E91735}" dt="2026-05-17T13:13:43.509" v="220" actId="34135"/>
          <ac:spMkLst>
            <pc:docMk/>
            <pc:sldMk cId="990462830" sldId="270"/>
            <ac:spMk id="22" creationId="{1BDA251C-F316-9E18-ED8D-6C659E8C7097}"/>
          </ac:spMkLst>
        </pc:spChg>
        <pc:spChg chg="add mod">
          <ac:chgData name="Paper Slides" userId="b0030f7697c4fe97" providerId="LiveId" clId="{494D54AE-5443-5525-8077-CD7645E91735}" dt="2026-05-17T13:13:43.509" v="220" actId="34135"/>
          <ac:spMkLst>
            <pc:docMk/>
            <pc:sldMk cId="990462830" sldId="270"/>
            <ac:spMk id="23" creationId="{CBFAA91E-BB4A-1FE6-9B66-E5AC94C4C086}"/>
          </ac:spMkLst>
        </pc:spChg>
        <pc:spChg chg="add mod">
          <ac:chgData name="Paper Slides" userId="b0030f7697c4fe97" providerId="LiveId" clId="{494D54AE-5443-5525-8077-CD7645E91735}" dt="2026-05-17T13:13:43.509" v="220" actId="34135"/>
          <ac:spMkLst>
            <pc:docMk/>
            <pc:sldMk cId="990462830" sldId="270"/>
            <ac:spMk id="24" creationId="{500400B9-909A-13B0-3680-9EC1BBF0F8EE}"/>
          </ac:spMkLst>
        </pc:spChg>
        <pc:grpChg chg="add mod">
          <ac:chgData name="Paper Slides" userId="b0030f7697c4fe97" providerId="LiveId" clId="{494D54AE-5443-5525-8077-CD7645E91735}" dt="2026-05-17T13:08:21.269" v="192" actId="1076"/>
          <ac:grpSpMkLst>
            <pc:docMk/>
            <pc:sldMk cId="990462830" sldId="270"/>
            <ac:grpSpMk id="6" creationId="{ECA5380F-079A-5FB2-9C1A-2F4F8A7EE380}"/>
          </ac:grpSpMkLst>
        </pc:grpChg>
        <pc:picChg chg="add mod">
          <ac:chgData name="Paper Slides" userId="b0030f7697c4fe97" providerId="LiveId" clId="{494D54AE-5443-5525-8077-CD7645E91735}" dt="2026-05-17T13:11:01.943" v="200" actId="167"/>
          <ac:picMkLst>
            <pc:docMk/>
            <pc:sldMk cId="990462830" sldId="270"/>
            <ac:picMk id="20" creationId="{625DA93B-C37D-4ED6-A59B-C98B800C13B7}"/>
          </ac:picMkLst>
        </pc:picChg>
      </pc:sldChg>
      <pc:sldChg chg="addSp delSp modSp add mod modTransition chgLayout">
        <pc:chgData name="Paper Slides" userId="b0030f7697c4fe97" providerId="LiveId" clId="{494D54AE-5443-5525-8077-CD7645E91735}" dt="2026-05-19T04:27:17.561" v="2890"/>
        <pc:sldMkLst>
          <pc:docMk/>
          <pc:sldMk cId="3984745737" sldId="271"/>
        </pc:sldMkLst>
        <pc:spChg chg="mod ord">
          <ac:chgData name="Paper Slides" userId="b0030f7697c4fe97" providerId="LiveId" clId="{494D54AE-5443-5525-8077-CD7645E91735}" dt="2026-05-17T13:14:59.561" v="227" actId="6264"/>
          <ac:spMkLst>
            <pc:docMk/>
            <pc:sldMk cId="3984745737" sldId="271"/>
            <ac:spMk id="3" creationId="{2C74F33D-6C8A-25A5-BED5-EE347BED9203}"/>
          </ac:spMkLst>
        </pc:spChg>
        <pc:spChg chg="mod">
          <ac:chgData name="Paper Slides" userId="b0030f7697c4fe97" providerId="LiveId" clId="{494D54AE-5443-5525-8077-CD7645E91735}" dt="2026-05-19T03:08:17.967" v="2591"/>
          <ac:spMkLst>
            <pc:docMk/>
            <pc:sldMk cId="3984745737" sldId="271"/>
            <ac:spMk id="16" creationId="{75AD55CF-D0E0-E5E7-1753-73066BF4F972}"/>
          </ac:spMkLst>
        </pc:spChg>
        <pc:spChg chg="mod">
          <ac:chgData name="Paper Slides" userId="b0030f7697c4fe97" providerId="LiveId" clId="{494D54AE-5443-5525-8077-CD7645E91735}" dt="2026-05-17T13:15:13.475" v="235" actId="20577"/>
          <ac:spMkLst>
            <pc:docMk/>
            <pc:sldMk cId="3984745737" sldId="271"/>
            <ac:spMk id="17" creationId="{AA3A0FC0-DE81-B2E8-C73E-D5C1720DD84D}"/>
          </ac:spMkLst>
        </pc:spChg>
        <pc:spChg chg="mod">
          <ac:chgData name="Paper Slides" userId="b0030f7697c4fe97" providerId="LiveId" clId="{494D54AE-5443-5525-8077-CD7645E91735}" dt="2026-05-17T13:15:37.636" v="238" actId="207"/>
          <ac:spMkLst>
            <pc:docMk/>
            <pc:sldMk cId="3984745737" sldId="271"/>
            <ac:spMk id="19" creationId="{D791123E-8F71-339A-2522-7A16E4F9B114}"/>
          </ac:spMkLst>
        </pc:spChg>
      </pc:sldChg>
      <pc:sldChg chg="modSp add mod modTransition">
        <pc:chgData name="Paper Slides" userId="b0030f7697c4fe97" providerId="LiveId" clId="{494D54AE-5443-5525-8077-CD7645E91735}" dt="2026-05-19T04:27:17.561" v="2890"/>
        <pc:sldMkLst>
          <pc:docMk/>
          <pc:sldMk cId="3112500449" sldId="272"/>
        </pc:sldMkLst>
        <pc:spChg chg="mod">
          <ac:chgData name="Paper Slides" userId="b0030f7697c4fe97" providerId="LiveId" clId="{494D54AE-5443-5525-8077-CD7645E91735}" dt="2026-05-17T13:21:02.058" v="251"/>
          <ac:spMkLst>
            <pc:docMk/>
            <pc:sldMk cId="3112500449" sldId="272"/>
            <ac:spMk id="3" creationId="{9815EA9E-ACE5-01F4-C590-36C42D91FB23}"/>
          </ac:spMkLst>
        </pc:spChg>
        <pc:spChg chg="mod">
          <ac:chgData name="Paper Slides" userId="b0030f7697c4fe97" providerId="LiveId" clId="{494D54AE-5443-5525-8077-CD7645E91735}" dt="2026-05-19T03:40:03.696" v="2722"/>
          <ac:spMkLst>
            <pc:docMk/>
            <pc:sldMk cId="3112500449" sldId="272"/>
            <ac:spMk id="16" creationId="{64CB7FD6-17AC-14E8-21A5-74813B91A5B7}"/>
          </ac:spMkLst>
        </pc:spChg>
        <pc:spChg chg="mod">
          <ac:chgData name="Paper Slides" userId="b0030f7697c4fe97" providerId="LiveId" clId="{494D54AE-5443-5525-8077-CD7645E91735}" dt="2026-05-19T03:40:00" v="2720" actId="14100"/>
          <ac:spMkLst>
            <pc:docMk/>
            <pc:sldMk cId="3112500449" sldId="272"/>
            <ac:spMk id="17" creationId="{D396A215-155F-1AB9-49CC-8D865BE5217B}"/>
          </ac:spMkLst>
        </pc:spChg>
        <pc:spChg chg="mod">
          <ac:chgData name="Paper Slides" userId="b0030f7697c4fe97" providerId="LiveId" clId="{494D54AE-5443-5525-8077-CD7645E91735}" dt="2026-05-17T13:21:05.348" v="253" actId="20577"/>
          <ac:spMkLst>
            <pc:docMk/>
            <pc:sldMk cId="3112500449" sldId="272"/>
            <ac:spMk id="19" creationId="{40D5A07C-A2EB-875C-D1F6-05836069C166}"/>
          </ac:spMkLst>
        </pc:spChg>
      </pc:sldChg>
      <pc:sldChg chg="addSp delSp modSp add mod modTransition chgLayout">
        <pc:chgData name="Paper Slides" userId="b0030f7697c4fe97" providerId="LiveId" clId="{494D54AE-5443-5525-8077-CD7645E91735}" dt="2026-05-19T04:27:17.561" v="2890"/>
        <pc:sldMkLst>
          <pc:docMk/>
          <pc:sldMk cId="2760756301" sldId="273"/>
        </pc:sldMkLst>
        <pc:spChg chg="add del mod">
          <ac:chgData name="Paper Slides" userId="b0030f7697c4fe97" providerId="LiveId" clId="{494D54AE-5443-5525-8077-CD7645E91735}" dt="2026-05-18T12:23:56.352" v="2380" actId="6264"/>
          <ac:spMkLst>
            <pc:docMk/>
            <pc:sldMk cId="2760756301" sldId="273"/>
            <ac:spMk id="2" creationId="{30452D97-1A1B-4E4A-413D-A5C91316A5F3}"/>
          </ac:spMkLst>
        </pc:spChg>
        <pc:spChg chg="mod ord">
          <ac:chgData name="Paper Slides" userId="b0030f7697c4fe97" providerId="LiveId" clId="{494D54AE-5443-5525-8077-CD7645E91735}" dt="2026-05-18T12:23:56.352" v="2380" actId="6264"/>
          <ac:spMkLst>
            <pc:docMk/>
            <pc:sldMk cId="2760756301" sldId="273"/>
            <ac:spMk id="3" creationId="{8C38D875-EEF9-2EC4-1557-F9348A27DC60}"/>
          </ac:spMkLst>
        </pc:spChg>
        <pc:spChg chg="mod">
          <ac:chgData name="Paper Slides" userId="b0030f7697c4fe97" providerId="LiveId" clId="{494D54AE-5443-5525-8077-CD7645E91735}" dt="2026-05-19T03:55:19.033" v="2790"/>
          <ac:spMkLst>
            <pc:docMk/>
            <pc:sldMk cId="2760756301" sldId="273"/>
            <ac:spMk id="16" creationId="{C34C774B-BF9B-A9D2-2BBF-4FA87CA8D224}"/>
          </ac:spMkLst>
        </pc:spChg>
        <pc:spChg chg="mod">
          <ac:chgData name="Paper Slides" userId="b0030f7697c4fe97" providerId="LiveId" clId="{494D54AE-5443-5525-8077-CD7645E91735}" dt="2026-05-19T03:55:16.993" v="2788" actId="14100"/>
          <ac:spMkLst>
            <pc:docMk/>
            <pc:sldMk cId="2760756301" sldId="273"/>
            <ac:spMk id="17" creationId="{39560C29-67B7-8AFC-8AEE-331B8DADAF9B}"/>
          </ac:spMkLst>
        </pc:spChg>
        <pc:spChg chg="mod">
          <ac:chgData name="Paper Slides" userId="b0030f7697c4fe97" providerId="LiveId" clId="{494D54AE-5443-5525-8077-CD7645E91735}" dt="2026-05-17T13:21:52.841" v="262" actId="20577"/>
          <ac:spMkLst>
            <pc:docMk/>
            <pc:sldMk cId="2760756301" sldId="273"/>
            <ac:spMk id="19" creationId="{99C04F5F-01E7-ACAB-FED0-8C493457F0C7}"/>
          </ac:spMkLst>
        </pc:sp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3408070064" sldId="274"/>
        </pc:sldMkLst>
        <pc:spChg chg="add mod ord">
          <ac:chgData name="Paper Slides" userId="b0030f7697c4fe97" providerId="LiveId" clId="{494D54AE-5443-5525-8077-CD7645E91735}" dt="2026-05-17T14:08:27.432" v="710"/>
          <ac:spMkLst>
            <pc:docMk/>
            <pc:sldMk cId="3408070064" sldId="274"/>
            <ac:spMk id="4" creationId="{26F15B1C-69B6-0941-DED6-01A0B81F04FC}"/>
          </ac:spMkLst>
        </pc:spChg>
        <pc:spChg chg="add mod">
          <ac:chgData name="Paper Slides" userId="b0030f7697c4fe97" providerId="LiveId" clId="{494D54AE-5443-5525-8077-CD7645E91735}" dt="2026-05-17T14:18:57.637" v="876" actId="12789"/>
          <ac:spMkLst>
            <pc:docMk/>
            <pc:sldMk cId="3408070064" sldId="274"/>
            <ac:spMk id="5" creationId="{009F9E35-6E89-0082-05C4-1C6F2891E509}"/>
          </ac:spMkLst>
        </pc:spChg>
        <pc:spChg chg="add mod">
          <ac:chgData name="Paper Slides" userId="b0030f7697c4fe97" providerId="LiveId" clId="{494D54AE-5443-5525-8077-CD7645E91735}" dt="2026-05-17T14:19:29.824" v="888" actId="1036"/>
          <ac:spMkLst>
            <pc:docMk/>
            <pc:sldMk cId="3408070064" sldId="274"/>
            <ac:spMk id="6" creationId="{766240B1-4091-B431-AFC0-F3E97C34706A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8" creationId="{15D2C368-4BFE-2924-2508-856FD40ED38A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9" creationId="{6D474C05-72D5-FEE3-526F-46F04FDB0A50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0" creationId="{8A5CDD21-BA7D-A799-CB6F-CAC92EA2288C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1" creationId="{9B2207B7-7854-2100-641F-BD9785699758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2" creationId="{333AF7B3-2DFC-6F3D-3B2B-C6C375EB7765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3" creationId="{415536FA-53FE-A633-7943-536E8C5E7770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4" creationId="{211C9ABB-EDDD-904B-1C33-9C5A09752755}"/>
          </ac:spMkLst>
        </pc:spChg>
        <pc:spChg chg="mod">
          <ac:chgData name="Paper Slides" userId="b0030f7697c4fe97" providerId="LiveId" clId="{494D54AE-5443-5525-8077-CD7645E91735}" dt="2026-05-17T14:09:59.494" v="717"/>
          <ac:spMkLst>
            <pc:docMk/>
            <pc:sldMk cId="3408070064" sldId="274"/>
            <ac:spMk id="15" creationId="{D93D69CE-7A2B-2DC2-2597-8F890774A589}"/>
          </ac:spMkLst>
        </pc:spChg>
        <pc:spChg chg="add mod">
          <ac:chgData name="Paper Slides" userId="b0030f7697c4fe97" providerId="LiveId" clId="{494D54AE-5443-5525-8077-CD7645E91735}" dt="2026-05-19T03:53:48.310" v="2781" actId="12788"/>
          <ac:spMkLst>
            <pc:docMk/>
            <pc:sldMk cId="3408070064" sldId="274"/>
            <ac:spMk id="24" creationId="{ADA7BB13-A52A-2582-38C7-D16DCA8E49FB}"/>
          </ac:spMkLst>
        </pc:spChg>
        <pc:spChg chg="add mod">
          <ac:chgData name="Paper Slides" userId="b0030f7697c4fe97" providerId="LiveId" clId="{494D54AE-5443-5525-8077-CD7645E91735}" dt="2026-05-19T03:53:59.882" v="2783" actId="12789"/>
          <ac:spMkLst>
            <pc:docMk/>
            <pc:sldMk cId="3408070064" sldId="274"/>
            <ac:spMk id="25" creationId="{E2F8581C-AF48-26BC-FB3E-5382F72C77A9}"/>
          </ac:spMkLst>
        </pc:spChg>
        <pc:spChg chg="add mod">
          <ac:chgData name="Paper Slides" userId="b0030f7697c4fe97" providerId="LiveId" clId="{494D54AE-5443-5525-8077-CD7645E91735}" dt="2026-05-17T14:13:33.821" v="785" actId="1035"/>
          <ac:spMkLst>
            <pc:docMk/>
            <pc:sldMk cId="3408070064" sldId="274"/>
            <ac:spMk id="26" creationId="{B985A562-F74E-67F0-4FA6-56FEEF711289}"/>
          </ac:spMkLst>
        </pc:spChg>
        <pc:spChg chg="add mod">
          <ac:chgData name="Paper Slides" userId="b0030f7697c4fe97" providerId="LiveId" clId="{494D54AE-5443-5525-8077-CD7645E91735}" dt="2026-05-17T14:13:33.821" v="785" actId="1035"/>
          <ac:spMkLst>
            <pc:docMk/>
            <pc:sldMk cId="3408070064" sldId="274"/>
            <ac:spMk id="27" creationId="{F6789C68-D867-B9CC-ADB8-47010A406374}"/>
          </ac:spMkLst>
        </pc:spChg>
        <pc:spChg chg="add mod">
          <ac:chgData name="Paper Slides" userId="b0030f7697c4fe97" providerId="LiveId" clId="{494D54AE-5443-5525-8077-CD7645E91735}" dt="2026-05-19T03:54:09.193" v="2785" actId="12789"/>
          <ac:spMkLst>
            <pc:docMk/>
            <pc:sldMk cId="3408070064" sldId="274"/>
            <ac:spMk id="28" creationId="{009311D2-1507-2F97-1B0E-8C7CC3F7C044}"/>
          </ac:spMkLst>
        </pc:spChg>
        <pc:spChg chg="add mod">
          <ac:chgData name="Paper Slides" userId="b0030f7697c4fe97" providerId="LiveId" clId="{494D54AE-5443-5525-8077-CD7645E91735}" dt="2026-05-17T14:17:26.227" v="847" actId="1035"/>
          <ac:spMkLst>
            <pc:docMk/>
            <pc:sldMk cId="3408070064" sldId="274"/>
            <ac:spMk id="29" creationId="{F8071ED6-1107-2D16-7051-01A0109D82ED}"/>
          </ac:spMkLst>
        </pc:spChg>
        <pc:spChg chg="add mod">
          <ac:chgData name="Paper Slides" userId="b0030f7697c4fe97" providerId="LiveId" clId="{494D54AE-5443-5525-8077-CD7645E91735}" dt="2026-05-19T03:54:18.620" v="2787" actId="12789"/>
          <ac:spMkLst>
            <pc:docMk/>
            <pc:sldMk cId="3408070064" sldId="274"/>
            <ac:spMk id="30" creationId="{94BE696C-A407-CD3A-5177-0FD8262F9A61}"/>
          </ac:spMkLst>
        </pc:spChg>
        <pc:spChg chg="add mod">
          <ac:chgData name="Paper Slides" userId="b0030f7697c4fe97" providerId="LiveId" clId="{494D54AE-5443-5525-8077-CD7645E91735}" dt="2026-05-17T14:17:26.227" v="847" actId="1035"/>
          <ac:spMkLst>
            <pc:docMk/>
            <pc:sldMk cId="3408070064" sldId="274"/>
            <ac:spMk id="31" creationId="{25875436-39CE-5F15-6D9F-85C50DDE9302}"/>
          </ac:spMkLst>
        </pc:spChg>
        <pc:spChg chg="add mod">
          <ac:chgData name="Paper Slides" userId="b0030f7697c4fe97" providerId="LiveId" clId="{494D54AE-5443-5525-8077-CD7645E91735}" dt="2026-05-17T14:17:53.959" v="859" actId="1036"/>
          <ac:spMkLst>
            <pc:docMk/>
            <pc:sldMk cId="3408070064" sldId="274"/>
            <ac:spMk id="32" creationId="{5209FC98-4B86-5EC9-F26E-2ED039A3E2EA}"/>
          </ac:spMkLst>
        </pc:spChg>
        <pc:spChg chg="add mod">
          <ac:chgData name="Paper Slides" userId="b0030f7697c4fe97" providerId="LiveId" clId="{494D54AE-5443-5525-8077-CD7645E91735}" dt="2026-05-17T14:17:53.959" v="859" actId="1036"/>
          <ac:spMkLst>
            <pc:docMk/>
            <pc:sldMk cId="3408070064" sldId="274"/>
            <ac:spMk id="33" creationId="{E1713F42-1D04-2355-4A54-49E38A46589D}"/>
          </ac:spMkLst>
        </pc:spChg>
        <pc:spChg chg="add mod">
          <ac:chgData name="Paper Slides" userId="b0030f7697c4fe97" providerId="LiveId" clId="{494D54AE-5443-5525-8077-CD7645E91735}" dt="2026-05-17T14:19:32.751" v="893" actId="1035"/>
          <ac:spMkLst>
            <pc:docMk/>
            <pc:sldMk cId="3408070064" sldId="274"/>
            <ac:spMk id="34" creationId="{5D8C79F8-B08B-DBFA-76BB-6DF4E0B391AC}"/>
          </ac:spMkLst>
        </pc:spChg>
        <pc:spChg chg="add mod">
          <ac:chgData name="Paper Slides" userId="b0030f7697c4fe97" providerId="LiveId" clId="{494D54AE-5443-5525-8077-CD7645E91735}" dt="2026-05-17T14:16:36.322" v="833" actId="207"/>
          <ac:spMkLst>
            <pc:docMk/>
            <pc:sldMk cId="3408070064" sldId="274"/>
            <ac:spMk id="35" creationId="{C629AD1E-D4F7-5660-376E-F7828E787DAC}"/>
          </ac:spMkLst>
        </pc:spChg>
        <pc:spChg chg="add mod">
          <ac:chgData name="Paper Slides" userId="b0030f7697c4fe97" providerId="LiveId" clId="{494D54AE-5443-5525-8077-CD7645E91735}" dt="2026-05-17T14:17:12.013" v="842" actId="12788"/>
          <ac:spMkLst>
            <pc:docMk/>
            <pc:sldMk cId="3408070064" sldId="274"/>
            <ac:spMk id="36" creationId="{6D625C7D-BD9F-461A-D328-53901CF877E3}"/>
          </ac:spMkLst>
        </pc:spChg>
        <pc:spChg chg="add mod">
          <ac:chgData name="Paper Slides" userId="b0030f7697c4fe97" providerId="LiveId" clId="{494D54AE-5443-5525-8077-CD7645E91735}" dt="2026-05-17T14:17:00.742" v="839"/>
          <ac:spMkLst>
            <pc:docMk/>
            <pc:sldMk cId="3408070064" sldId="274"/>
            <ac:spMk id="37" creationId="{CA669312-8895-DC3F-98CF-8CE672F33887}"/>
          </ac:spMkLst>
        </pc:spChg>
        <pc:spChg chg="add mod">
          <ac:chgData name="Paper Slides" userId="b0030f7697c4fe97" providerId="LiveId" clId="{494D54AE-5443-5525-8077-CD7645E91735}" dt="2026-05-17T14:19:01.944" v="882" actId="1038"/>
          <ac:spMkLst>
            <pc:docMk/>
            <pc:sldMk cId="3408070064" sldId="274"/>
            <ac:spMk id="40" creationId="{E507D89E-E721-F42E-181F-358A2A486E4B}"/>
          </ac:spMkLst>
        </pc:spChg>
        <pc:grpChg chg="add mod">
          <ac:chgData name="Paper Slides" userId="b0030f7697c4fe97" providerId="LiveId" clId="{494D54AE-5443-5525-8077-CD7645E91735}" dt="2026-05-17T14:19:29.824" v="888" actId="1036"/>
          <ac:grpSpMkLst>
            <pc:docMk/>
            <pc:sldMk cId="3408070064" sldId="274"/>
            <ac:grpSpMk id="7" creationId="{AD026B6A-6800-986B-7951-0B4C9A0B4EA8}"/>
          </ac:grpSpMkLst>
        </pc:grpChg>
        <pc:picChg chg="add mod">
          <ac:chgData name="Paper Slides" userId="b0030f7697c4fe97" providerId="LiveId" clId="{494D54AE-5443-5525-8077-CD7645E91735}" dt="2026-05-17T14:23:15.443" v="929" actId="34135"/>
          <ac:picMkLst>
            <pc:docMk/>
            <pc:sldMk cId="3408070064" sldId="274"/>
            <ac:picMk id="41" creationId="{9FB02776-D621-D629-5ED6-BD9C46E56CB3}"/>
          </ac:picMkLst>
        </pc:picChg>
        <pc:picChg chg="add del mod">
          <ac:chgData name="Paper Slides" userId="b0030f7697c4fe97" providerId="LiveId" clId="{494D54AE-5443-5525-8077-CD7645E91735}" dt="2026-05-19T03:51:36.116" v="2768" actId="478"/>
          <ac:picMkLst>
            <pc:docMk/>
            <pc:sldMk cId="3408070064" sldId="274"/>
            <ac:picMk id="42" creationId="{3E0D7A21-2DC3-CF8E-B5D9-15AB05040F84}"/>
          </ac:picMkLst>
        </pc:picChg>
        <pc:picChg chg="add mod">
          <ac:chgData name="Paper Slides" userId="b0030f7697c4fe97" providerId="LiveId" clId="{494D54AE-5443-5525-8077-CD7645E91735}" dt="2026-05-19T03:53:48.310" v="2781" actId="12788"/>
          <ac:picMkLst>
            <pc:docMk/>
            <pc:sldMk cId="3408070064" sldId="274"/>
            <ac:picMk id="43" creationId="{18779A6A-4820-91CA-2509-B21F7FE29D5A}"/>
          </ac:picMkLst>
        </pc:picChg>
        <pc:picChg chg="add mod">
          <ac:chgData name="Paper Slides" userId="b0030f7697c4fe97" providerId="LiveId" clId="{494D54AE-5443-5525-8077-CD7645E91735}" dt="2026-05-19T03:53:59.882" v="2783" actId="12789"/>
          <ac:picMkLst>
            <pc:docMk/>
            <pc:sldMk cId="3408070064" sldId="274"/>
            <ac:picMk id="44" creationId="{DA63E85F-F86A-B2C0-7EE4-223B08E55F4B}"/>
          </ac:picMkLst>
        </pc:picChg>
        <pc:picChg chg="add mod">
          <ac:chgData name="Paper Slides" userId="b0030f7697c4fe97" providerId="LiveId" clId="{494D54AE-5443-5525-8077-CD7645E91735}" dt="2026-05-19T03:54:09.193" v="2785" actId="12789"/>
          <ac:picMkLst>
            <pc:docMk/>
            <pc:sldMk cId="3408070064" sldId="274"/>
            <ac:picMk id="45" creationId="{9316DF29-4442-25AA-EE9F-633FB486534B}"/>
          </ac:picMkLst>
        </pc:picChg>
        <pc:picChg chg="add mod">
          <ac:chgData name="Paper Slides" userId="b0030f7697c4fe97" providerId="LiveId" clId="{494D54AE-5443-5525-8077-CD7645E91735}" dt="2026-05-19T03:54:18.620" v="2787" actId="12789"/>
          <ac:picMkLst>
            <pc:docMk/>
            <pc:sldMk cId="3408070064" sldId="274"/>
            <ac:picMk id="46" creationId="{9A71E417-AA5B-29E1-5390-66194A0F0866}"/>
          </ac:picMkLst>
        </pc:picChg>
        <pc:cxnChg chg="add mod">
          <ac:chgData name="Paper Slides" userId="b0030f7697c4fe97" providerId="LiveId" clId="{494D54AE-5443-5525-8077-CD7645E91735}" dt="2026-05-17T14:18:57.637" v="876" actId="12789"/>
          <ac:cxnSpMkLst>
            <pc:docMk/>
            <pc:sldMk cId="3408070064" sldId="274"/>
            <ac:cxnSpMk id="16" creationId="{BB1DCE8F-0282-BE54-CEA7-8784BBFB2BA3}"/>
          </ac:cxnSpMkLst>
        </pc:cxnChg>
        <pc:cxnChg chg="add mod">
          <ac:chgData name="Paper Slides" userId="b0030f7697c4fe97" providerId="LiveId" clId="{494D54AE-5443-5525-8077-CD7645E91735}" dt="2026-05-17T14:18:57.637" v="876" actId="12789"/>
          <ac:cxnSpMkLst>
            <pc:docMk/>
            <pc:sldMk cId="3408070064" sldId="274"/>
            <ac:cxnSpMk id="19" creationId="{3724D4A1-D5C2-9D0D-5054-3E8F72146BAE}"/>
          </ac:cxnSpMkLst>
        </pc:cxn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1280289815" sldId="275"/>
        </pc:sldMkLst>
        <pc:spChg chg="add mod ord">
          <ac:chgData name="Paper Slides" userId="b0030f7697c4fe97" providerId="LiveId" clId="{494D54AE-5443-5525-8077-CD7645E91735}" dt="2026-05-17T14:30:30.452" v="965"/>
          <ac:spMkLst>
            <pc:docMk/>
            <pc:sldMk cId="1280289815" sldId="275"/>
            <ac:spMk id="3" creationId="{8242B9ED-A01F-5332-2A12-F4C27CC17A86}"/>
          </ac:spMkLst>
        </pc:spChg>
        <pc:spChg chg="add mod">
          <ac:chgData name="Paper Slides" userId="b0030f7697c4fe97" providerId="LiveId" clId="{494D54AE-5443-5525-8077-CD7645E91735}" dt="2026-05-18T08:53:14.450" v="1030" actId="14100"/>
          <ac:spMkLst>
            <pc:docMk/>
            <pc:sldMk cId="1280289815" sldId="275"/>
            <ac:spMk id="4" creationId="{86E487B8-9D68-D5AB-8FBE-CE02F56EE12E}"/>
          </ac:spMkLst>
        </pc:spChg>
        <pc:spChg chg="add mod">
          <ac:chgData name="Paper Slides" userId="b0030f7697c4fe97" providerId="LiveId" clId="{494D54AE-5443-5525-8077-CD7645E91735}" dt="2026-05-18T08:53:14.450" v="1030" actId="14100"/>
          <ac:spMkLst>
            <pc:docMk/>
            <pc:sldMk cId="1280289815" sldId="275"/>
            <ac:spMk id="5" creationId="{A903933A-7A96-51DA-6633-0FD54096D5E5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6" creationId="{830E1665-25F7-10C7-A0EB-F9E554A1C630}"/>
          </ac:spMkLst>
        </pc:spChg>
        <pc:spChg chg="add del mod">
          <ac:chgData name="Paper Slides" userId="b0030f7697c4fe97" providerId="LiveId" clId="{494D54AE-5443-5525-8077-CD7645E91735}" dt="2026-05-18T08:47:11.661" v="971" actId="478"/>
          <ac:spMkLst>
            <pc:docMk/>
            <pc:sldMk cId="1280289815" sldId="275"/>
            <ac:spMk id="7" creationId="{99B3DA25-369B-4ECF-8F1D-A85FA358A3D4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8" creationId="{8AA0EAC6-BDD0-3322-E80D-C3D40DC2DFE9}"/>
          </ac:spMkLst>
        </pc:spChg>
        <pc:spChg chg="add del mod">
          <ac:chgData name="Paper Slides" userId="b0030f7697c4fe97" providerId="LiveId" clId="{494D54AE-5443-5525-8077-CD7645E91735}" dt="2026-05-18T08:48:25.670" v="978" actId="478"/>
          <ac:spMkLst>
            <pc:docMk/>
            <pc:sldMk cId="1280289815" sldId="275"/>
            <ac:spMk id="9" creationId="{AEF9BAD9-E334-D7A9-89F6-19EEB9F9FC38}"/>
          </ac:spMkLst>
        </pc:spChg>
        <pc:spChg chg="add mod">
          <ac:chgData name="Paper Slides" userId="b0030f7697c4fe97" providerId="LiveId" clId="{494D54AE-5443-5525-8077-CD7645E91735}" dt="2026-05-18T08:52:53.740" v="1029" actId="12788"/>
          <ac:spMkLst>
            <pc:docMk/>
            <pc:sldMk cId="1280289815" sldId="275"/>
            <ac:spMk id="10" creationId="{AF39072B-FF88-F02D-2AF9-C929FE9980E9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11" creationId="{0ED388AF-D1D3-0726-4BDE-E8B0E7C46781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12" creationId="{42E143B6-862D-7A58-A2A4-6F0D8EF5B68C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13" creationId="{4D8EDA0D-9165-41DE-8E67-A9012180A8BA}"/>
          </ac:spMkLst>
        </pc:spChg>
        <pc:spChg chg="add mod">
          <ac:chgData name="Paper Slides" userId="b0030f7697c4fe97" providerId="LiveId" clId="{494D54AE-5443-5525-8077-CD7645E91735}" dt="2026-05-19T03:55:43.642" v="2792"/>
          <ac:spMkLst>
            <pc:docMk/>
            <pc:sldMk cId="1280289815" sldId="275"/>
            <ac:spMk id="14" creationId="{F4735067-ABD8-F2FA-E87F-F2C809482BF4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15" creationId="{B65FA43E-9F47-C793-0696-5B2A5B79E6D3}"/>
          </ac:spMkLst>
        </pc:spChg>
        <pc:spChg chg="add mod">
          <ac:chgData name="Paper Slides" userId="b0030f7697c4fe97" providerId="LiveId" clId="{494D54AE-5443-5525-8077-CD7645E91735}" dt="2026-05-18T08:52:44.573" v="1028" actId="12788"/>
          <ac:spMkLst>
            <pc:docMk/>
            <pc:sldMk cId="1280289815" sldId="275"/>
            <ac:spMk id="16" creationId="{5472831B-78E7-B700-497D-F64AFE6C3B27}"/>
          </ac:spMkLst>
        </pc:spChg>
        <pc:spChg chg="add mod">
          <ac:chgData name="Paper Slides" userId="b0030f7697c4fe97" providerId="LiveId" clId="{494D54AE-5443-5525-8077-CD7645E91735}" dt="2026-05-18T08:58:18.476" v="1085" actId="20577"/>
          <ac:spMkLst>
            <pc:docMk/>
            <pc:sldMk cId="1280289815" sldId="275"/>
            <ac:spMk id="17" creationId="{7EDE60F3-F768-C3A0-2DCE-C1CCDA766A5C}"/>
          </ac:spMkLst>
        </pc:spChg>
        <pc:spChg chg="add mod">
          <ac:chgData name="Paper Slides" userId="b0030f7697c4fe97" providerId="LiveId" clId="{494D54AE-5443-5525-8077-CD7645E91735}" dt="2026-05-18T08:58:08.874" v="1080"/>
          <ac:spMkLst>
            <pc:docMk/>
            <pc:sldMk cId="1280289815" sldId="275"/>
            <ac:spMk id="18" creationId="{AC48FA4B-E591-55B1-4D6E-EA1C8DCFC396}"/>
          </ac:spMkLst>
        </pc:spChg>
        <pc:spChg chg="add mod">
          <ac:chgData name="Paper Slides" userId="b0030f7697c4fe97" providerId="LiveId" clId="{494D54AE-5443-5525-8077-CD7645E91735}" dt="2026-05-18T08:54:30.055" v="1043"/>
          <ac:spMkLst>
            <pc:docMk/>
            <pc:sldMk cId="1280289815" sldId="275"/>
            <ac:spMk id="19" creationId="{FF3D4FD2-E1DA-8954-CF97-2B0803841566}"/>
          </ac:spMkLst>
        </pc:spChg>
        <pc:spChg chg="add mod">
          <ac:chgData name="Paper Slides" userId="b0030f7697c4fe97" providerId="LiveId" clId="{494D54AE-5443-5525-8077-CD7645E91735}" dt="2026-05-18T08:55:48.952" v="1063" actId="1036"/>
          <ac:spMkLst>
            <pc:docMk/>
            <pc:sldMk cId="1280289815" sldId="275"/>
            <ac:spMk id="20" creationId="{7DE96C60-953C-6AAE-6A7D-18B1B425893A}"/>
          </ac:spMkLst>
        </pc:spChg>
        <pc:spChg chg="add mod">
          <ac:chgData name="Paper Slides" userId="b0030f7697c4fe97" providerId="LiveId" clId="{494D54AE-5443-5525-8077-CD7645E91735}" dt="2026-05-19T03:55:49.323" v="2794"/>
          <ac:spMkLst>
            <pc:docMk/>
            <pc:sldMk cId="1280289815" sldId="275"/>
            <ac:spMk id="21" creationId="{BA5B5CE1-67B7-63A9-3FAD-16437BFEFE1F}"/>
          </ac:spMkLst>
        </pc:spChg>
        <pc:spChg chg="add mod">
          <ac:chgData name="Paper Slides" userId="b0030f7697c4fe97" providerId="LiveId" clId="{494D54AE-5443-5525-8077-CD7645E91735}" dt="2026-05-18T08:55:01.285" v="1050"/>
          <ac:spMkLst>
            <pc:docMk/>
            <pc:sldMk cId="1280289815" sldId="275"/>
            <ac:spMk id="22" creationId="{4C48BB3C-9AFD-6F63-8714-2E7A1E958022}"/>
          </ac:spMkLst>
        </pc:spChg>
        <pc:spChg chg="add mod">
          <ac:chgData name="Paper Slides" userId="b0030f7697c4fe97" providerId="LiveId" clId="{494D54AE-5443-5525-8077-CD7645E91735}" dt="2026-05-18T08:52:35.942" v="1027" actId="12788"/>
          <ac:spMkLst>
            <pc:docMk/>
            <pc:sldMk cId="1280289815" sldId="275"/>
            <ac:spMk id="23" creationId="{C6EF5ECC-10C1-4ACA-5640-3D11F1B62DA4}"/>
          </ac:spMkLst>
        </pc:spChg>
        <pc:spChg chg="add mod">
          <ac:chgData name="Paper Slides" userId="b0030f7697c4fe97" providerId="LiveId" clId="{494D54AE-5443-5525-8077-CD7645E91735}" dt="2026-05-18T08:58:22.731" v="1089" actId="20577"/>
          <ac:spMkLst>
            <pc:docMk/>
            <pc:sldMk cId="1280289815" sldId="275"/>
            <ac:spMk id="24" creationId="{B394884E-4F69-7B60-9F7C-8384047505E2}"/>
          </ac:spMkLst>
        </pc:spChg>
        <pc:spChg chg="add mod">
          <ac:chgData name="Paper Slides" userId="b0030f7697c4fe97" providerId="LiveId" clId="{494D54AE-5443-5525-8077-CD7645E91735}" dt="2026-05-18T08:58:15.888" v="1083"/>
          <ac:spMkLst>
            <pc:docMk/>
            <pc:sldMk cId="1280289815" sldId="275"/>
            <ac:spMk id="25" creationId="{1613D6BD-5F7A-A59D-2934-058D43F0FCC3}"/>
          </ac:spMkLst>
        </pc:spChg>
        <pc:spChg chg="add mod">
          <ac:chgData name="Paper Slides" userId="b0030f7697c4fe97" providerId="LiveId" clId="{494D54AE-5443-5525-8077-CD7645E91735}" dt="2026-05-18T08:55:26.675" v="1054"/>
          <ac:spMkLst>
            <pc:docMk/>
            <pc:sldMk cId="1280289815" sldId="275"/>
            <ac:spMk id="26" creationId="{3B4228F5-8BEB-A88F-96AD-C3CC12D4D6E8}"/>
          </ac:spMkLst>
        </pc:spChg>
        <pc:spChg chg="add mod">
          <ac:chgData name="Paper Slides" userId="b0030f7697c4fe97" providerId="LiveId" clId="{494D54AE-5443-5525-8077-CD7645E91735}" dt="2026-05-18T08:55:35.453" v="1057"/>
          <ac:spMkLst>
            <pc:docMk/>
            <pc:sldMk cId="1280289815" sldId="275"/>
            <ac:spMk id="27" creationId="{F6ADF8B2-9FC6-1144-EC74-6C1A418B0FD8}"/>
          </ac:spMkLst>
        </pc:spChg>
        <pc:spChg chg="add mod">
          <ac:chgData name="Paper Slides" userId="b0030f7697c4fe97" providerId="LiveId" clId="{494D54AE-5443-5525-8077-CD7645E91735}" dt="2026-05-19T03:55:53.312" v="2796"/>
          <ac:spMkLst>
            <pc:docMk/>
            <pc:sldMk cId="1280289815" sldId="275"/>
            <ac:spMk id="28" creationId="{D92A7D85-A0A0-FAA9-788D-4EDF883C6AD5}"/>
          </ac:spMkLst>
        </pc:spChg>
        <pc:spChg chg="add mod">
          <ac:chgData name="Paper Slides" userId="b0030f7697c4fe97" providerId="LiveId" clId="{494D54AE-5443-5525-8077-CD7645E91735}" dt="2026-05-18T08:56:16.600" v="1066"/>
          <ac:spMkLst>
            <pc:docMk/>
            <pc:sldMk cId="1280289815" sldId="275"/>
            <ac:spMk id="29" creationId="{DAD57274-21F1-A24F-8585-95D3DAF11DD2}"/>
          </ac:spMkLst>
        </pc:spChg>
        <pc:grpChg chg="add del mod">
          <ac:chgData name="Paper Slides" userId="b0030f7697c4fe97" providerId="LiveId" clId="{494D54AE-5443-5525-8077-CD7645E91735}" dt="2026-05-18T08:57:45.504" v="1075" actId="165"/>
          <ac:grpSpMkLst>
            <pc:docMk/>
            <pc:sldMk cId="1280289815" sldId="275"/>
            <ac:grpSpMk id="38" creationId="{0F0F7FD6-E36C-3DB4-37F5-92F868A50E97}"/>
          </ac:grpSpMkLst>
        </pc:grpChg>
        <pc:picChg chg="add mod topLvl">
          <ac:chgData name="Paper Slides" userId="b0030f7697c4fe97" providerId="LiveId" clId="{494D54AE-5443-5525-8077-CD7645E91735}" dt="2026-05-18T08:57:52.828" v="1077" actId="34135"/>
          <ac:picMkLst>
            <pc:docMk/>
            <pc:sldMk cId="1280289815" sldId="275"/>
            <ac:picMk id="36" creationId="{4241FA79-1CEC-1612-8B53-42F4D029A5E3}"/>
          </ac:picMkLst>
        </pc:picChg>
        <pc:picChg chg="add mod topLvl">
          <ac:chgData name="Paper Slides" userId="b0030f7697c4fe97" providerId="LiveId" clId="{494D54AE-5443-5525-8077-CD7645E91735}" dt="2026-05-18T08:57:52.828" v="1077" actId="34135"/>
          <ac:picMkLst>
            <pc:docMk/>
            <pc:sldMk cId="1280289815" sldId="275"/>
            <ac:picMk id="37" creationId="{BB21FD37-F5E1-393B-E2E7-699D527C8290}"/>
          </ac:picMkLst>
        </pc:picChg>
        <pc:cxnChg chg="add mod">
          <ac:chgData name="Paper Slides" userId="b0030f7697c4fe97" providerId="LiveId" clId="{494D54AE-5443-5525-8077-CD7645E91735}" dt="2026-05-18T08:54:03.671" v="1037" actId="14100"/>
          <ac:cxnSpMkLst>
            <pc:docMk/>
            <pc:sldMk cId="1280289815" sldId="275"/>
            <ac:cxnSpMk id="30" creationId="{0BEBF12C-FA26-81A8-B6A8-B9190556A2DB}"/>
          </ac:cxnSpMkLst>
        </pc:cxnChg>
        <pc:cxnChg chg="add mod">
          <ac:chgData name="Paper Slides" userId="b0030f7697c4fe97" providerId="LiveId" clId="{494D54AE-5443-5525-8077-CD7645E91735}" dt="2026-05-18T08:54:10.459" v="1040" actId="14100"/>
          <ac:cxnSpMkLst>
            <pc:docMk/>
            <pc:sldMk cId="1280289815" sldId="275"/>
            <ac:cxnSpMk id="33" creationId="{533DCC0C-A9DF-BFD5-A529-2F3E1170C07C}"/>
          </ac:cxnSpMkLst>
        </pc:cxn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1033869799" sldId="276"/>
        </pc:sldMkLst>
        <pc:spChg chg="mod ord">
          <ac:chgData name="Paper Slides" userId="b0030f7697c4fe97" providerId="LiveId" clId="{494D54AE-5443-5525-8077-CD7645E91735}" dt="2026-05-18T08:58:53.755" v="1093" actId="27636"/>
          <ac:spMkLst>
            <pc:docMk/>
            <pc:sldMk cId="1033869799" sldId="276"/>
            <ac:spMk id="2" creationId="{DE8F270B-CC78-D0C8-996F-409E0617DB9F}"/>
          </ac:spMkLst>
        </pc:spChg>
        <pc:spChg chg="add mod">
          <ac:chgData name="Paper Slides" userId="b0030f7697c4fe97" providerId="LiveId" clId="{494D54AE-5443-5525-8077-CD7645E91735}" dt="2026-05-18T09:08:15.806" v="1204" actId="1035"/>
          <ac:spMkLst>
            <pc:docMk/>
            <pc:sldMk cId="1033869799" sldId="276"/>
            <ac:spMk id="3" creationId="{8647AB17-B76E-18EA-D306-23890E58911F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4" creationId="{D5846C27-4A1A-998B-D369-419D1C74B8A5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5" creationId="{7930680D-5B7C-A86A-0E5A-B58FC488F5CE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6" creationId="{2DF6542F-DC8D-407D-77B1-EE93B67EF502}"/>
          </ac:spMkLst>
        </pc:spChg>
        <pc:spChg chg="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7" creationId="{BE5C1233-5A92-3789-2673-19C720011ABC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8" creationId="{C19424E0-53C3-4F87-3901-138E4770ED5A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9" creationId="{09619290-C1EF-A23F-8A18-086D20355F8A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10" creationId="{767D96B6-74AB-BE7E-72C1-4EAD54A44C99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11" creationId="{FD6AF471-4C8E-55A9-7DE9-E5F5DB78D6ED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12" creationId="{C253F3C0-D919-BF7A-80A3-EA580B46F717}"/>
          </ac:spMkLst>
        </pc:spChg>
        <pc:spChg chg="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13" creationId="{7D7F79AB-68A2-E2E1-AA7A-847C9C9AD0B9}"/>
          </ac:spMkLst>
        </pc:spChg>
        <pc:spChg chg="add del mod">
          <ac:chgData name="Paper Slides" userId="b0030f7697c4fe97" providerId="LiveId" clId="{494D54AE-5443-5525-8077-CD7645E91735}" dt="2026-05-18T09:03:22.076" v="1154" actId="478"/>
          <ac:spMkLst>
            <pc:docMk/>
            <pc:sldMk cId="1033869799" sldId="276"/>
            <ac:spMk id="14" creationId="{7675B299-7A64-ED83-2266-66249D639671}"/>
          </ac:spMkLst>
        </pc:spChg>
        <pc:spChg chg="add del mod">
          <ac:chgData name="Paper Slides" userId="b0030f7697c4fe97" providerId="LiveId" clId="{494D54AE-5443-5525-8077-CD7645E91735}" dt="2026-05-18T09:01:07.999" v="1104" actId="478"/>
          <ac:spMkLst>
            <pc:docMk/>
            <pc:sldMk cId="1033869799" sldId="276"/>
            <ac:spMk id="17" creationId="{17250F22-DE08-F445-1459-BE0C23229A93}"/>
          </ac:spMkLst>
        </pc:spChg>
        <pc:spChg chg="add mod">
          <ac:chgData name="Paper Slides" userId="b0030f7697c4fe97" providerId="LiveId" clId="{494D54AE-5443-5525-8077-CD7645E91735}" dt="2026-05-19T03:58:24.836" v="2809" actId="12789"/>
          <ac:spMkLst>
            <pc:docMk/>
            <pc:sldMk cId="1033869799" sldId="276"/>
            <ac:spMk id="18" creationId="{EFFC524E-7F8B-105E-19E9-248018D88AF5}"/>
          </ac:spMkLst>
        </pc:spChg>
        <pc:spChg chg="add mod">
          <ac:chgData name="Paper Slides" userId="b0030f7697c4fe97" providerId="LiveId" clId="{494D54AE-5443-5525-8077-CD7645E91735}" dt="2026-05-18T09:08:15.806" v="1204" actId="1035"/>
          <ac:spMkLst>
            <pc:docMk/>
            <pc:sldMk cId="1033869799" sldId="276"/>
            <ac:spMk id="19" creationId="{F1A78B8A-F993-90BD-AA89-75B74DFBAE50}"/>
          </ac:spMkLst>
        </pc:spChg>
        <pc:spChg chg="add mod">
          <ac:chgData name="Paper Slides" userId="b0030f7697c4fe97" providerId="LiveId" clId="{494D54AE-5443-5525-8077-CD7645E91735}" dt="2026-05-18T09:08:15.806" v="1204" actId="1035"/>
          <ac:spMkLst>
            <pc:docMk/>
            <pc:sldMk cId="1033869799" sldId="276"/>
            <ac:spMk id="20" creationId="{67DF9ADB-38B6-6D71-65DE-CF1DAD6F5E7F}"/>
          </ac:spMkLst>
        </pc:spChg>
        <pc:spChg chg="add mod">
          <ac:chgData name="Paper Slides" userId="b0030f7697c4fe97" providerId="LiveId" clId="{494D54AE-5443-5525-8077-CD7645E91735}" dt="2026-05-18T09:11:22.633" v="1316" actId="207"/>
          <ac:spMkLst>
            <pc:docMk/>
            <pc:sldMk cId="1033869799" sldId="276"/>
            <ac:spMk id="21" creationId="{27ADC7F9-EAFB-B803-C1FA-8BA947D85890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22" creationId="{04924E96-7304-4F7B-9896-1FEF4FFC97E6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23" creationId="{43C8EDDA-544D-FB55-8682-BAD62C92ACEC}"/>
          </ac:spMkLst>
        </pc:spChg>
        <pc:spChg chg="add mod">
          <ac:chgData name="Paper Slides" userId="b0030f7697c4fe97" providerId="LiveId" clId="{494D54AE-5443-5525-8077-CD7645E91735}" dt="2026-05-19T03:58:13.976" v="2807" actId="12789"/>
          <ac:spMkLst>
            <pc:docMk/>
            <pc:sldMk cId="1033869799" sldId="276"/>
            <ac:spMk id="24" creationId="{A7017455-26D3-FE9E-F68A-A92067CE060F}"/>
          </ac:spMkLst>
        </pc:spChg>
        <pc:spChg chg="add mod">
          <ac:chgData name="Paper Slides" userId="b0030f7697c4fe97" providerId="LiveId" clId="{494D54AE-5443-5525-8077-CD7645E91735}" dt="2026-05-18T09:07:49.307" v="1192" actId="12788"/>
          <ac:spMkLst>
            <pc:docMk/>
            <pc:sldMk cId="1033869799" sldId="276"/>
            <ac:spMk id="25" creationId="{4F1A4AE1-FEFD-1D17-F68C-313CD3D4DB33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26" creationId="{DC72C363-8F42-DF47-9379-C2D38E4CB721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27" creationId="{8610016A-DA6F-17F3-DF18-E59D38E32A33}"/>
          </ac:spMkLst>
        </pc:spChg>
        <pc:spChg chg="add mod">
          <ac:chgData name="Paper Slides" userId="b0030f7697c4fe97" providerId="LiveId" clId="{494D54AE-5443-5525-8077-CD7645E91735}" dt="2026-05-19T03:57:57.895" v="2805" actId="12789"/>
          <ac:spMkLst>
            <pc:docMk/>
            <pc:sldMk cId="1033869799" sldId="276"/>
            <ac:spMk id="28" creationId="{1A274780-1F0B-07B6-0EBF-DA963962346C}"/>
          </ac:spMkLst>
        </pc:spChg>
        <pc:spChg chg="add mod">
          <ac:chgData name="Paper Slides" userId="b0030f7697c4fe97" providerId="LiveId" clId="{494D54AE-5443-5525-8077-CD7645E91735}" dt="2026-05-18T09:14:16.782" v="1347"/>
          <ac:spMkLst>
            <pc:docMk/>
            <pc:sldMk cId="1033869799" sldId="276"/>
            <ac:spMk id="29" creationId="{CE364F33-614F-F1AA-66D0-ED828FB2B72F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30" creationId="{2D92BFDC-24C1-DC70-7B71-AA34E9C43DEA}"/>
          </ac:spMkLst>
        </pc:spChg>
        <pc:spChg chg="add mod">
          <ac:chgData name="Paper Slides" userId="b0030f7697c4fe97" providerId="LiveId" clId="{494D54AE-5443-5525-8077-CD7645E91735}" dt="2026-05-18T09:13:23.726" v="1343" actId="14100"/>
          <ac:spMkLst>
            <pc:docMk/>
            <pc:sldMk cId="1033869799" sldId="276"/>
            <ac:spMk id="31" creationId="{2EF66F46-A407-DA84-5AA5-656B35960968}"/>
          </ac:spMkLst>
        </pc:spChg>
        <pc:spChg chg="add mod">
          <ac:chgData name="Paper Slides" userId="b0030f7697c4fe97" providerId="LiveId" clId="{494D54AE-5443-5525-8077-CD7645E91735}" dt="2026-05-19T03:57:41.828" v="2803" actId="12789"/>
          <ac:spMkLst>
            <pc:docMk/>
            <pc:sldMk cId="1033869799" sldId="276"/>
            <ac:spMk id="32" creationId="{359CA359-4F90-AEDF-4A58-F788E0C593A1}"/>
          </ac:spMkLst>
        </pc:spChg>
        <pc:spChg chg="add del mod">
          <ac:chgData name="Paper Slides" userId="b0030f7697c4fe97" providerId="LiveId" clId="{494D54AE-5443-5525-8077-CD7645E91735}" dt="2026-05-18T09:11:29.198" v="1319"/>
          <ac:spMkLst>
            <pc:docMk/>
            <pc:sldMk cId="1033869799" sldId="276"/>
            <ac:spMk id="43" creationId="{EF6B5495-C402-EC45-72AF-E0F21C43CBAA}"/>
          </ac:spMkLst>
        </pc:spChg>
        <pc:spChg chg="add mod">
          <ac:chgData name="Paper Slides" userId="b0030f7697c4fe97" providerId="LiveId" clId="{494D54AE-5443-5525-8077-CD7645E91735}" dt="2026-05-18T09:17:38.164" v="1421" actId="1036"/>
          <ac:spMkLst>
            <pc:docMk/>
            <pc:sldMk cId="1033869799" sldId="276"/>
            <ac:spMk id="44" creationId="{0EF8723D-26CE-97CF-3CCF-FF81C1662E3A}"/>
          </ac:spMkLst>
        </pc:spChg>
        <pc:spChg chg="add mod">
          <ac:chgData name="Paper Slides" userId="b0030f7697c4fe97" providerId="LiveId" clId="{494D54AE-5443-5525-8077-CD7645E91735}" dt="2026-05-18T09:27:12.621" v="1570" actId="14100"/>
          <ac:spMkLst>
            <pc:docMk/>
            <pc:sldMk cId="1033869799" sldId="276"/>
            <ac:spMk id="46" creationId="{BA8A5057-AF72-F5AD-6054-1D9A773B1250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47" creationId="{93F5B248-2318-186A-AD32-6F355BDD2947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48" creationId="{EB53DFF1-00BA-C948-864A-2F35740AF599}"/>
          </ac:spMkLst>
        </pc:spChg>
        <pc:spChg chg="add mod">
          <ac:chgData name="Paper Slides" userId="b0030f7697c4fe97" providerId="LiveId" clId="{494D54AE-5443-5525-8077-CD7645E91735}" dt="2026-05-18T09:27:12.621" v="1570" actId="14100"/>
          <ac:spMkLst>
            <pc:docMk/>
            <pc:sldMk cId="1033869799" sldId="276"/>
            <ac:spMk id="49" creationId="{F0CEE40A-24EB-4DE9-D6DB-BD4C879282FB}"/>
          </ac:spMkLst>
        </pc:spChg>
        <pc:spChg chg="add mod">
          <ac:chgData name="Paper Slides" userId="b0030f7697c4fe97" providerId="LiveId" clId="{494D54AE-5443-5525-8077-CD7645E91735}" dt="2026-05-18T09:27:12.621" v="1570" actId="14100"/>
          <ac:spMkLst>
            <pc:docMk/>
            <pc:sldMk cId="1033869799" sldId="276"/>
            <ac:spMk id="50" creationId="{1EE2C05B-7C7F-7D74-2BA4-E734E029FFF5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51" creationId="{0746243A-B26A-1003-438D-6A35C54B620E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52" creationId="{C1668C3A-0BF3-F58C-546C-4F31F55C160E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53" creationId="{1410052E-4ED6-152E-D322-86622CA830AB}"/>
          </ac:spMkLst>
        </pc:spChg>
        <pc:spChg chg="add mod">
          <ac:chgData name="Paper Slides" userId="b0030f7697c4fe97" providerId="LiveId" clId="{494D54AE-5443-5525-8077-CD7645E91735}" dt="2026-05-18T09:27:22.304" v="1571" actId="1036"/>
          <ac:spMkLst>
            <pc:docMk/>
            <pc:sldMk cId="1033869799" sldId="276"/>
            <ac:spMk id="54" creationId="{EDD59A64-DC47-D703-E7B9-93AE11048BEE}"/>
          </ac:spMkLst>
        </pc:spChg>
        <pc:spChg chg="add mod">
          <ac:chgData name="Paper Slides" userId="b0030f7697c4fe97" providerId="LiveId" clId="{494D54AE-5443-5525-8077-CD7645E91735}" dt="2026-05-19T03:58:13.976" v="2807" actId="12789"/>
          <ac:spMkLst>
            <pc:docMk/>
            <pc:sldMk cId="1033869799" sldId="276"/>
            <ac:spMk id="64" creationId="{C093041C-06AC-EF98-6417-173D9DA445E8}"/>
          </ac:spMkLst>
        </pc:spChg>
        <pc:spChg chg="add mod">
          <ac:chgData name="Paper Slides" userId="b0030f7697c4fe97" providerId="LiveId" clId="{494D54AE-5443-5525-8077-CD7645E91735}" dt="2026-05-19T03:57:41.828" v="2803" actId="12789"/>
          <ac:spMkLst>
            <pc:docMk/>
            <pc:sldMk cId="1033869799" sldId="276"/>
            <ac:spMk id="65" creationId="{F7E21355-C8D8-54A5-FB9B-C53A8EF92778}"/>
          </ac:spMkLst>
        </pc:spChg>
        <pc:spChg chg="add mod">
          <ac:chgData name="Paper Slides" userId="b0030f7697c4fe97" providerId="LiveId" clId="{494D54AE-5443-5525-8077-CD7645E91735}" dt="2026-05-19T03:57:57.895" v="2805" actId="12789"/>
          <ac:spMkLst>
            <pc:docMk/>
            <pc:sldMk cId="1033869799" sldId="276"/>
            <ac:spMk id="66" creationId="{B25373B7-C7C3-D3A7-D66A-BBB04A883D92}"/>
          </ac:spMkLst>
        </pc:spChg>
        <pc:spChg chg="add mod">
          <ac:chgData name="Paper Slides" userId="b0030f7697c4fe97" providerId="LiveId" clId="{494D54AE-5443-5525-8077-CD7645E91735}" dt="2026-05-19T03:58:24.836" v="2809" actId="12789"/>
          <ac:spMkLst>
            <pc:docMk/>
            <pc:sldMk cId="1033869799" sldId="276"/>
            <ac:spMk id="67" creationId="{260F46A3-9030-9832-16C0-28489E0E1202}"/>
          </ac:spMkLst>
        </pc:spChg>
        <pc:picChg chg="add mod">
          <ac:chgData name="Paper Slides" userId="b0030f7697c4fe97" providerId="LiveId" clId="{494D54AE-5443-5525-8077-CD7645E91735}" dt="2026-05-18T09:19:42.666" v="1447" actId="34135"/>
          <ac:picMkLst>
            <pc:docMk/>
            <pc:sldMk cId="1033869799" sldId="276"/>
            <ac:picMk id="61" creationId="{F39B36AD-6521-13CC-4030-4385EBB47EA5}"/>
          </ac:picMkLst>
        </pc:picChg>
        <pc:cxnChg chg="add mod">
          <ac:chgData name="Paper Slides" userId="b0030f7697c4fe97" providerId="LiveId" clId="{494D54AE-5443-5525-8077-CD7645E91735}" dt="2026-05-18T09:19:54.562" v="1541" actId="692"/>
          <ac:cxnSpMkLst>
            <pc:docMk/>
            <pc:sldMk cId="1033869799" sldId="276"/>
            <ac:cxnSpMk id="15" creationId="{AEF1EB00-33DA-2B43-B0E7-1AAA97C08289}"/>
          </ac:cxnSpMkLst>
        </pc:cxnChg>
        <pc:cxnChg chg="add mod">
          <ac:chgData name="Paper Slides" userId="b0030f7697c4fe97" providerId="LiveId" clId="{494D54AE-5443-5525-8077-CD7645E91735}" dt="2026-05-19T03:59:01.658" v="2811" actId="1035"/>
          <ac:cxnSpMkLst>
            <pc:docMk/>
            <pc:sldMk cId="1033869799" sldId="276"/>
            <ac:cxnSpMk id="16" creationId="{3DB4229A-44C4-39B4-EF63-93CAB2C328C7}"/>
          </ac:cxnSpMkLst>
        </pc:cxnChg>
        <pc:cxnChg chg="add mod">
          <ac:chgData name="Paper Slides" userId="b0030f7697c4fe97" providerId="LiveId" clId="{494D54AE-5443-5525-8077-CD7645E91735}" dt="2026-05-18T09:07:43.049" v="1191" actId="12788"/>
          <ac:cxnSpMkLst>
            <pc:docMk/>
            <pc:sldMk cId="1033869799" sldId="276"/>
            <ac:cxnSpMk id="33" creationId="{18317600-6831-3170-71CF-576CEBA126E0}"/>
          </ac:cxnSpMkLst>
        </pc:cxnChg>
        <pc:cxnChg chg="add mod">
          <ac:chgData name="Paper Slides" userId="b0030f7697c4fe97" providerId="LiveId" clId="{494D54AE-5443-5525-8077-CD7645E91735}" dt="2026-05-18T09:07:49.307" v="1192" actId="12788"/>
          <ac:cxnSpMkLst>
            <pc:docMk/>
            <pc:sldMk cId="1033869799" sldId="276"/>
            <ac:cxnSpMk id="37" creationId="{428B0C2B-E5D8-CD42-74B4-9E7F46813B4D}"/>
          </ac:cxnSpMkLst>
        </pc:cxnChg>
        <pc:cxnChg chg="add mod">
          <ac:chgData name="Paper Slides" userId="b0030f7697c4fe97" providerId="LiveId" clId="{494D54AE-5443-5525-8077-CD7645E91735}" dt="2026-05-18T09:07:55.577" v="1193" actId="12788"/>
          <ac:cxnSpMkLst>
            <pc:docMk/>
            <pc:sldMk cId="1033869799" sldId="276"/>
            <ac:cxnSpMk id="40" creationId="{4B723D69-BFEE-8595-EF38-E2F7B9E17A87}"/>
          </ac:cxnSpMkLst>
        </pc:cxnChg>
        <pc:cxnChg chg="add mod">
          <ac:chgData name="Paper Slides" userId="b0030f7697c4fe97" providerId="LiveId" clId="{494D54AE-5443-5525-8077-CD7645E91735}" dt="2026-05-18T09:27:12.621" v="1570" actId="14100"/>
          <ac:cxnSpMkLst>
            <pc:docMk/>
            <pc:sldMk cId="1033869799" sldId="276"/>
            <ac:cxnSpMk id="55" creationId="{52495794-379B-CBCA-FB46-D591A1DFCF46}"/>
          </ac:cxnSpMkLst>
        </pc:cxnChg>
        <pc:cxnChg chg="add mod">
          <ac:chgData name="Paper Slides" userId="b0030f7697c4fe97" providerId="LiveId" clId="{494D54AE-5443-5525-8077-CD7645E91735}" dt="2026-05-18T09:27:12.621" v="1570" actId="14100"/>
          <ac:cxnSpMkLst>
            <pc:docMk/>
            <pc:sldMk cId="1033869799" sldId="276"/>
            <ac:cxnSpMk id="58" creationId="{3155A1EF-0239-7120-8BAD-78FE2D7EFDB4}"/>
          </ac:cxnSpMkLst>
        </pc:cxnChg>
      </pc:sldChg>
      <pc:sldChg chg="addSp delSp modSp new mod modTransition modClrScheme chgLayout">
        <pc:chgData name="Paper Slides" userId="b0030f7697c4fe97" providerId="LiveId" clId="{494D54AE-5443-5525-8077-CD7645E91735}" dt="2026-05-19T12:11:29.071" v="2901" actId="478"/>
        <pc:sldMkLst>
          <pc:docMk/>
          <pc:sldMk cId="1573317882" sldId="277"/>
        </pc:sldMkLst>
        <pc:spChg chg="del mod ord">
          <ac:chgData name="Paper Slides" userId="b0030f7697c4fe97" providerId="LiveId" clId="{494D54AE-5443-5525-8077-CD7645E91735}" dt="2026-05-18T09:20:39.673" v="1543" actId="700"/>
          <ac:spMkLst>
            <pc:docMk/>
            <pc:sldMk cId="1573317882" sldId="277"/>
            <ac:spMk id="2" creationId="{395DF985-DF41-8C03-8C7C-BB4828D8678D}"/>
          </ac:spMkLst>
        </pc:spChg>
        <pc:spChg chg="add mod ord">
          <ac:chgData name="Paper Slides" userId="b0030f7697c4fe97" providerId="LiveId" clId="{494D54AE-5443-5525-8077-CD7645E91735}" dt="2026-05-18T11:23:04.359" v="1895" actId="6264"/>
          <ac:spMkLst>
            <pc:docMk/>
            <pc:sldMk cId="1573317882" sldId="277"/>
            <ac:spMk id="3" creationId="{CBD8A3A9-4C2E-5775-FB7C-381845F689D5}"/>
          </ac:spMkLst>
        </pc:spChg>
        <pc:spChg chg="add mod">
          <ac:chgData name="Paper Slides" userId="b0030f7697c4fe97" providerId="LiveId" clId="{494D54AE-5443-5525-8077-CD7645E91735}" dt="2026-05-18T11:08:20.934" v="1634" actId="14100"/>
          <ac:spMkLst>
            <pc:docMk/>
            <pc:sldMk cId="1573317882" sldId="277"/>
            <ac:spMk id="4" creationId="{ED94D37A-C48A-E31B-0976-9B83F745931A}"/>
          </ac:spMkLst>
        </pc:spChg>
        <pc:spChg chg="add del mod">
          <ac:chgData name="Paper Slides" userId="b0030f7697c4fe97" providerId="LiveId" clId="{494D54AE-5443-5525-8077-CD7645E91735}" dt="2026-05-18T11:08:26.438" v="1635" actId="478"/>
          <ac:spMkLst>
            <pc:docMk/>
            <pc:sldMk cId="1573317882" sldId="277"/>
            <ac:spMk id="5" creationId="{D627AD9F-5CD1-FFA3-A701-740753D52F4C}"/>
          </ac:spMkLst>
        </pc:spChg>
        <pc:spChg chg="add mod">
          <ac:chgData name="Paper Slides" userId="b0030f7697c4fe97" providerId="LiveId" clId="{494D54AE-5443-5525-8077-CD7645E91735}" dt="2026-05-19T12:11:26.048" v="2900" actId="478"/>
          <ac:spMkLst>
            <pc:docMk/>
            <pc:sldMk cId="1573317882" sldId="277"/>
            <ac:spMk id="5" creationId="{E9877794-7464-4F53-B0D4-EC09D0072ED1}"/>
          </ac:spMkLst>
        </pc:spChg>
        <pc:spChg chg="add del mod">
          <ac:chgData name="Paper Slides" userId="b0030f7697c4fe97" providerId="LiveId" clId="{494D54AE-5443-5525-8077-CD7645E91735}" dt="2026-05-18T11:08:26.438" v="1635" actId="478"/>
          <ac:spMkLst>
            <pc:docMk/>
            <pc:sldMk cId="1573317882" sldId="277"/>
            <ac:spMk id="6" creationId="{4F283F88-0B26-C7A4-3B1F-98B7BBD68304}"/>
          </ac:spMkLst>
        </pc:spChg>
        <pc:spChg chg="add mod">
          <ac:chgData name="Paper Slides" userId="b0030f7697c4fe97" providerId="LiveId" clId="{494D54AE-5443-5525-8077-CD7645E91735}" dt="2026-05-18T11:13:52.547" v="1733" actId="1036"/>
          <ac:spMkLst>
            <pc:docMk/>
            <pc:sldMk cId="1573317882" sldId="277"/>
            <ac:spMk id="7" creationId="{659640A0-77D7-ECE1-8DBF-0C3EA3C5BFEA}"/>
          </ac:spMkLst>
        </pc:spChg>
        <pc:spChg chg="add mod">
          <ac:chgData name="Paper Slides" userId="b0030f7697c4fe97" providerId="LiveId" clId="{494D54AE-5443-5525-8077-CD7645E91735}" dt="2026-05-18T11:16:25.212" v="1765" actId="12789"/>
          <ac:spMkLst>
            <pc:docMk/>
            <pc:sldMk cId="1573317882" sldId="277"/>
            <ac:spMk id="8" creationId="{40BB542D-80CA-A3C9-469A-854070EF140C}"/>
          </ac:spMkLst>
        </pc:spChg>
        <pc:spChg chg="add del mod">
          <ac:chgData name="Paper Slides" userId="b0030f7697c4fe97" providerId="LiveId" clId="{494D54AE-5443-5525-8077-CD7645E91735}" dt="2026-05-18T09:26:33.042" v="1567"/>
          <ac:spMkLst>
            <pc:docMk/>
            <pc:sldMk cId="1573317882" sldId="277"/>
            <ac:spMk id="9" creationId="{6FF44415-B385-C984-E325-0A2B8FADDDB8}"/>
          </ac:spMkLst>
        </pc:spChg>
        <pc:spChg chg="add mod">
          <ac:chgData name="Paper Slides" userId="b0030f7697c4fe97" providerId="LiveId" clId="{494D54AE-5443-5525-8077-CD7645E91735}" dt="2026-05-19T12:11:26.048" v="2900" actId="478"/>
          <ac:spMkLst>
            <pc:docMk/>
            <pc:sldMk cId="1573317882" sldId="277"/>
            <ac:spMk id="9" creationId="{715ACC21-E510-3A72-4735-981E776AF1BE}"/>
          </ac:spMkLst>
        </pc:spChg>
        <pc:spChg chg="add mod">
          <ac:chgData name="Paper Slides" userId="b0030f7697c4fe97" providerId="LiveId" clId="{494D54AE-5443-5525-8077-CD7645E91735}" dt="2026-05-18T11:07:20.696" v="1629" actId="1036"/>
          <ac:spMkLst>
            <pc:docMk/>
            <pc:sldMk cId="1573317882" sldId="277"/>
            <ac:spMk id="10" creationId="{D84E0CB4-8FC5-D226-AC56-B88EF32D9DC8}"/>
          </ac:spMkLst>
        </pc:spChg>
        <pc:spChg chg="add mod">
          <ac:chgData name="Paper Slides" userId="b0030f7697c4fe97" providerId="LiveId" clId="{494D54AE-5443-5525-8077-CD7645E91735}" dt="2026-05-18T11:09:48.970" v="1640" actId="207"/>
          <ac:spMkLst>
            <pc:docMk/>
            <pc:sldMk cId="1573317882" sldId="277"/>
            <ac:spMk id="11" creationId="{7A8B4901-A891-BECF-E72A-0E8D379FB329}"/>
          </ac:spMkLst>
        </pc:spChg>
        <pc:spChg chg="add mod">
          <ac:chgData name="Paper Slides" userId="b0030f7697c4fe97" providerId="LiveId" clId="{494D54AE-5443-5525-8077-CD7645E91735}" dt="2026-05-19T04:01:02.053" v="2813"/>
          <ac:spMkLst>
            <pc:docMk/>
            <pc:sldMk cId="1573317882" sldId="277"/>
            <ac:spMk id="12" creationId="{4D66E529-2A88-9487-BFB9-0172CB011075}"/>
          </ac:spMkLst>
        </pc:spChg>
        <pc:spChg chg="add mod">
          <ac:chgData name="Paper Slides" userId="b0030f7697c4fe97" providerId="LiveId" clId="{494D54AE-5443-5525-8077-CD7645E91735}" dt="2026-05-18T11:07:20.696" v="1629" actId="1036"/>
          <ac:spMkLst>
            <pc:docMk/>
            <pc:sldMk cId="1573317882" sldId="277"/>
            <ac:spMk id="13" creationId="{6201E9D8-25FD-94F3-91A5-EE8E835E5B87}"/>
          </ac:spMkLst>
        </pc:spChg>
        <pc:spChg chg="add mod">
          <ac:chgData name="Paper Slides" userId="b0030f7697c4fe97" providerId="LiveId" clId="{494D54AE-5443-5525-8077-CD7645E91735}" dt="2026-05-18T11:09:56.042" v="1641" actId="207"/>
          <ac:spMkLst>
            <pc:docMk/>
            <pc:sldMk cId="1573317882" sldId="277"/>
            <ac:spMk id="14" creationId="{52B07AFD-2998-8367-3A90-3B76DA32CD43}"/>
          </ac:spMkLst>
        </pc:spChg>
        <pc:spChg chg="add mod">
          <ac:chgData name="Paper Slides" userId="b0030f7697c4fe97" providerId="LiveId" clId="{494D54AE-5443-5525-8077-CD7645E91735}" dt="2026-05-18T11:06:28.698" v="1611" actId="571"/>
          <ac:spMkLst>
            <pc:docMk/>
            <pc:sldMk cId="1573317882" sldId="277"/>
            <ac:spMk id="15" creationId="{F7E47074-29B2-C3DE-AA12-9CAABC84D958}"/>
          </ac:spMkLst>
        </pc:spChg>
        <pc:spChg chg="add mod">
          <ac:chgData name="Paper Slides" userId="b0030f7697c4fe97" providerId="LiveId" clId="{494D54AE-5443-5525-8077-CD7645E91735}" dt="2026-05-19T12:11:26.048" v="2900" actId="478"/>
          <ac:spMkLst>
            <pc:docMk/>
            <pc:sldMk cId="1573317882" sldId="277"/>
            <ac:spMk id="16" creationId="{4860D5CF-971B-23A0-238C-3D680D456EEC}"/>
          </ac:spMkLst>
        </pc:spChg>
        <pc:spChg chg="add mod">
          <ac:chgData name="Paper Slides" userId="b0030f7697c4fe97" providerId="LiveId" clId="{494D54AE-5443-5525-8077-CD7645E91735}" dt="2026-05-18T11:06:28.698" v="1611" actId="571"/>
          <ac:spMkLst>
            <pc:docMk/>
            <pc:sldMk cId="1573317882" sldId="277"/>
            <ac:spMk id="16" creationId="{623F9855-6291-8FC7-C241-DFCC3B15CE64}"/>
          </ac:spMkLst>
        </pc:spChg>
        <pc:spChg chg="add mod">
          <ac:chgData name="Paper Slides" userId="b0030f7697c4fe97" providerId="LiveId" clId="{494D54AE-5443-5525-8077-CD7645E91735}" dt="2026-05-19T04:01:15.032" v="2815"/>
          <ac:spMkLst>
            <pc:docMk/>
            <pc:sldMk cId="1573317882" sldId="277"/>
            <ac:spMk id="17" creationId="{543E7363-A088-A341-B6F3-2321AA1102FE}"/>
          </ac:spMkLst>
        </pc:spChg>
        <pc:spChg chg="add mod">
          <ac:chgData name="Paper Slides" userId="b0030f7697c4fe97" providerId="LiveId" clId="{494D54AE-5443-5525-8077-CD7645E91735}" dt="2026-05-18T11:07:20.696" v="1629" actId="1036"/>
          <ac:spMkLst>
            <pc:docMk/>
            <pc:sldMk cId="1573317882" sldId="277"/>
            <ac:spMk id="18" creationId="{D4A91612-E050-22B5-8811-9CEB31F948DF}"/>
          </ac:spMkLst>
        </pc:spChg>
        <pc:spChg chg="add mod">
          <ac:chgData name="Paper Slides" userId="b0030f7697c4fe97" providerId="LiveId" clId="{494D54AE-5443-5525-8077-CD7645E91735}" dt="2026-05-19T04:01:15.032" v="2815"/>
          <ac:spMkLst>
            <pc:docMk/>
            <pc:sldMk cId="1573317882" sldId="277"/>
            <ac:spMk id="19" creationId="{7B52E609-F113-8E03-78E8-99AFDCF5B355}"/>
          </ac:spMkLst>
        </pc:spChg>
        <pc:spChg chg="add mod">
          <ac:chgData name="Paper Slides" userId="b0030f7697c4fe97" providerId="LiveId" clId="{494D54AE-5443-5525-8077-CD7645E91735}" dt="2026-05-18T11:07:20.696" v="1629" actId="1036"/>
          <ac:spMkLst>
            <pc:docMk/>
            <pc:sldMk cId="1573317882" sldId="277"/>
            <ac:spMk id="20" creationId="{A7A290D4-9DE3-1ED3-05D8-FC6B6A8AF5AF}"/>
          </ac:spMkLst>
        </pc:spChg>
        <pc:spChg chg="add mod">
          <ac:chgData name="Paper Slides" userId="b0030f7697c4fe97" providerId="LiveId" clId="{494D54AE-5443-5525-8077-CD7645E91735}" dt="2026-05-18T11:23:07.852" v="1897" actId="1076"/>
          <ac:spMkLst>
            <pc:docMk/>
            <pc:sldMk cId="1573317882" sldId="277"/>
            <ac:spMk id="21" creationId="{8BE7CD3B-F723-7AD3-3192-B944AB78BC39}"/>
          </ac:spMkLst>
        </pc:spChg>
        <pc:spChg chg="add mod">
          <ac:chgData name="Paper Slides" userId="b0030f7697c4fe97" providerId="LiveId" clId="{494D54AE-5443-5525-8077-CD7645E91735}" dt="2026-05-18T11:08:47.521" v="1637" actId="1076"/>
          <ac:spMkLst>
            <pc:docMk/>
            <pc:sldMk cId="1573317882" sldId="277"/>
            <ac:spMk id="23" creationId="{E0692B31-CD98-ECE9-F219-177164C33BD1}"/>
          </ac:spMkLst>
        </pc:spChg>
        <pc:spChg chg="add mod">
          <ac:chgData name="Paper Slides" userId="b0030f7697c4fe97" providerId="LiveId" clId="{494D54AE-5443-5525-8077-CD7645E91735}" dt="2026-05-18T11:10:15.594" v="1647"/>
          <ac:spMkLst>
            <pc:docMk/>
            <pc:sldMk cId="1573317882" sldId="277"/>
            <ac:spMk id="24" creationId="{6CC33F1E-0EF8-6D95-7C48-E925E8F564C6}"/>
          </ac:spMkLst>
        </pc:spChg>
        <pc:spChg chg="add mod">
          <ac:chgData name="Paper Slides" userId="b0030f7697c4fe97" providerId="LiveId" clId="{494D54AE-5443-5525-8077-CD7645E91735}" dt="2026-05-18T11:11:12.717" v="1661" actId="20577"/>
          <ac:spMkLst>
            <pc:docMk/>
            <pc:sldMk cId="1573317882" sldId="277"/>
            <ac:spMk id="25" creationId="{55B51E2E-0610-2704-27F5-F8F4DF92E253}"/>
          </ac:spMkLst>
        </pc:spChg>
        <pc:spChg chg="add mod">
          <ac:chgData name="Paper Slides" userId="b0030f7697c4fe97" providerId="LiveId" clId="{494D54AE-5443-5525-8077-CD7645E91735}" dt="2026-05-19T04:01:50.116" v="2819"/>
          <ac:spMkLst>
            <pc:docMk/>
            <pc:sldMk cId="1573317882" sldId="277"/>
            <ac:spMk id="26" creationId="{412E0E8E-522E-7A5C-20BE-9D8D95BE76D3}"/>
          </ac:spMkLst>
        </pc:spChg>
        <pc:spChg chg="add mod">
          <ac:chgData name="Paper Slides" userId="b0030f7697c4fe97" providerId="LiveId" clId="{494D54AE-5443-5525-8077-CD7645E91735}" dt="2026-05-18T11:13:11.001" v="1717" actId="20577"/>
          <ac:spMkLst>
            <pc:docMk/>
            <pc:sldMk cId="1573317882" sldId="277"/>
            <ac:spMk id="27" creationId="{53910B65-055A-59FD-E6C3-56B02749FB6A}"/>
          </ac:spMkLst>
        </pc:spChg>
        <pc:spChg chg="add mod">
          <ac:chgData name="Paper Slides" userId="b0030f7697c4fe97" providerId="LiveId" clId="{494D54AE-5443-5525-8077-CD7645E91735}" dt="2026-05-18T11:10:34.375" v="1653"/>
          <ac:spMkLst>
            <pc:docMk/>
            <pc:sldMk cId="1573317882" sldId="277"/>
            <ac:spMk id="28" creationId="{F9DD4390-A83A-960D-55E6-7189649CB73B}"/>
          </ac:spMkLst>
        </pc:spChg>
        <pc:spChg chg="add mod">
          <ac:chgData name="Paper Slides" userId="b0030f7697c4fe97" providerId="LiveId" clId="{494D54AE-5443-5525-8077-CD7645E91735}" dt="2026-05-19T04:01:50.116" v="2819"/>
          <ac:spMkLst>
            <pc:docMk/>
            <pc:sldMk cId="1573317882" sldId="277"/>
            <ac:spMk id="29" creationId="{A5672D25-05C6-0A92-C00F-7D4EBDBD2B81}"/>
          </ac:spMkLst>
        </pc:spChg>
        <pc:spChg chg="mod">
          <ac:chgData name="Paper Slides" userId="b0030f7697c4fe97" providerId="LiveId" clId="{494D54AE-5443-5525-8077-CD7645E91735}" dt="2026-05-18T11:13:17.742" v="1724" actId="20577"/>
          <ac:spMkLst>
            <pc:docMk/>
            <pc:sldMk cId="1573317882" sldId="277"/>
            <ac:spMk id="30" creationId="{155CD567-234D-0912-37E6-BBDE7D58E93E}"/>
          </ac:spMkLst>
        </pc:spChg>
        <pc:spChg chg="add mod">
          <ac:chgData name="Paper Slides" userId="b0030f7697c4fe97" providerId="LiveId" clId="{494D54AE-5443-5525-8077-CD7645E91735}" dt="2026-05-19T04:01:50.116" v="2819"/>
          <ac:spMkLst>
            <pc:docMk/>
            <pc:sldMk cId="1573317882" sldId="277"/>
            <ac:spMk id="31" creationId="{ABB46C5C-EF9E-B682-9B09-95B918B032E5}"/>
          </ac:spMkLst>
        </pc:spChg>
        <pc:spChg chg="add mod">
          <ac:chgData name="Paper Slides" userId="b0030f7697c4fe97" providerId="LiveId" clId="{494D54AE-5443-5525-8077-CD7645E91735}" dt="2026-05-18T11:13:23.927" v="1727" actId="20577"/>
          <ac:spMkLst>
            <pc:docMk/>
            <pc:sldMk cId="1573317882" sldId="277"/>
            <ac:spMk id="32" creationId="{7035BCCD-AFE8-98DE-DE16-52E73B59EC7D}"/>
          </ac:spMkLst>
        </pc:spChg>
        <pc:spChg chg="add mod">
          <ac:chgData name="Paper Slides" userId="b0030f7697c4fe97" providerId="LiveId" clId="{494D54AE-5443-5525-8077-CD7645E91735}" dt="2026-05-18T11:09:32.756" v="1639" actId="1035"/>
          <ac:spMkLst>
            <pc:docMk/>
            <pc:sldMk cId="1573317882" sldId="277"/>
            <ac:spMk id="33" creationId="{AE580F06-067E-14B4-F123-787229B44D8C}"/>
          </ac:spMkLst>
        </pc:spChg>
        <pc:spChg chg="add mod">
          <ac:chgData name="Paper Slides" userId="b0030f7697c4fe97" providerId="LiveId" clId="{494D54AE-5443-5525-8077-CD7645E91735}" dt="2026-05-19T12:11:29.071" v="2901" actId="478"/>
          <ac:spMkLst>
            <pc:docMk/>
            <pc:sldMk cId="1573317882" sldId="277"/>
            <ac:spMk id="34" creationId="{0F764868-DBA0-EE02-9938-1A2421659187}"/>
          </ac:spMkLst>
        </pc:spChg>
        <pc:spChg chg="add mod">
          <ac:chgData name="Paper Slides" userId="b0030f7697c4fe97" providerId="LiveId" clId="{494D54AE-5443-5525-8077-CD7645E91735}" dt="2026-05-18T11:09:18.677" v="1638" actId="571"/>
          <ac:spMkLst>
            <pc:docMk/>
            <pc:sldMk cId="1573317882" sldId="277"/>
            <ac:spMk id="35" creationId="{C6AE8663-3F8F-FF42-80F1-BFD7491F31ED}"/>
          </ac:spMkLst>
        </pc:spChg>
        <pc:spChg chg="add mod">
          <ac:chgData name="Paper Slides" userId="b0030f7697c4fe97" providerId="LiveId" clId="{494D54AE-5443-5525-8077-CD7645E91735}" dt="2026-05-18T11:10:07.024" v="1644"/>
          <ac:spMkLst>
            <pc:docMk/>
            <pc:sldMk cId="1573317882" sldId="277"/>
            <ac:spMk id="36" creationId="{BBEEC046-AC6E-56BF-D942-EE93A717809A}"/>
          </ac:spMkLst>
        </pc:spChg>
        <pc:spChg chg="add mod">
          <ac:chgData name="Paper Slides" userId="b0030f7697c4fe97" providerId="LiveId" clId="{494D54AE-5443-5525-8077-CD7645E91735}" dt="2026-05-18T11:10:48.848" v="1656"/>
          <ac:spMkLst>
            <pc:docMk/>
            <pc:sldMk cId="1573317882" sldId="277"/>
            <ac:spMk id="37" creationId="{74A3BA01-36E0-8FE9-3BCE-8F8A616DB064}"/>
          </ac:spMkLst>
        </pc:spChg>
        <pc:spChg chg="add mod">
          <ac:chgData name="Paper Slides" userId="b0030f7697c4fe97" providerId="LiveId" clId="{494D54AE-5443-5525-8077-CD7645E91735}" dt="2026-05-19T04:01:41.492" v="2817"/>
          <ac:spMkLst>
            <pc:docMk/>
            <pc:sldMk cId="1573317882" sldId="277"/>
            <ac:spMk id="38" creationId="{43146375-5597-5210-DD62-480798F0F0F2}"/>
          </ac:spMkLst>
        </pc:spChg>
        <pc:spChg chg="add mod">
          <ac:chgData name="Paper Slides" userId="b0030f7697c4fe97" providerId="LiveId" clId="{494D54AE-5443-5525-8077-CD7645E91735}" dt="2026-05-18T11:12:50.054" v="1703" actId="20577"/>
          <ac:spMkLst>
            <pc:docMk/>
            <pc:sldMk cId="1573317882" sldId="277"/>
            <ac:spMk id="39" creationId="{1A4B2E8E-7B5A-D75A-7EE3-A6E5147B312B}"/>
          </ac:spMkLst>
        </pc:spChg>
        <pc:spChg chg="mod">
          <ac:chgData name="Paper Slides" userId="b0030f7697c4fe97" providerId="LiveId" clId="{494D54AE-5443-5525-8077-CD7645E91735}" dt="2026-05-18T11:10:26.531" v="1650"/>
          <ac:spMkLst>
            <pc:docMk/>
            <pc:sldMk cId="1573317882" sldId="277"/>
            <ac:spMk id="40" creationId="{01316C12-4DEA-D3AE-3553-4CBA8B9DAE05}"/>
          </ac:spMkLst>
        </pc:spChg>
        <pc:spChg chg="add mod">
          <ac:chgData name="Paper Slides" userId="b0030f7697c4fe97" providerId="LiveId" clId="{494D54AE-5443-5525-8077-CD7645E91735}" dt="2026-05-19T04:01:41.492" v="2817"/>
          <ac:spMkLst>
            <pc:docMk/>
            <pc:sldMk cId="1573317882" sldId="277"/>
            <ac:spMk id="41" creationId="{AD0D91AA-C60B-5495-5C4D-2A711FC58D2F}"/>
          </ac:spMkLst>
        </pc:spChg>
        <pc:spChg chg="add mod">
          <ac:chgData name="Paper Slides" userId="b0030f7697c4fe97" providerId="LiveId" clId="{494D54AE-5443-5525-8077-CD7645E91735}" dt="2026-05-18T11:12:58.256" v="1706" actId="20577"/>
          <ac:spMkLst>
            <pc:docMk/>
            <pc:sldMk cId="1573317882" sldId="277"/>
            <ac:spMk id="42" creationId="{95C2D771-DB20-7ADD-AFD3-167AE5111829}"/>
          </ac:spMkLst>
        </pc:spChg>
        <pc:spChg chg="add mod">
          <ac:chgData name="Paper Slides" userId="b0030f7697c4fe97" providerId="LiveId" clId="{494D54AE-5443-5525-8077-CD7645E91735}" dt="2026-05-19T04:01:41.492" v="2817"/>
          <ac:spMkLst>
            <pc:docMk/>
            <pc:sldMk cId="1573317882" sldId="277"/>
            <ac:spMk id="43" creationId="{EA73C2E6-6892-5BD8-4BFF-A00A9FFF14F9}"/>
          </ac:spMkLst>
        </pc:spChg>
        <pc:spChg chg="add mod">
          <ac:chgData name="Paper Slides" userId="b0030f7697c4fe97" providerId="LiveId" clId="{494D54AE-5443-5525-8077-CD7645E91735}" dt="2026-05-18T11:13:04.201" v="1711" actId="20577"/>
          <ac:spMkLst>
            <pc:docMk/>
            <pc:sldMk cId="1573317882" sldId="277"/>
            <ac:spMk id="44" creationId="{B2B8B3BA-D565-CD4E-F077-A7869B282258}"/>
          </ac:spMkLst>
        </pc:spChg>
        <pc:spChg chg="add mod">
          <ac:chgData name="Paper Slides" userId="b0030f7697c4fe97" providerId="LiveId" clId="{494D54AE-5443-5525-8077-CD7645E91735}" dt="2026-05-18T11:09:32.756" v="1639" actId="1035"/>
          <ac:spMkLst>
            <pc:docMk/>
            <pc:sldMk cId="1573317882" sldId="277"/>
            <ac:spMk id="45" creationId="{FC6C1583-2FA0-7474-2F30-4A8F2F594E2C}"/>
          </ac:spMkLst>
        </pc:spChg>
        <pc:spChg chg="add mod">
          <ac:chgData name="Paper Slides" userId="b0030f7697c4fe97" providerId="LiveId" clId="{494D54AE-5443-5525-8077-CD7645E91735}" dt="2026-05-18T11:14:19.761" v="1738" actId="12789"/>
          <ac:spMkLst>
            <pc:docMk/>
            <pc:sldMk cId="1573317882" sldId="277"/>
            <ac:spMk id="47" creationId="{8FC74A77-F67C-C2F5-EC31-239EA4241F71}"/>
          </ac:spMkLst>
        </pc:spChg>
        <pc:spChg chg="add mod">
          <ac:chgData name="Paper Slides" userId="b0030f7697c4fe97" providerId="LiveId" clId="{494D54AE-5443-5525-8077-CD7645E91735}" dt="2026-05-19T12:11:29.071" v="2901" actId="478"/>
          <ac:spMkLst>
            <pc:docMk/>
            <pc:sldMk cId="1573317882" sldId="277"/>
            <ac:spMk id="48" creationId="{E01BCC7C-8443-CDBB-7FF9-A0983F21FD3C}"/>
          </ac:spMkLst>
        </pc:spChg>
        <pc:spChg chg="add mod">
          <ac:chgData name="Paper Slides" userId="b0030f7697c4fe97" providerId="LiveId" clId="{494D54AE-5443-5525-8077-CD7645E91735}" dt="2026-05-18T11:15:22.144" v="1754" actId="20577"/>
          <ac:spMkLst>
            <pc:docMk/>
            <pc:sldMk cId="1573317882" sldId="277"/>
            <ac:spMk id="49" creationId="{AB03EFA2-2501-70C1-2E3A-932CB4E3076C}"/>
          </ac:spMkLst>
        </pc:spChg>
        <pc:spChg chg="add mod">
          <ac:chgData name="Paper Slides" userId="b0030f7697c4fe97" providerId="LiveId" clId="{494D54AE-5443-5525-8077-CD7645E91735}" dt="2026-05-18T11:15:38.528" v="1759" actId="207"/>
          <ac:spMkLst>
            <pc:docMk/>
            <pc:sldMk cId="1573317882" sldId="277"/>
            <ac:spMk id="50" creationId="{9F840179-1558-15EE-DE1A-336E5481D409}"/>
          </ac:spMkLst>
        </pc:spChg>
        <pc:spChg chg="add mod">
          <ac:chgData name="Paper Slides" userId="b0030f7697c4fe97" providerId="LiveId" clId="{494D54AE-5443-5525-8077-CD7645E91735}" dt="2026-05-18T11:18:23.856" v="1835" actId="1037"/>
          <ac:spMkLst>
            <pc:docMk/>
            <pc:sldMk cId="1573317882" sldId="277"/>
            <ac:spMk id="56" creationId="{DDC407CC-83A7-7C80-C701-94559D8ADDE5}"/>
          </ac:spMkLst>
        </pc:spChg>
        <pc:spChg chg="add mod">
          <ac:chgData name="Paper Slides" userId="b0030f7697c4fe97" providerId="LiveId" clId="{494D54AE-5443-5525-8077-CD7645E91735}" dt="2026-05-18T11:18:23.856" v="1835" actId="1037"/>
          <ac:spMkLst>
            <pc:docMk/>
            <pc:sldMk cId="1573317882" sldId="277"/>
            <ac:spMk id="57" creationId="{6E77DC0D-4A30-7315-8B69-40C7130BEF60}"/>
          </ac:spMkLst>
        </pc:spChg>
        <pc:spChg chg="add mod">
          <ac:chgData name="Paper Slides" userId="b0030f7697c4fe97" providerId="LiveId" clId="{494D54AE-5443-5525-8077-CD7645E91735}" dt="2026-05-18T11:18:12.014" v="1819" actId="14100"/>
          <ac:spMkLst>
            <pc:docMk/>
            <pc:sldMk cId="1573317882" sldId="277"/>
            <ac:spMk id="59" creationId="{D4F7D51B-0BF3-A684-3335-F15E4D500B34}"/>
          </ac:spMkLst>
        </pc:spChg>
        <pc:spChg chg="add mod">
          <ac:chgData name="Paper Slides" userId="b0030f7697c4fe97" providerId="LiveId" clId="{494D54AE-5443-5525-8077-CD7645E91735}" dt="2026-05-18T11:19:14.255" v="1867" actId="571"/>
          <ac:spMkLst>
            <pc:docMk/>
            <pc:sldMk cId="1573317882" sldId="277"/>
            <ac:spMk id="60" creationId="{DD8C6438-5F78-AA44-2C9A-E34662AA13D4}"/>
          </ac:spMkLst>
        </pc:spChg>
        <pc:spChg chg="add del mod">
          <ac:chgData name="Paper Slides" userId="b0030f7697c4fe97" providerId="LiveId" clId="{494D54AE-5443-5525-8077-CD7645E91735}" dt="2026-05-18T11:22:07.427" v="1892" actId="6264"/>
          <ac:spMkLst>
            <pc:docMk/>
            <pc:sldMk cId="1573317882" sldId="277"/>
            <ac:spMk id="62" creationId="{09690922-F7EB-61EC-DCDC-206F9547FD9A}"/>
          </ac:spMkLst>
        </pc:spChg>
        <pc:spChg chg="add del mod ord">
          <ac:chgData name="Paper Slides" userId="b0030f7697c4fe97" providerId="LiveId" clId="{494D54AE-5443-5525-8077-CD7645E91735}" dt="2026-05-18T11:23:04.359" v="1895" actId="6264"/>
          <ac:spMkLst>
            <pc:docMk/>
            <pc:sldMk cId="1573317882" sldId="277"/>
            <ac:spMk id="63" creationId="{BD68E1DA-D93A-1291-B0C3-0F2C320BA64B}"/>
          </ac:spMkLst>
        </pc:spChg>
        <pc:spChg chg="add del mod ord">
          <ac:chgData name="Paper Slides" userId="b0030f7697c4fe97" providerId="LiveId" clId="{494D54AE-5443-5525-8077-CD7645E91735}" dt="2026-05-18T11:23:04.359" v="1895" actId="6264"/>
          <ac:spMkLst>
            <pc:docMk/>
            <pc:sldMk cId="1573317882" sldId="277"/>
            <ac:spMk id="64" creationId="{CE132DDF-EBE8-11F3-C87A-F20804F754E1}"/>
          </ac:spMkLst>
        </pc:spChg>
        <pc:spChg chg="add mod ord">
          <ac:chgData name="Paper Slides" userId="b0030f7697c4fe97" providerId="LiveId" clId="{494D54AE-5443-5525-8077-CD7645E91735}" dt="2026-05-18T11:22:10.491" v="1893" actId="700"/>
          <ac:spMkLst>
            <pc:docMk/>
            <pc:sldMk cId="1573317882" sldId="277"/>
            <ac:spMk id="65" creationId="{D2B66CFC-932E-DB79-2F21-2221935EF5DC}"/>
          </ac:spMkLst>
        </pc:spChg>
        <pc:spChg chg="add del mod ord">
          <ac:chgData name="Paper Slides" userId="b0030f7697c4fe97" providerId="LiveId" clId="{494D54AE-5443-5525-8077-CD7645E91735}" dt="2026-05-18T11:23:04.359" v="1895" actId="6264"/>
          <ac:spMkLst>
            <pc:docMk/>
            <pc:sldMk cId="1573317882" sldId="277"/>
            <ac:spMk id="66" creationId="{A5236FAE-F7F0-B56B-0875-626BABE93A2F}"/>
          </ac:spMkLst>
        </pc:spChg>
        <pc:spChg chg="add del mod ord">
          <ac:chgData name="Paper Slides" userId="b0030f7697c4fe97" providerId="LiveId" clId="{494D54AE-5443-5525-8077-CD7645E91735}" dt="2026-05-18T11:23:04.359" v="1895" actId="6264"/>
          <ac:spMkLst>
            <pc:docMk/>
            <pc:sldMk cId="1573317882" sldId="277"/>
            <ac:spMk id="67" creationId="{DBF2E1F2-2BCE-AEC6-F31D-166076B4BDE5}"/>
          </ac:spMkLst>
        </pc:spChg>
        <pc:spChg chg="add del mod ord">
          <ac:chgData name="Paper Slides" userId="b0030f7697c4fe97" providerId="LiveId" clId="{494D54AE-5443-5525-8077-CD7645E91735}" dt="2026-05-18T11:25:50.041" v="1903"/>
          <ac:spMkLst>
            <pc:docMk/>
            <pc:sldMk cId="1573317882" sldId="277"/>
            <ac:spMk id="70" creationId="{DF3B3D34-8D8E-81F8-3480-099A5AEF537D}"/>
          </ac:spMkLst>
        </pc:spChg>
        <pc:spChg chg="add del mod ord">
          <ac:chgData name="Paper Slides" userId="b0030f7697c4fe97" providerId="LiveId" clId="{494D54AE-5443-5525-8077-CD7645E91735}" dt="2026-05-18T11:26:44.472" v="1906"/>
          <ac:spMkLst>
            <pc:docMk/>
            <pc:sldMk cId="1573317882" sldId="277"/>
            <ac:spMk id="71" creationId="{11199EFF-5C14-D2B9-CD07-88EECE4B0C7E}"/>
          </ac:spMkLst>
        </pc:spChg>
        <pc:spChg chg="add del mod ord">
          <ac:chgData name="Paper Slides" userId="b0030f7697c4fe97" providerId="LiveId" clId="{494D54AE-5443-5525-8077-CD7645E91735}" dt="2026-05-18T11:24:09.720" v="1900"/>
          <ac:spMkLst>
            <pc:docMk/>
            <pc:sldMk cId="1573317882" sldId="277"/>
            <ac:spMk id="72" creationId="{ABAD4FE2-72E7-454A-F64B-A9E2088AC76D}"/>
          </ac:spMkLst>
        </pc:spChg>
        <pc:spChg chg="add del mod ord">
          <ac:chgData name="Paper Slides" userId="b0030f7697c4fe97" providerId="LiveId" clId="{494D54AE-5443-5525-8077-CD7645E91735}" dt="2026-05-18T11:24:30.908" v="1901"/>
          <ac:spMkLst>
            <pc:docMk/>
            <pc:sldMk cId="1573317882" sldId="277"/>
            <ac:spMk id="73" creationId="{14AD7663-62F8-53AC-1505-3796AFE072B7}"/>
          </ac:spMkLst>
        </pc:spChg>
        <pc:spChg chg="add del mod ord">
          <ac:chgData name="Paper Slides" userId="b0030f7697c4fe97" providerId="LiveId" clId="{494D54AE-5443-5525-8077-CD7645E91735}" dt="2026-05-18T11:24:59.164" v="1902"/>
          <ac:spMkLst>
            <pc:docMk/>
            <pc:sldMk cId="1573317882" sldId="277"/>
            <ac:spMk id="74" creationId="{01E03DEE-CA69-C7FF-5718-C7D432897C0A}"/>
          </ac:spMkLst>
        </pc:spChg>
        <pc:picChg chg="add del mod">
          <ac:chgData name="Paper Slides" userId="b0030f7697c4fe97" providerId="LiveId" clId="{494D54AE-5443-5525-8077-CD7645E91735}" dt="2026-05-18T11:20:01.975" v="1868" actId="21"/>
          <ac:picMkLst>
            <pc:docMk/>
            <pc:sldMk cId="1573317882" sldId="277"/>
            <ac:picMk id="22" creationId="{0020C3ED-4D60-A45E-C806-188C1304C7A4}"/>
          </ac:picMkLst>
        </pc:picChg>
        <pc:picChg chg="del mod">
          <ac:chgData name="Paper Slides" userId="b0030f7697c4fe97" providerId="LiveId" clId="{494D54AE-5443-5525-8077-CD7645E91735}" dt="2026-05-18T11:20:01.975" v="1868" actId="21"/>
          <ac:picMkLst>
            <pc:docMk/>
            <pc:sldMk cId="1573317882" sldId="277"/>
            <ac:picMk id="34" creationId="{C840ECD8-5156-9BE1-26F0-65C5BD6618C0}"/>
          </ac:picMkLst>
        </pc:picChg>
        <pc:picChg chg="del mod">
          <ac:chgData name="Paper Slides" userId="b0030f7697c4fe97" providerId="LiveId" clId="{494D54AE-5443-5525-8077-CD7645E91735}" dt="2026-05-18T11:20:01.975" v="1868" actId="21"/>
          <ac:picMkLst>
            <pc:docMk/>
            <pc:sldMk cId="1573317882" sldId="277"/>
            <ac:picMk id="46" creationId="{467B1360-2448-D02D-7C9C-0C7FCB6827CB}"/>
          </ac:picMkLst>
        </pc:picChg>
        <pc:picChg chg="add del mod">
          <ac:chgData name="Paper Slides" userId="b0030f7697c4fe97" providerId="LiveId" clId="{494D54AE-5443-5525-8077-CD7645E91735}" dt="2026-05-18T11:20:01.975" v="1868" actId="21"/>
          <ac:picMkLst>
            <pc:docMk/>
            <pc:sldMk cId="1573317882" sldId="277"/>
            <ac:picMk id="48" creationId="{111D0B9D-5635-C63B-B6DC-ABB8B4936F40}"/>
          </ac:picMkLst>
        </pc:picChg>
        <pc:picChg chg="add del mod">
          <ac:chgData name="Paper Slides" userId="b0030f7697c4fe97" providerId="LiveId" clId="{494D54AE-5443-5525-8077-CD7645E91735}" dt="2026-05-18T11:19:01.119" v="1866" actId="478"/>
          <ac:picMkLst>
            <pc:docMk/>
            <pc:sldMk cId="1573317882" sldId="277"/>
            <ac:picMk id="55" creationId="{DA281F44-A07E-7E36-0704-36A5CD88A419}"/>
          </ac:picMkLst>
        </pc:picChg>
        <pc:picChg chg="add del mod">
          <ac:chgData name="Paper Slides" userId="b0030f7697c4fe97" providerId="LiveId" clId="{494D54AE-5443-5525-8077-CD7645E91735}" dt="2026-05-18T11:20:01.975" v="1868" actId="21"/>
          <ac:picMkLst>
            <pc:docMk/>
            <pc:sldMk cId="1573317882" sldId="277"/>
            <ac:picMk id="61" creationId="{06EFFD3C-1522-E0C3-A69F-C5CFB40CF410}"/>
          </ac:picMkLst>
        </pc:picChg>
        <pc:picChg chg="add">
          <ac:chgData name="Paper Slides" userId="b0030f7697c4fe97" providerId="LiveId" clId="{494D54AE-5443-5525-8077-CD7645E91735}" dt="2026-05-18T11:22:48.180" v="1894"/>
          <ac:picMkLst>
            <pc:docMk/>
            <pc:sldMk cId="1573317882" sldId="277"/>
            <ac:picMk id="68" creationId="{BBD65065-452B-E53F-8897-77DDF5C11498}"/>
          </ac:picMkLst>
        </pc:picChg>
        <pc:picChg chg="add del mod">
          <ac:chgData name="Paper Slides" userId="b0030f7697c4fe97" providerId="LiveId" clId="{494D54AE-5443-5525-8077-CD7645E91735}" dt="2026-05-19T12:11:26.048" v="2900" actId="478"/>
          <ac:picMkLst>
            <pc:docMk/>
            <pc:sldMk cId="1573317882" sldId="277"/>
            <ac:picMk id="75" creationId="{1F434179-2D87-4C61-7DAE-F1EF920F5A4D}"/>
          </ac:picMkLst>
        </pc:picChg>
        <pc:picChg chg="add del mod">
          <ac:chgData name="Paper Slides" userId="b0030f7697c4fe97" providerId="LiveId" clId="{494D54AE-5443-5525-8077-CD7645E91735}" dt="2026-05-19T12:11:26.048" v="2900" actId="478"/>
          <ac:picMkLst>
            <pc:docMk/>
            <pc:sldMk cId="1573317882" sldId="277"/>
            <ac:picMk id="76" creationId="{F8DA3265-8A16-DC39-DD9A-97AC6D8AE102}"/>
          </ac:picMkLst>
        </pc:picChg>
        <pc:picChg chg="add del mod">
          <ac:chgData name="Paper Slides" userId="b0030f7697c4fe97" providerId="LiveId" clId="{494D54AE-5443-5525-8077-CD7645E91735}" dt="2026-05-19T12:11:26.048" v="2900" actId="478"/>
          <ac:picMkLst>
            <pc:docMk/>
            <pc:sldMk cId="1573317882" sldId="277"/>
            <ac:picMk id="77" creationId="{262B14EF-3725-FD76-8F51-E15A10354357}"/>
          </ac:picMkLst>
        </pc:picChg>
        <pc:picChg chg="add del mod">
          <ac:chgData name="Paper Slides" userId="b0030f7697c4fe97" providerId="LiveId" clId="{494D54AE-5443-5525-8077-CD7645E91735}" dt="2026-05-19T12:11:29.071" v="2901" actId="478"/>
          <ac:picMkLst>
            <pc:docMk/>
            <pc:sldMk cId="1573317882" sldId="277"/>
            <ac:picMk id="78" creationId="{97F09202-8588-0DDA-B73A-F7C8CC275FA6}"/>
          </ac:picMkLst>
        </pc:picChg>
        <pc:picChg chg="add del">
          <ac:chgData name="Paper Slides" userId="b0030f7697c4fe97" providerId="LiveId" clId="{494D54AE-5443-5525-8077-CD7645E91735}" dt="2026-05-18T11:26:38.620" v="1905" actId="478"/>
          <ac:picMkLst>
            <pc:docMk/>
            <pc:sldMk cId="1573317882" sldId="277"/>
            <ac:picMk id="79" creationId="{A2F2251C-6B79-F2B8-1C91-BE06AE1CE456}"/>
          </ac:picMkLst>
        </pc:picChg>
        <pc:picChg chg="add del mod">
          <ac:chgData name="Paper Slides" userId="b0030f7697c4fe97" providerId="LiveId" clId="{494D54AE-5443-5525-8077-CD7645E91735}" dt="2026-05-19T12:11:29.071" v="2901" actId="478"/>
          <ac:picMkLst>
            <pc:docMk/>
            <pc:sldMk cId="1573317882" sldId="277"/>
            <ac:picMk id="80" creationId="{D20B56C1-29BA-6E75-ECC9-127CD9AB0268}"/>
          </ac:picMkLst>
        </pc:picChg>
        <pc:picChg chg="add mod">
          <ac:chgData name="Paper Slides" userId="b0030f7697c4fe97" providerId="LiveId" clId="{494D54AE-5443-5525-8077-CD7645E91735}" dt="2026-05-18T11:27:38.025" v="1912" actId="34135"/>
          <ac:picMkLst>
            <pc:docMk/>
            <pc:sldMk cId="1573317882" sldId="277"/>
            <ac:picMk id="81" creationId="{34354407-1862-EAB3-5D77-C5E3E7DCF70D}"/>
          </ac:picMkLst>
        </pc:picChg>
        <pc:cxnChg chg="add mod">
          <ac:chgData name="Paper Slides" userId="b0030f7697c4fe97" providerId="LiveId" clId="{494D54AE-5443-5525-8077-CD7645E91735}" dt="2026-05-18T11:18:29.408" v="1851" actId="1037"/>
          <ac:cxnSpMkLst>
            <pc:docMk/>
            <pc:sldMk cId="1573317882" sldId="277"/>
            <ac:cxnSpMk id="51" creationId="{02C4D208-E81D-4291-A7E5-F9AE62A2EF8C}"/>
          </ac:cxnSpMkLst>
        </pc:cxnChg>
        <pc:cxnChg chg="add mod">
          <ac:chgData name="Paper Slides" userId="b0030f7697c4fe97" providerId="LiveId" clId="{494D54AE-5443-5525-8077-CD7645E91735}" dt="2026-05-18T11:18:33.914" v="1861" actId="1037"/>
          <ac:cxnSpMkLst>
            <pc:docMk/>
            <pc:sldMk cId="1573317882" sldId="277"/>
            <ac:cxnSpMk id="58" creationId="{F6FD386A-D442-2860-A5C9-AF5B70085502}"/>
          </ac:cxnSpMkLst>
        </pc:cxn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2849106818" sldId="278"/>
        </pc:sldMkLst>
        <pc:spChg chg="del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2" creationId="{E44948BD-CD78-76D1-D652-2CE9D6E18860}"/>
          </ac:spMkLst>
        </pc:spChg>
        <pc:spChg chg="del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3" creationId="{647D65AD-452B-0AB4-C9C8-3B8F5361E6AD}"/>
          </ac:spMkLst>
        </pc:spChg>
        <pc:spChg chg="del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4" creationId="{DEE0285C-A1B2-127E-62D2-CE5D03B85CBC}"/>
          </ac:spMkLst>
        </pc:spChg>
        <pc:spChg chg="del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5" creationId="{4F448341-EC37-1F53-C1AA-8107DE710568}"/>
          </ac:spMkLst>
        </pc:spChg>
        <pc:spChg chg="del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6" creationId="{F3C497F8-8C3E-2A85-2B1B-0757A2ED940D}"/>
          </ac:spMkLst>
        </pc:spChg>
        <pc:spChg chg="del mod ord">
          <ac:chgData name="Paper Slides" userId="b0030f7697c4fe97" providerId="LiveId" clId="{494D54AE-5443-5525-8077-CD7645E91735}" dt="2026-05-18T11:28:33.498" v="1914" actId="700"/>
          <ac:spMkLst>
            <pc:docMk/>
            <pc:sldMk cId="2849106818" sldId="278"/>
            <ac:spMk id="7" creationId="{740F9943-633A-11BA-AF3D-8BD63C6E5ACB}"/>
          </ac:spMkLst>
        </pc:spChg>
        <pc:spChg chg="add mod ord">
          <ac:chgData name="Paper Slides" userId="b0030f7697c4fe97" providerId="LiveId" clId="{494D54AE-5443-5525-8077-CD7645E91735}" dt="2026-05-18T12:23:50.679" v="2379" actId="6264"/>
          <ac:spMkLst>
            <pc:docMk/>
            <pc:sldMk cId="2849106818" sldId="278"/>
            <ac:spMk id="8" creationId="{FC4836D8-18CD-697F-7FE8-A27F6B91875D}"/>
          </ac:spMkLst>
        </pc:spChg>
        <pc:spChg chg="add mod">
          <ac:chgData name="Paper Slides" userId="b0030f7697c4fe97" providerId="LiveId" clId="{494D54AE-5443-5525-8077-CD7645E91735}" dt="2026-05-19T04:02:07.736" v="2825"/>
          <ac:spMkLst>
            <pc:docMk/>
            <pc:sldMk cId="2849106818" sldId="278"/>
            <ac:spMk id="9" creationId="{C80E0DCD-071F-89D2-1BE5-77F01578BAC2}"/>
          </ac:spMkLst>
        </pc:spChg>
        <pc:spChg chg="add mod">
          <ac:chgData name="Paper Slides" userId="b0030f7697c4fe97" providerId="LiveId" clId="{494D54AE-5443-5525-8077-CD7645E91735}" dt="2026-05-19T04:02:06.195" v="2823" actId="14100"/>
          <ac:spMkLst>
            <pc:docMk/>
            <pc:sldMk cId="2849106818" sldId="278"/>
            <ac:spMk id="10" creationId="{6D0EEEAD-3939-1F15-8003-35D9D0640FC7}"/>
          </ac:spMkLst>
        </pc:spChg>
        <pc:spChg chg="add mod">
          <ac:chgData name="Paper Slides" userId="b0030f7697c4fe97" providerId="LiveId" clId="{494D54AE-5443-5525-8077-CD7645E91735}" dt="2026-05-18T11:31:20.260" v="1934" actId="14100"/>
          <ac:spMkLst>
            <pc:docMk/>
            <pc:sldMk cId="2849106818" sldId="278"/>
            <ac:spMk id="11" creationId="{E609779E-2030-09CB-37CA-852D7F23CA9A}"/>
          </ac:spMkLst>
        </pc:spChg>
        <pc:spChg chg="add mod">
          <ac:chgData name="Paper Slides" userId="b0030f7697c4fe97" providerId="LiveId" clId="{494D54AE-5443-5525-8077-CD7645E91735}" dt="2026-05-18T11:31:39.604" v="1936" actId="1076"/>
          <ac:spMkLst>
            <pc:docMk/>
            <pc:sldMk cId="2849106818" sldId="278"/>
            <ac:spMk id="12" creationId="{5907A691-0F04-7FB9-93B4-D2229D8CE040}"/>
          </ac:spMkLst>
        </pc:spChg>
        <pc:spChg chg="add mod">
          <ac:chgData name="Paper Slides" userId="b0030f7697c4fe97" providerId="LiveId" clId="{494D54AE-5443-5525-8077-CD7645E91735}" dt="2026-05-18T11:32:36.193" v="1948" actId="1076"/>
          <ac:spMkLst>
            <pc:docMk/>
            <pc:sldMk cId="2849106818" sldId="278"/>
            <ac:spMk id="13" creationId="{6C2F3268-DB5A-902E-CBEB-81EBD84E53E9}"/>
          </ac:spMkLst>
        </pc:spChg>
        <pc:spChg chg="add del mod">
          <ac:chgData name="Paper Slides" userId="b0030f7697c4fe97" providerId="LiveId" clId="{494D54AE-5443-5525-8077-CD7645E91735}" dt="2026-05-18T12:23:50.679" v="2379" actId="6264"/>
          <ac:spMkLst>
            <pc:docMk/>
            <pc:sldMk cId="2849106818" sldId="278"/>
            <ac:spMk id="15" creationId="{36E4AF2E-DE6F-63CE-C169-AEADF1D78567}"/>
          </ac:spMkLst>
        </pc:spChg>
        <pc:picChg chg="add mod">
          <ac:chgData name="Paper Slides" userId="b0030f7697c4fe97" providerId="LiveId" clId="{494D54AE-5443-5525-8077-CD7645E91735}" dt="2026-05-18T11:33:07.914" v="1953" actId="34135"/>
          <ac:picMkLst>
            <pc:docMk/>
            <pc:sldMk cId="2849106818" sldId="278"/>
            <ac:picMk id="14" creationId="{4277730B-5A92-B5AF-DCD5-20303D846347}"/>
          </ac:picMkLst>
        </pc:picChg>
      </pc:sldChg>
      <pc:sldChg chg="addSp delSp modSp new mo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919240090" sldId="279"/>
        </pc:sldMkLst>
        <pc:spChg chg="del mod ord">
          <ac:chgData name="Paper Slides" userId="b0030f7697c4fe97" providerId="LiveId" clId="{494D54AE-5443-5525-8077-CD7645E91735}" dt="2026-05-18T11:33:53.368" v="1955" actId="700"/>
          <ac:spMkLst>
            <pc:docMk/>
            <pc:sldMk cId="919240090" sldId="279"/>
            <ac:spMk id="2" creationId="{B2110884-0A17-19D5-F59C-B78F1717DAFB}"/>
          </ac:spMkLst>
        </pc:spChg>
        <pc:spChg chg="add del mod ord">
          <ac:chgData name="Paper Slides" userId="b0030f7697c4fe97" providerId="LiveId" clId="{494D54AE-5443-5525-8077-CD7645E91735}" dt="2026-05-18T11:34:08.871" v="1956" actId="700"/>
          <ac:spMkLst>
            <pc:docMk/>
            <pc:sldMk cId="919240090" sldId="279"/>
            <ac:spMk id="3" creationId="{0D5EBEC6-D457-2FCB-9AEA-138B5DACC6D9}"/>
          </ac:spMkLst>
        </pc:spChg>
        <pc:spChg chg="add mod ord">
          <ac:chgData name="Paper Slides" userId="b0030f7697c4fe97" providerId="LiveId" clId="{494D54AE-5443-5525-8077-CD7645E91735}" dt="2026-05-18T11:38:10.409" v="2008" actId="6264"/>
          <ac:spMkLst>
            <pc:docMk/>
            <pc:sldMk cId="919240090" sldId="279"/>
            <ac:spMk id="4" creationId="{A7B65490-AFDB-A114-E7E3-B5207DC56A3E}"/>
          </ac:spMkLst>
        </pc:spChg>
        <pc:spChg chg="add del mod">
          <ac:chgData name="Paper Slides" userId="b0030f7697c4fe97" providerId="LiveId" clId="{494D54AE-5443-5525-8077-CD7645E91735}" dt="2026-05-18T11:34:22.103" v="1959" actId="6264"/>
          <ac:spMkLst>
            <pc:docMk/>
            <pc:sldMk cId="919240090" sldId="279"/>
            <ac:spMk id="5" creationId="{DBD7648C-8F2C-5063-6D69-B5BF9C953D31}"/>
          </ac:spMkLst>
        </pc:spChg>
        <pc:spChg chg="add mod">
          <ac:chgData name="Paper Slides" userId="b0030f7697c4fe97" providerId="LiveId" clId="{494D54AE-5443-5525-8077-CD7645E91735}" dt="2026-05-18T11:38:14.178" v="2009" actId="1076"/>
          <ac:spMkLst>
            <pc:docMk/>
            <pc:sldMk cId="919240090" sldId="279"/>
            <ac:spMk id="6" creationId="{73545AFB-54F1-D460-43F1-B04AD1360BD8}"/>
          </ac:spMkLst>
        </pc:spChg>
        <pc:spChg chg="add mod">
          <ac:chgData name="Paper Slides" userId="b0030f7697c4fe97" providerId="LiveId" clId="{494D54AE-5443-5525-8077-CD7645E91735}" dt="2026-05-18T11:38:25.853" v="2012" actId="14100"/>
          <ac:spMkLst>
            <pc:docMk/>
            <pc:sldMk cId="919240090" sldId="279"/>
            <ac:spMk id="7" creationId="{C89F3BAD-395A-F89C-A0F2-19A9EF8068A2}"/>
          </ac:spMkLst>
        </pc:spChg>
        <pc:spChg chg="add del mod">
          <ac:chgData name="Paper Slides" userId="b0030f7697c4fe97" providerId="LiveId" clId="{494D54AE-5443-5525-8077-CD7645E91735}" dt="2026-05-18T11:36:48.832" v="1978" actId="6264"/>
          <ac:spMkLst>
            <pc:docMk/>
            <pc:sldMk cId="919240090" sldId="279"/>
            <ac:spMk id="8" creationId="{47D92E43-2F01-7305-AD1F-D500B2D9EF25}"/>
          </ac:spMkLst>
        </pc:spChg>
        <pc:spChg chg="add del mod">
          <ac:chgData name="Paper Slides" userId="b0030f7697c4fe97" providerId="LiveId" clId="{494D54AE-5443-5525-8077-CD7645E91735}" dt="2026-05-18T11:37:52.335" v="2000" actId="6264"/>
          <ac:spMkLst>
            <pc:docMk/>
            <pc:sldMk cId="919240090" sldId="279"/>
            <ac:spMk id="9" creationId="{9A4E6EDE-835B-6E14-435F-F077003652B9}"/>
          </ac:spMkLst>
        </pc:spChg>
        <pc:spChg chg="add del mod">
          <ac:chgData name="Paper Slides" userId="b0030f7697c4fe97" providerId="LiveId" clId="{494D54AE-5443-5525-8077-CD7645E91735}" dt="2026-05-18T11:38:10.409" v="2008" actId="6264"/>
          <ac:spMkLst>
            <pc:docMk/>
            <pc:sldMk cId="919240090" sldId="279"/>
            <ac:spMk id="10" creationId="{E668C321-1C44-D706-A9DB-5A890B71341E}"/>
          </ac:spMkLst>
        </pc:spChg>
        <pc:spChg chg="add mod">
          <ac:chgData name="Paper Slides" userId="b0030f7697c4fe97" providerId="LiveId" clId="{494D54AE-5443-5525-8077-CD7645E91735}" dt="2026-05-19T04:05:46.026" v="2838" actId="12789"/>
          <ac:spMkLst>
            <pc:docMk/>
            <pc:sldMk cId="919240090" sldId="279"/>
            <ac:spMk id="12" creationId="{41698D0F-57B1-F0F2-2453-99189DC69C6F}"/>
          </ac:spMkLst>
        </pc:spChg>
        <pc:spChg chg="add mod">
          <ac:chgData name="Paper Slides" userId="b0030f7697c4fe97" providerId="LiveId" clId="{494D54AE-5443-5525-8077-CD7645E91735}" dt="2026-05-18T11:59:28.837" v="2071" actId="12789"/>
          <ac:spMkLst>
            <pc:docMk/>
            <pc:sldMk cId="919240090" sldId="279"/>
            <ac:spMk id="13" creationId="{79619FA4-67E9-04AB-E40C-EF303FDBCEA7}"/>
          </ac:spMkLst>
        </pc:spChg>
        <pc:spChg chg="add mod">
          <ac:chgData name="Paper Slides" userId="b0030f7697c4fe97" providerId="LiveId" clId="{494D54AE-5443-5525-8077-CD7645E91735}" dt="2026-05-19T04:05:52.139" v="2839" actId="12789"/>
          <ac:spMkLst>
            <pc:docMk/>
            <pc:sldMk cId="919240090" sldId="279"/>
            <ac:spMk id="14" creationId="{2B1A9C67-15DC-6782-3412-B2D6FA81D305}"/>
          </ac:spMkLst>
        </pc:spChg>
        <pc:spChg chg="add mod">
          <ac:chgData name="Paper Slides" userId="b0030f7697c4fe97" providerId="LiveId" clId="{494D54AE-5443-5525-8077-CD7645E91735}" dt="2026-05-19T04:05:57.990" v="2840" actId="12789"/>
          <ac:spMkLst>
            <pc:docMk/>
            <pc:sldMk cId="919240090" sldId="279"/>
            <ac:spMk id="15" creationId="{AB46A335-903C-2D03-B1D7-F56FA2189DCE}"/>
          </ac:spMkLst>
        </pc:spChg>
        <pc:spChg chg="add mod">
          <ac:chgData name="Paper Slides" userId="b0030f7697c4fe97" providerId="LiveId" clId="{494D54AE-5443-5525-8077-CD7645E91735}" dt="2026-05-19T04:06:04.347" v="2841" actId="12789"/>
          <ac:spMkLst>
            <pc:docMk/>
            <pc:sldMk cId="919240090" sldId="279"/>
            <ac:spMk id="16" creationId="{9DEF2AF8-F961-5563-7529-13D6C2F277E7}"/>
          </ac:spMkLst>
        </pc:spChg>
        <pc:spChg chg="add mod">
          <ac:chgData name="Paper Slides" userId="b0030f7697c4fe97" providerId="LiveId" clId="{494D54AE-5443-5525-8077-CD7645E91735}" dt="2026-05-18T11:57:11.105" v="2045" actId="692"/>
          <ac:spMkLst>
            <pc:docMk/>
            <pc:sldMk cId="919240090" sldId="279"/>
            <ac:spMk id="17" creationId="{7550CE8A-DF56-6945-22A0-C811D32468A6}"/>
          </ac:spMkLst>
        </pc:spChg>
        <pc:spChg chg="add mod">
          <ac:chgData name="Paper Slides" userId="b0030f7697c4fe97" providerId="LiveId" clId="{494D54AE-5443-5525-8077-CD7645E91735}" dt="2026-05-18T11:57:11.105" v="2045" actId="692"/>
          <ac:spMkLst>
            <pc:docMk/>
            <pc:sldMk cId="919240090" sldId="279"/>
            <ac:spMk id="18" creationId="{CD4685FD-4014-8C5D-74CF-5E2C5CC3E106}"/>
          </ac:spMkLst>
        </pc:spChg>
        <pc:spChg chg="add mod">
          <ac:chgData name="Paper Slides" userId="b0030f7697c4fe97" providerId="LiveId" clId="{494D54AE-5443-5525-8077-CD7645E91735}" dt="2026-05-18T12:00:44.766" v="2085" actId="12789"/>
          <ac:spMkLst>
            <pc:docMk/>
            <pc:sldMk cId="919240090" sldId="279"/>
            <ac:spMk id="19" creationId="{D48B9649-6310-2873-633B-82F79CE85AC1}"/>
          </ac:spMkLst>
        </pc:spChg>
        <pc:spChg chg="add mod">
          <ac:chgData name="Paper Slides" userId="b0030f7697c4fe97" providerId="LiveId" clId="{494D54AE-5443-5525-8077-CD7645E91735}" dt="2026-05-18T11:58:08.617" v="2058"/>
          <ac:spMkLst>
            <pc:docMk/>
            <pc:sldMk cId="919240090" sldId="279"/>
            <ac:spMk id="20" creationId="{C09517B8-D2F0-27CF-0AB2-0A54C5DA8E6B}"/>
          </ac:spMkLst>
        </pc:spChg>
        <pc:spChg chg="add mod">
          <ac:chgData name="Paper Slides" userId="b0030f7697c4fe97" providerId="LiveId" clId="{494D54AE-5443-5525-8077-CD7645E91735}" dt="2026-05-18T11:57:53.356" v="2055" actId="20577"/>
          <ac:spMkLst>
            <pc:docMk/>
            <pc:sldMk cId="919240090" sldId="279"/>
            <ac:spMk id="21" creationId="{7A329A8B-56F9-DD7D-2F6B-FFD910E8F780}"/>
          </ac:spMkLst>
        </pc:spChg>
        <pc:spChg chg="add mod">
          <ac:chgData name="Paper Slides" userId="b0030f7697c4fe97" providerId="LiveId" clId="{494D54AE-5443-5525-8077-CD7645E91735}" dt="2026-05-18T11:59:50.549" v="2077" actId="207"/>
          <ac:spMkLst>
            <pc:docMk/>
            <pc:sldMk cId="919240090" sldId="279"/>
            <ac:spMk id="22" creationId="{775530BA-05A0-D681-284A-42E740D65B64}"/>
          </ac:spMkLst>
        </pc:spChg>
        <pc:spChg chg="add mod">
          <ac:chgData name="Paper Slides" userId="b0030f7697c4fe97" providerId="LiveId" clId="{494D54AE-5443-5525-8077-CD7645E91735}" dt="2026-05-18T12:00:15.318" v="2081" actId="14100"/>
          <ac:spMkLst>
            <pc:docMk/>
            <pc:sldMk cId="919240090" sldId="279"/>
            <ac:spMk id="23" creationId="{A136E37B-4267-7C71-E4A5-33B078139F37}"/>
          </ac:spMkLst>
        </pc:spChg>
        <pc:spChg chg="add mod">
          <ac:chgData name="Paper Slides" userId="b0030f7697c4fe97" providerId="LiveId" clId="{494D54AE-5443-5525-8077-CD7645E91735}" dt="2026-05-18T12:00:59.249" v="2088"/>
          <ac:spMkLst>
            <pc:docMk/>
            <pc:sldMk cId="919240090" sldId="279"/>
            <ac:spMk id="24" creationId="{A100F722-CA91-ED26-239E-4C7FEC28FBC1}"/>
          </ac:spMkLst>
        </pc:spChg>
        <pc:spChg chg="add mod">
          <ac:chgData name="Paper Slides" userId="b0030f7697c4fe97" providerId="LiveId" clId="{494D54AE-5443-5525-8077-CD7645E91735}" dt="2026-05-18T12:01:29.239" v="2098" actId="20577"/>
          <ac:spMkLst>
            <pc:docMk/>
            <pc:sldMk cId="919240090" sldId="279"/>
            <ac:spMk id="25" creationId="{E057FD7C-D84B-DD98-D802-3FDA730DCDE9}"/>
          </ac:spMkLst>
        </pc:spChg>
        <pc:spChg chg="add mod">
          <ac:chgData name="Paper Slides" userId="b0030f7697c4fe97" providerId="LiveId" clId="{494D54AE-5443-5525-8077-CD7645E91735}" dt="2026-05-18T12:00:32.382" v="2082" actId="571"/>
          <ac:spMkLst>
            <pc:docMk/>
            <pc:sldMk cId="919240090" sldId="279"/>
            <ac:spMk id="26" creationId="{1673944F-75E9-9BE3-AD9B-BFE122C4D793}"/>
          </ac:spMkLst>
        </pc:spChg>
        <pc:spChg chg="add mod">
          <ac:chgData name="Paper Slides" userId="b0030f7697c4fe97" providerId="LiveId" clId="{494D54AE-5443-5525-8077-CD7645E91735}" dt="2026-05-18T12:02:35.536" v="2113" actId="207"/>
          <ac:spMkLst>
            <pc:docMk/>
            <pc:sldMk cId="919240090" sldId="279"/>
            <ac:spMk id="27" creationId="{3671D593-BBF6-CB9C-D174-92833ACD1BAB}"/>
          </ac:spMkLst>
        </pc:spChg>
        <pc:spChg chg="add mod">
          <ac:chgData name="Paper Slides" userId="b0030f7697c4fe97" providerId="LiveId" clId="{494D54AE-5443-5525-8077-CD7645E91735}" dt="2026-05-18T12:01:08.696" v="2091"/>
          <ac:spMkLst>
            <pc:docMk/>
            <pc:sldMk cId="919240090" sldId="279"/>
            <ac:spMk id="28" creationId="{22FD4280-8DAC-D3D8-20F2-5F73F1711413}"/>
          </ac:spMkLst>
        </pc:spChg>
        <pc:spChg chg="add mod">
          <ac:chgData name="Paper Slides" userId="b0030f7697c4fe97" providerId="LiveId" clId="{494D54AE-5443-5525-8077-CD7645E91735}" dt="2026-05-18T12:01:32.932" v="2100" actId="20577"/>
          <ac:spMkLst>
            <pc:docMk/>
            <pc:sldMk cId="919240090" sldId="279"/>
            <ac:spMk id="29" creationId="{9E7048A7-2570-AB7B-8D98-27D3D48693A2}"/>
          </ac:spMkLst>
        </pc:spChg>
        <pc:spChg chg="add mod">
          <ac:chgData name="Paper Slides" userId="b0030f7697c4fe97" providerId="LiveId" clId="{494D54AE-5443-5525-8077-CD7645E91735}" dt="2026-05-18T12:00:35.605" v="2083" actId="571"/>
          <ac:spMkLst>
            <pc:docMk/>
            <pc:sldMk cId="919240090" sldId="279"/>
            <ac:spMk id="30" creationId="{87FD586C-83F0-6EC5-1D4C-2710FDF84BBC}"/>
          </ac:spMkLst>
        </pc:spChg>
        <pc:spChg chg="add mod">
          <ac:chgData name="Paper Slides" userId="b0030f7697c4fe97" providerId="LiveId" clId="{494D54AE-5443-5525-8077-CD7645E91735}" dt="2026-05-18T12:02:31.038" v="2112" actId="207"/>
          <ac:spMkLst>
            <pc:docMk/>
            <pc:sldMk cId="919240090" sldId="279"/>
            <ac:spMk id="31" creationId="{302AA1EF-3D04-8A74-6051-27A267359228}"/>
          </ac:spMkLst>
        </pc:spChg>
        <pc:spChg chg="add mod">
          <ac:chgData name="Paper Slides" userId="b0030f7697c4fe97" providerId="LiveId" clId="{494D54AE-5443-5525-8077-CD7645E91735}" dt="2026-05-18T12:01:20.239" v="2094"/>
          <ac:spMkLst>
            <pc:docMk/>
            <pc:sldMk cId="919240090" sldId="279"/>
            <ac:spMk id="32" creationId="{C38144CF-A014-B71B-4C4A-007B244E4A21}"/>
          </ac:spMkLst>
        </pc:spChg>
        <pc:spChg chg="add mod">
          <ac:chgData name="Paper Slides" userId="b0030f7697c4fe97" providerId="LiveId" clId="{494D54AE-5443-5525-8077-CD7645E91735}" dt="2026-05-18T12:01:35.455" v="2104" actId="20577"/>
          <ac:spMkLst>
            <pc:docMk/>
            <pc:sldMk cId="919240090" sldId="279"/>
            <ac:spMk id="33" creationId="{B7E8F6E2-AF59-ECD7-6447-9A0235DCAEB0}"/>
          </ac:spMkLst>
        </pc:spChg>
        <pc:spChg chg="add mod">
          <ac:chgData name="Paper Slides" userId="b0030f7697c4fe97" providerId="LiveId" clId="{494D54AE-5443-5525-8077-CD7645E91735}" dt="2026-05-18T12:00:44.766" v="2085" actId="12789"/>
          <ac:spMkLst>
            <pc:docMk/>
            <pc:sldMk cId="919240090" sldId="279"/>
            <ac:spMk id="34" creationId="{56244F5F-5723-0099-3CD7-D8040850D6D0}"/>
          </ac:spMkLst>
        </pc:spChg>
        <pc:spChg chg="add mod">
          <ac:chgData name="Paper Slides" userId="b0030f7697c4fe97" providerId="LiveId" clId="{494D54AE-5443-5525-8077-CD7645E91735}" dt="2026-05-18T12:02:27.261" v="2111" actId="207"/>
          <ac:spMkLst>
            <pc:docMk/>
            <pc:sldMk cId="919240090" sldId="279"/>
            <ac:spMk id="35" creationId="{EE8CA5FA-9681-A2D0-E576-AC8E6AC4E9C8}"/>
          </ac:spMkLst>
        </pc:spChg>
        <pc:spChg chg="add mod">
          <ac:chgData name="Paper Slides" userId="b0030f7697c4fe97" providerId="LiveId" clId="{494D54AE-5443-5525-8077-CD7645E91735}" dt="2026-05-19T04:05:46.026" v="2838" actId="12789"/>
          <ac:spMkLst>
            <pc:docMk/>
            <pc:sldMk cId="919240090" sldId="279"/>
            <ac:spMk id="37" creationId="{C75014E8-DE13-F6C8-7AD1-87AAA061B566}"/>
          </ac:spMkLst>
        </pc:spChg>
        <pc:spChg chg="add mod">
          <ac:chgData name="Paper Slides" userId="b0030f7697c4fe97" providerId="LiveId" clId="{494D54AE-5443-5525-8077-CD7645E91735}" dt="2026-05-19T04:05:57.990" v="2840" actId="12789"/>
          <ac:spMkLst>
            <pc:docMk/>
            <pc:sldMk cId="919240090" sldId="279"/>
            <ac:spMk id="38" creationId="{B7EDD55E-459B-EDE8-B7C1-1ECE2C785D30}"/>
          </ac:spMkLst>
        </pc:spChg>
        <pc:spChg chg="add mod">
          <ac:chgData name="Paper Slides" userId="b0030f7697c4fe97" providerId="LiveId" clId="{494D54AE-5443-5525-8077-CD7645E91735}" dt="2026-05-19T04:06:04.347" v="2841" actId="12789"/>
          <ac:spMkLst>
            <pc:docMk/>
            <pc:sldMk cId="919240090" sldId="279"/>
            <ac:spMk id="39" creationId="{4093F100-35E9-D4DD-02A7-3F91B9610E1E}"/>
          </ac:spMkLst>
        </pc:spChg>
        <pc:spChg chg="add mod">
          <ac:chgData name="Paper Slides" userId="b0030f7697c4fe97" providerId="LiveId" clId="{494D54AE-5443-5525-8077-CD7645E91735}" dt="2026-05-19T04:05:52.139" v="2839" actId="12789"/>
          <ac:spMkLst>
            <pc:docMk/>
            <pc:sldMk cId="919240090" sldId="279"/>
            <ac:spMk id="40" creationId="{7CE18CCC-3679-4A39-348D-203D0002E2E6}"/>
          </ac:spMkLst>
        </pc:spChg>
        <pc:picChg chg="add mod">
          <ac:chgData name="Paper Slides" userId="b0030f7697c4fe97" providerId="LiveId" clId="{494D54AE-5443-5525-8077-CD7645E91735}" dt="2026-05-18T12:03:37.103" v="2119" actId="34135"/>
          <ac:picMkLst>
            <pc:docMk/>
            <pc:sldMk cId="919240090" sldId="279"/>
            <ac:picMk id="36" creationId="{0D17D989-A003-F297-B892-B9BDE78D2233}"/>
          </ac:picMkLst>
        </pc:picChg>
        <pc:cxnChg chg="add mod">
          <ac:chgData name="Paper Slides" userId="b0030f7697c4fe97" providerId="LiveId" clId="{494D54AE-5443-5525-8077-CD7645E91735}" dt="2026-05-18T11:40:45.509" v="2029" actId="465"/>
          <ac:cxnSpMkLst>
            <pc:docMk/>
            <pc:sldMk cId="919240090" sldId="279"/>
            <ac:cxnSpMk id="11" creationId="{2EF96842-946A-EADD-6B4A-3D091F0052E7}"/>
          </ac:cxnSpMkLst>
        </pc:cxnChg>
      </pc:sldChg>
      <pc:sldChg chg="addSp delSp modSp new mod ord modTransition modClrScheme chgLayout">
        <pc:chgData name="Paper Slides" userId="b0030f7697c4fe97" providerId="LiveId" clId="{494D54AE-5443-5525-8077-CD7645E91735}" dt="2026-05-19T04:27:17.561" v="2890"/>
        <pc:sldMkLst>
          <pc:docMk/>
          <pc:sldMk cId="4046598208" sldId="280"/>
        </pc:sldMkLst>
        <pc:spChg chg="del mod ord">
          <ac:chgData name="Paper Slides" userId="b0030f7697c4fe97" providerId="LiveId" clId="{494D54AE-5443-5525-8077-CD7645E91735}" dt="2026-05-18T12:05:05.353" v="2121" actId="700"/>
          <ac:spMkLst>
            <pc:docMk/>
            <pc:sldMk cId="4046598208" sldId="280"/>
            <ac:spMk id="2" creationId="{BAFB1D77-3128-6B94-984F-79FA1F42058F}"/>
          </ac:spMkLst>
        </pc:spChg>
        <pc:spChg chg="add mod ord">
          <ac:chgData name="Paper Slides" userId="b0030f7697c4fe97" providerId="LiveId" clId="{494D54AE-5443-5525-8077-CD7645E91735}" dt="2026-05-18T12:05:13.285" v="2122"/>
          <ac:spMkLst>
            <pc:docMk/>
            <pc:sldMk cId="4046598208" sldId="280"/>
            <ac:spMk id="3" creationId="{B8DA89A8-57C3-000E-5981-5B636A496CC1}"/>
          </ac:spMkLst>
        </pc:spChg>
        <pc:spChg chg="add mod">
          <ac:chgData name="Paper Slides" userId="b0030f7697c4fe97" providerId="LiveId" clId="{494D54AE-5443-5525-8077-CD7645E91735}" dt="2026-05-18T12:07:11.465" v="2139" actId="403"/>
          <ac:spMkLst>
            <pc:docMk/>
            <pc:sldMk cId="4046598208" sldId="280"/>
            <ac:spMk id="4" creationId="{4D3AE1B8-E3FE-241F-2390-60AE89651ED2}"/>
          </ac:spMkLst>
        </pc:spChg>
        <pc:spChg chg="add mod">
          <ac:chgData name="Paper Slides" userId="b0030f7697c4fe97" providerId="LiveId" clId="{494D54AE-5443-5525-8077-CD7645E91735}" dt="2026-05-18T12:18:28.929" v="2236" actId="12788"/>
          <ac:spMkLst>
            <pc:docMk/>
            <pc:sldMk cId="4046598208" sldId="280"/>
            <ac:spMk id="5" creationId="{49D8EDBB-3181-9F28-A34C-200EFA935F35}"/>
          </ac:spMkLst>
        </pc:spChg>
        <pc:spChg chg="add mod">
          <ac:chgData name="Paper Slides" userId="b0030f7697c4fe97" providerId="LiveId" clId="{494D54AE-5443-5525-8077-CD7645E91735}" dt="2026-05-18T12:09:11.641" v="2146" actId="1076"/>
          <ac:spMkLst>
            <pc:docMk/>
            <pc:sldMk cId="4046598208" sldId="280"/>
            <ac:spMk id="6" creationId="{6A84B6B4-FD6C-A14C-A24A-31920A7AA4C8}"/>
          </ac:spMkLst>
        </pc:spChg>
        <pc:spChg chg="add mod">
          <ac:chgData name="Paper Slides" userId="b0030f7697c4fe97" providerId="LiveId" clId="{494D54AE-5443-5525-8077-CD7645E91735}" dt="2026-05-18T12:21:05.553" v="2346"/>
          <ac:spMkLst>
            <pc:docMk/>
            <pc:sldMk cId="4046598208" sldId="280"/>
            <ac:spMk id="7" creationId="{EA6BF618-4035-4312-0508-187CBCB11FC5}"/>
          </ac:spMkLst>
        </pc:spChg>
        <pc:spChg chg="add del mod">
          <ac:chgData name="Paper Slides" userId="b0030f7697c4fe97" providerId="LiveId" clId="{494D54AE-5443-5525-8077-CD7645E91735}" dt="2026-05-18T12:16:51.961" v="2224" actId="478"/>
          <ac:spMkLst>
            <pc:docMk/>
            <pc:sldMk cId="4046598208" sldId="280"/>
            <ac:spMk id="8" creationId="{6059287C-2C3F-3DE4-8271-E2F81893C59C}"/>
          </ac:spMkLst>
        </pc:spChg>
        <pc:spChg chg="add del mod">
          <ac:chgData name="Paper Slides" userId="b0030f7697c4fe97" providerId="LiveId" clId="{494D54AE-5443-5525-8077-CD7645E91735}" dt="2026-05-18T12:16:51.961" v="2224" actId="478"/>
          <ac:spMkLst>
            <pc:docMk/>
            <pc:sldMk cId="4046598208" sldId="280"/>
            <ac:spMk id="9" creationId="{B8419873-DFB1-F4F9-80D9-B73C4BC33496}"/>
          </ac:spMkLst>
        </pc:spChg>
        <pc:spChg chg="add del mod">
          <ac:chgData name="Paper Slides" userId="b0030f7697c4fe97" providerId="LiveId" clId="{494D54AE-5443-5525-8077-CD7645E91735}" dt="2026-05-18T12:16:51.961" v="2224" actId="478"/>
          <ac:spMkLst>
            <pc:docMk/>
            <pc:sldMk cId="4046598208" sldId="280"/>
            <ac:spMk id="10" creationId="{A6D9B553-5C05-775D-0CF5-22B6C2597A79}"/>
          </ac:spMkLst>
        </pc:spChg>
        <pc:spChg chg="add mod">
          <ac:chgData name="Paper Slides" userId="b0030f7697c4fe97" providerId="LiveId" clId="{494D54AE-5443-5525-8077-CD7645E91735}" dt="2026-05-18T12:18:38.795" v="2239" actId="1036"/>
          <ac:spMkLst>
            <pc:docMk/>
            <pc:sldMk cId="4046598208" sldId="280"/>
            <ac:spMk id="11" creationId="{DBC5C90B-00E8-66E8-5B61-6BF5C2F8D520}"/>
          </ac:spMkLst>
        </pc:spChg>
        <pc:spChg chg="add mod">
          <ac:chgData name="Paper Slides" userId="b0030f7697c4fe97" providerId="LiveId" clId="{494D54AE-5443-5525-8077-CD7645E91735}" dt="2026-05-18T12:19:01.267" v="2248"/>
          <ac:spMkLst>
            <pc:docMk/>
            <pc:sldMk cId="4046598208" sldId="280"/>
            <ac:spMk id="12" creationId="{1E46C91B-A5EE-B7EA-FCAE-BA4379A64D51}"/>
          </ac:spMkLst>
        </pc:spChg>
        <pc:spChg chg="add mod">
          <ac:chgData name="Paper Slides" userId="b0030f7697c4fe97" providerId="LiveId" clId="{494D54AE-5443-5525-8077-CD7645E91735}" dt="2026-05-18T12:19:53.644" v="2287" actId="20577"/>
          <ac:spMkLst>
            <pc:docMk/>
            <pc:sldMk cId="4046598208" sldId="280"/>
            <ac:spMk id="13" creationId="{9A85FA65-18ED-51E9-DDAF-A6CAF1F79024}"/>
          </ac:spMkLst>
        </pc:spChg>
        <pc:spChg chg="add mod">
          <ac:chgData name="Paper Slides" userId="b0030f7697c4fe97" providerId="LiveId" clId="{494D54AE-5443-5525-8077-CD7645E91735}" dt="2026-05-18T12:18:38.795" v="2239" actId="1036"/>
          <ac:spMkLst>
            <pc:docMk/>
            <pc:sldMk cId="4046598208" sldId="280"/>
            <ac:spMk id="17" creationId="{A23B6719-402E-C908-D547-15A0CA8A0F8D}"/>
          </ac:spMkLst>
        </pc:spChg>
        <pc:spChg chg="add mod">
          <ac:chgData name="Paper Slides" userId="b0030f7697c4fe97" providerId="LiveId" clId="{494D54AE-5443-5525-8077-CD7645E91735}" dt="2026-05-18T12:19:08.462" v="2251"/>
          <ac:spMkLst>
            <pc:docMk/>
            <pc:sldMk cId="4046598208" sldId="280"/>
            <ac:spMk id="18" creationId="{D4D64170-53A5-E438-8946-035A92BD0B1F}"/>
          </ac:spMkLst>
        </pc:spChg>
        <pc:spChg chg="add mod">
          <ac:chgData name="Paper Slides" userId="b0030f7697c4fe97" providerId="LiveId" clId="{494D54AE-5443-5525-8077-CD7645E91735}" dt="2026-05-18T12:19:47.765" v="2277" actId="20577"/>
          <ac:spMkLst>
            <pc:docMk/>
            <pc:sldMk cId="4046598208" sldId="280"/>
            <ac:spMk id="19" creationId="{724330A6-DA5B-A9EB-1F09-316C9F123E87}"/>
          </ac:spMkLst>
        </pc:spChg>
        <pc:spChg chg="add mod">
          <ac:chgData name="Paper Slides" userId="b0030f7697c4fe97" providerId="LiveId" clId="{494D54AE-5443-5525-8077-CD7645E91735}" dt="2026-05-18T12:18:38.795" v="2239" actId="1036"/>
          <ac:spMkLst>
            <pc:docMk/>
            <pc:sldMk cId="4046598208" sldId="280"/>
            <ac:spMk id="20" creationId="{AE953ABF-9D6E-B68E-8EA0-D5A88CF98CC7}"/>
          </ac:spMkLst>
        </pc:spChg>
        <pc:spChg chg="add mod">
          <ac:chgData name="Paper Slides" userId="b0030f7697c4fe97" providerId="LiveId" clId="{494D54AE-5443-5525-8077-CD7645E91735}" dt="2026-05-18T12:19:15.616" v="2254"/>
          <ac:spMkLst>
            <pc:docMk/>
            <pc:sldMk cId="4046598208" sldId="280"/>
            <ac:spMk id="21" creationId="{F9CAAD19-9C06-0C07-D9EB-4F47170B76F8}"/>
          </ac:spMkLst>
        </pc:spChg>
        <pc:spChg chg="add mod">
          <ac:chgData name="Paper Slides" userId="b0030f7697c4fe97" providerId="LiveId" clId="{494D54AE-5443-5525-8077-CD7645E91735}" dt="2026-05-18T12:19:41.792" v="2269" actId="20577"/>
          <ac:spMkLst>
            <pc:docMk/>
            <pc:sldMk cId="4046598208" sldId="280"/>
            <ac:spMk id="22" creationId="{D8487869-2814-7943-6359-82603A998218}"/>
          </ac:spMkLst>
        </pc:spChg>
        <pc:spChg chg="add mod">
          <ac:chgData name="Paper Slides" userId="b0030f7697c4fe97" providerId="LiveId" clId="{494D54AE-5443-5525-8077-CD7645E91735}" dt="2026-05-18T12:22:15.525" v="2356" actId="207"/>
          <ac:spMkLst>
            <pc:docMk/>
            <pc:sldMk cId="4046598208" sldId="280"/>
            <ac:spMk id="23" creationId="{05639A18-9F9E-3D7A-E611-1DAAB0CA025C}"/>
          </ac:spMkLst>
        </pc:spChg>
        <pc:spChg chg="add mod">
          <ac:chgData name="Paper Slides" userId="b0030f7697c4fe97" providerId="LiveId" clId="{494D54AE-5443-5525-8077-CD7645E91735}" dt="2026-05-18T12:19:23.327" v="2257"/>
          <ac:spMkLst>
            <pc:docMk/>
            <pc:sldMk cId="4046598208" sldId="280"/>
            <ac:spMk id="24" creationId="{A5F674A3-C690-D9CC-9E50-B7F8405DF68F}"/>
          </ac:spMkLst>
        </pc:spChg>
        <pc:spChg chg="add mod">
          <ac:chgData name="Paper Slides" userId="b0030f7697c4fe97" providerId="LiveId" clId="{494D54AE-5443-5525-8077-CD7645E91735}" dt="2026-05-18T12:19:38.764" v="2261" actId="20577"/>
          <ac:spMkLst>
            <pc:docMk/>
            <pc:sldMk cId="4046598208" sldId="280"/>
            <ac:spMk id="25" creationId="{83263BF3-5AB6-683A-8A8F-DA3C2BD51E2D}"/>
          </ac:spMkLst>
        </pc:spChg>
        <pc:spChg chg="add mod">
          <ac:chgData name="Paper Slides" userId="b0030f7697c4fe97" providerId="LiveId" clId="{494D54AE-5443-5525-8077-CD7645E91735}" dt="2026-05-18T12:18:28.929" v="2236" actId="12788"/>
          <ac:spMkLst>
            <pc:docMk/>
            <pc:sldMk cId="4046598208" sldId="280"/>
            <ac:spMk id="26" creationId="{A53C6B9D-7249-0A49-94CF-0039F79AAAD4}"/>
          </ac:spMkLst>
        </pc:spChg>
        <pc:spChg chg="add mod">
          <ac:chgData name="Paper Slides" userId="b0030f7697c4fe97" providerId="LiveId" clId="{494D54AE-5443-5525-8077-CD7645E91735}" dt="2026-05-18T12:18:28.929" v="2236" actId="12788"/>
          <ac:spMkLst>
            <pc:docMk/>
            <pc:sldMk cId="4046598208" sldId="280"/>
            <ac:spMk id="27" creationId="{A5C24A1C-4DB3-54D6-B617-5D4875DC53F2}"/>
          </ac:spMkLst>
        </pc:spChg>
        <pc:spChg chg="add mod">
          <ac:chgData name="Paper Slides" userId="b0030f7697c4fe97" providerId="LiveId" clId="{494D54AE-5443-5525-8077-CD7645E91735}" dt="2026-05-18T12:18:21.981" v="2235" actId="12788"/>
          <ac:spMkLst>
            <pc:docMk/>
            <pc:sldMk cId="4046598208" sldId="280"/>
            <ac:spMk id="28" creationId="{B2366079-BEC9-09CB-FACE-7DCD3CAA9447}"/>
          </ac:spMkLst>
        </pc:spChg>
        <pc:spChg chg="add mod">
          <ac:chgData name="Paper Slides" userId="b0030f7697c4fe97" providerId="LiveId" clId="{494D54AE-5443-5525-8077-CD7645E91735}" dt="2026-05-18T12:18:21.981" v="2235" actId="12788"/>
          <ac:spMkLst>
            <pc:docMk/>
            <pc:sldMk cId="4046598208" sldId="280"/>
            <ac:spMk id="29" creationId="{A79941F9-0356-8998-3C8E-76C7FA66272E}"/>
          </ac:spMkLst>
        </pc:spChg>
        <pc:spChg chg="add mod">
          <ac:chgData name="Paper Slides" userId="b0030f7697c4fe97" providerId="LiveId" clId="{494D54AE-5443-5525-8077-CD7645E91735}" dt="2026-05-18T12:18:15.258" v="2234" actId="12788"/>
          <ac:spMkLst>
            <pc:docMk/>
            <pc:sldMk cId="4046598208" sldId="280"/>
            <ac:spMk id="30" creationId="{0A092031-C98C-49CC-12E1-EFF731D4AA74}"/>
          </ac:spMkLst>
        </pc:spChg>
        <pc:spChg chg="add mod">
          <ac:chgData name="Paper Slides" userId="b0030f7697c4fe97" providerId="LiveId" clId="{494D54AE-5443-5525-8077-CD7645E91735}" dt="2026-05-18T12:18:15.258" v="2234" actId="12788"/>
          <ac:spMkLst>
            <pc:docMk/>
            <pc:sldMk cId="4046598208" sldId="280"/>
            <ac:spMk id="31" creationId="{2C4D7EE1-9FF2-7A58-D488-87159398558C}"/>
          </ac:spMkLst>
        </pc:spChg>
        <pc:spChg chg="add mod">
          <ac:chgData name="Paper Slides" userId="b0030f7697c4fe97" providerId="LiveId" clId="{494D54AE-5443-5525-8077-CD7645E91735}" dt="2026-05-18T12:17:34.475" v="2230" actId="12788"/>
          <ac:spMkLst>
            <pc:docMk/>
            <pc:sldMk cId="4046598208" sldId="280"/>
            <ac:spMk id="32" creationId="{CFDC7A4C-2C40-86F1-47B0-17CE655C122F}"/>
          </ac:spMkLst>
        </pc:spChg>
        <pc:spChg chg="add mod">
          <ac:chgData name="Paper Slides" userId="b0030f7697c4fe97" providerId="LiveId" clId="{494D54AE-5443-5525-8077-CD7645E91735}" dt="2026-05-18T12:17:34.475" v="2230" actId="12788"/>
          <ac:spMkLst>
            <pc:docMk/>
            <pc:sldMk cId="4046598208" sldId="280"/>
            <ac:spMk id="33" creationId="{C2D272CF-622E-5117-77A6-1B804A54910B}"/>
          </ac:spMkLst>
        </pc:spChg>
        <pc:spChg chg="add mod">
          <ac:chgData name="Paper Slides" userId="b0030f7697c4fe97" providerId="LiveId" clId="{494D54AE-5443-5525-8077-CD7645E91735}" dt="2026-05-18T12:18:21.981" v="2235" actId="12788"/>
          <ac:spMkLst>
            <pc:docMk/>
            <pc:sldMk cId="4046598208" sldId="280"/>
            <ac:spMk id="34" creationId="{6EC04596-1E4F-816D-06F6-67F5B91A8A58}"/>
          </ac:spMkLst>
        </pc:spChg>
        <pc:spChg chg="add mod">
          <ac:chgData name="Paper Slides" userId="b0030f7697c4fe97" providerId="LiveId" clId="{494D54AE-5443-5525-8077-CD7645E91735}" dt="2026-05-18T12:18:15.258" v="2234" actId="12788"/>
          <ac:spMkLst>
            <pc:docMk/>
            <pc:sldMk cId="4046598208" sldId="280"/>
            <ac:spMk id="35" creationId="{58441CC5-42AD-544E-4F7B-D8F214E5531F}"/>
          </ac:spMkLst>
        </pc:spChg>
        <pc:spChg chg="add mod">
          <ac:chgData name="Paper Slides" userId="b0030f7697c4fe97" providerId="LiveId" clId="{494D54AE-5443-5525-8077-CD7645E91735}" dt="2026-05-18T12:20:53.192" v="2343" actId="692"/>
          <ac:spMkLst>
            <pc:docMk/>
            <pc:sldMk cId="4046598208" sldId="280"/>
            <ac:spMk id="36" creationId="{57A966B3-E2C4-4010-960A-39F8FD70857A}"/>
          </ac:spMkLst>
        </pc:spChg>
        <pc:picChg chg="add mod">
          <ac:chgData name="Paper Slides" userId="b0030f7697c4fe97" providerId="LiveId" clId="{494D54AE-5443-5525-8077-CD7645E91735}" dt="2026-05-18T12:21:43.538" v="2352" actId="34135"/>
          <ac:picMkLst>
            <pc:docMk/>
            <pc:sldMk cId="4046598208" sldId="280"/>
            <ac:picMk id="37" creationId="{0185273F-FBA9-AE3C-9072-03FADEFD1F28}"/>
          </ac:picMkLst>
        </pc:picChg>
        <pc:cxnChg chg="add mod">
          <ac:chgData name="Paper Slides" userId="b0030f7697c4fe97" providerId="LiveId" clId="{494D54AE-5443-5525-8077-CD7645E91735}" dt="2026-05-18T12:18:38.795" v="2239" actId="1036"/>
          <ac:cxnSpMkLst>
            <pc:docMk/>
            <pc:sldMk cId="4046598208" sldId="280"/>
            <ac:cxnSpMk id="14" creationId="{9509EE01-C8C1-6914-0A2B-EDD5FB5895A7}"/>
          </ac:cxnSpMkLst>
        </pc:cxnChg>
      </pc:sldChg>
      <pc:sldChg chg="new del">
        <pc:chgData name="Paper Slides" userId="b0030f7697c4fe97" providerId="LiveId" clId="{494D54AE-5443-5525-8077-CD7645E91735}" dt="2026-05-18T12:22:37.284" v="2358" actId="2696"/>
        <pc:sldMkLst>
          <pc:docMk/>
          <pc:sldMk cId="3943682812" sldId="281"/>
        </pc:sldMkLst>
      </pc:sldChg>
      <pc:sldChg chg="addSp delSp modSp add mod ord modTransition chgLayout">
        <pc:chgData name="Paper Slides" userId="b0030f7697c4fe97" providerId="LiveId" clId="{494D54AE-5443-5525-8077-CD7645E91735}" dt="2026-05-19T04:27:17.561" v="2890"/>
        <pc:sldMkLst>
          <pc:docMk/>
          <pc:sldMk cId="4025743204" sldId="281"/>
        </pc:sldMkLst>
        <pc:spChg chg="add del mod">
          <ac:chgData name="Paper Slides" userId="b0030f7697c4fe97" providerId="LiveId" clId="{494D54AE-5443-5525-8077-CD7645E91735}" dt="2026-05-18T12:23:15.176" v="2371" actId="6264"/>
          <ac:spMkLst>
            <pc:docMk/>
            <pc:sldMk cId="4025743204" sldId="281"/>
            <ac:spMk id="2" creationId="{79383067-D664-4BDC-13E0-A4ABD71367C0}"/>
          </ac:spMkLst>
        </pc:spChg>
        <pc:spChg chg="mod ord">
          <ac:chgData name="Paper Slides" userId="b0030f7697c4fe97" providerId="LiveId" clId="{494D54AE-5443-5525-8077-CD7645E91735}" dt="2026-05-18T12:23:43.769" v="2378" actId="27636"/>
          <ac:spMkLst>
            <pc:docMk/>
            <pc:sldMk cId="4025743204" sldId="281"/>
            <ac:spMk id="3" creationId="{E6B98DAB-EAF3-C584-444B-921AF4E07353}"/>
          </ac:spMkLst>
        </pc:spChg>
        <pc:spChg chg="add del mod">
          <ac:chgData name="Paper Slides" userId="b0030f7697c4fe97" providerId="LiveId" clId="{494D54AE-5443-5525-8077-CD7645E91735}" dt="2026-05-18T12:23:34.345" v="2374" actId="6264"/>
          <ac:spMkLst>
            <pc:docMk/>
            <pc:sldMk cId="4025743204" sldId="281"/>
            <ac:spMk id="4" creationId="{0555CABC-A1B0-3E2C-B19A-CAFEA3BC43E3}"/>
          </ac:spMkLst>
        </pc:spChg>
        <pc:spChg chg="add del mod">
          <ac:chgData name="Paper Slides" userId="b0030f7697c4fe97" providerId="LiveId" clId="{494D54AE-5443-5525-8077-CD7645E91735}" dt="2026-05-18T12:23:43.721" v="2377" actId="6264"/>
          <ac:spMkLst>
            <pc:docMk/>
            <pc:sldMk cId="4025743204" sldId="281"/>
            <ac:spMk id="15" creationId="{FD260AD5-971D-E982-3DEE-28B14A895994}"/>
          </ac:spMkLst>
        </pc:spChg>
        <pc:spChg chg="del">
          <ac:chgData name="Paper Slides" userId="b0030f7697c4fe97" providerId="LiveId" clId="{494D54AE-5443-5525-8077-CD7645E91735}" dt="2026-05-18T12:24:22.172" v="2381" actId="478"/>
          <ac:spMkLst>
            <pc:docMk/>
            <pc:sldMk cId="4025743204" sldId="281"/>
            <ac:spMk id="16" creationId="{72601EDC-CC8A-E991-2C7D-375F9EDB7C42}"/>
          </ac:spMkLst>
        </pc:spChg>
        <pc:spChg chg="del">
          <ac:chgData name="Paper Slides" userId="b0030f7697c4fe97" providerId="LiveId" clId="{494D54AE-5443-5525-8077-CD7645E91735}" dt="2026-05-18T12:24:22.172" v="2381" actId="478"/>
          <ac:spMkLst>
            <pc:docMk/>
            <pc:sldMk cId="4025743204" sldId="281"/>
            <ac:spMk id="17" creationId="{A20EDBA2-D8D8-D458-AE9F-2FC5330793AF}"/>
          </ac:spMkLst>
        </pc:spChg>
        <pc:spChg chg="add mod">
          <ac:chgData name="Paper Slides" userId="b0030f7697c4fe97" providerId="LiveId" clId="{494D54AE-5443-5525-8077-CD7645E91735}" dt="2026-05-18T12:24:36.194" v="2385" actId="1076"/>
          <ac:spMkLst>
            <pc:docMk/>
            <pc:sldMk cId="4025743204" sldId="281"/>
            <ac:spMk id="18" creationId="{9E133D4D-6049-F65A-7B64-6FE2557B76E2}"/>
          </ac:spMkLst>
        </pc:spChg>
        <pc:spChg chg="del">
          <ac:chgData name="Paper Slides" userId="b0030f7697c4fe97" providerId="LiveId" clId="{494D54AE-5443-5525-8077-CD7645E91735}" dt="2026-05-18T12:22:56.300" v="2363" actId="478"/>
          <ac:spMkLst>
            <pc:docMk/>
            <pc:sldMk cId="4025743204" sldId="281"/>
            <ac:spMk id="19" creationId="{FB219D97-274D-648A-6787-ABEA1C1A8283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26" creationId="{7735C7FB-5DC8-E07C-FEB2-C32762F484CB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27" creationId="{A90BF78F-20C6-455C-E878-9C099C484E3C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28" creationId="{EE2D1B09-D3CD-6FB7-9AAA-DC91DA8378AE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29" creationId="{40383138-F604-D694-524F-815F3F7A4B29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30" creationId="{7936D840-6A32-F6C9-D2AA-6AFFFA7703DB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31" creationId="{29C9F989-8B16-17B1-0B4C-FF0048A2A887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32" creationId="{47541067-DCFD-7B3C-C12E-175BDBF49692}"/>
          </ac:spMkLst>
        </pc:spChg>
        <pc:spChg chg="mod">
          <ac:chgData name="Paper Slides" userId="b0030f7697c4fe97" providerId="LiveId" clId="{494D54AE-5443-5525-8077-CD7645E91735}" dt="2026-05-18T12:24:22.713" v="2382"/>
          <ac:spMkLst>
            <pc:docMk/>
            <pc:sldMk cId="4025743204" sldId="281"/>
            <ac:spMk id="33" creationId="{7C0FB018-974D-F16F-3CF9-41E201197A2E}"/>
          </ac:spMkLst>
        </pc:spChg>
        <pc:spChg chg="add mod">
          <ac:chgData name="Paper Slides" userId="b0030f7697c4fe97" providerId="LiveId" clId="{494D54AE-5443-5525-8077-CD7645E91735}" dt="2026-05-19T04:10:28.310" v="2867" actId="14100"/>
          <ac:spMkLst>
            <pc:docMk/>
            <pc:sldMk cId="4025743204" sldId="281"/>
            <ac:spMk id="34" creationId="{2E9494EF-7649-0361-E306-47B3B1B6FFE4}"/>
          </ac:spMkLst>
        </pc:spChg>
        <pc:spChg chg="add mod">
          <ac:chgData name="Paper Slides" userId="b0030f7697c4fe97" providerId="LiveId" clId="{494D54AE-5443-5525-8077-CD7645E91735}" dt="2026-05-19T04:10:23.821" v="2866" actId="1037"/>
          <ac:spMkLst>
            <pc:docMk/>
            <pc:sldMk cId="4025743204" sldId="281"/>
            <ac:spMk id="35" creationId="{E651343D-FD2C-1A23-8289-949B7BF86365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36" creationId="{308109CA-3179-E9CB-4E59-208E8082E1ED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37" creationId="{CB138918-0EC3-37FE-0CBE-FB9A4A9DC032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38" creationId="{27E6BF8D-7FAA-5C0B-50D7-52D30C181475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39" creationId="{EA3A11FC-164B-EEB6-E6FD-7B1C9D17715D}"/>
          </ac:spMkLst>
        </pc:spChg>
        <pc:spChg chg="add mod">
          <ac:chgData name="Paper Slides" userId="b0030f7697c4fe97" providerId="LiveId" clId="{494D54AE-5443-5525-8077-CD7645E91735}" dt="2026-05-19T04:10:23.821" v="2866" actId="1037"/>
          <ac:spMkLst>
            <pc:docMk/>
            <pc:sldMk cId="4025743204" sldId="281"/>
            <ac:spMk id="40" creationId="{FC817919-1793-2875-FE95-06004DE3151C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41" creationId="{4F6C7A41-3B9E-C34C-96CC-B520920FE90B}"/>
          </ac:spMkLst>
        </pc:spChg>
        <pc:spChg chg="add mod">
          <ac:chgData name="Paper Slides" userId="b0030f7697c4fe97" providerId="LiveId" clId="{494D54AE-5443-5525-8077-CD7645E91735}" dt="2026-05-19T04:11:06.239" v="2878" actId="1076"/>
          <ac:spMkLst>
            <pc:docMk/>
            <pc:sldMk cId="4025743204" sldId="281"/>
            <ac:spMk id="42" creationId="{93DEE700-4510-875D-9C85-D1CF4B688E2D}"/>
          </ac:spMkLst>
        </pc:spChg>
        <pc:grpChg chg="add mod">
          <ac:chgData name="Paper Slides" userId="b0030f7697c4fe97" providerId="LiveId" clId="{494D54AE-5443-5525-8077-CD7645E91735}" dt="2026-05-18T12:24:36.194" v="2385" actId="1076"/>
          <ac:grpSpMkLst>
            <pc:docMk/>
            <pc:sldMk cId="4025743204" sldId="281"/>
            <ac:grpSpMk id="25" creationId="{72CAF664-A09A-4CD8-B2EB-62802B07F9AF}"/>
          </ac:grpSpMkLst>
        </pc:grpChg>
        <pc:picChg chg="mod">
          <ac:chgData name="Paper Slides" userId="b0030f7697c4fe97" providerId="LiveId" clId="{494D54AE-5443-5525-8077-CD7645E91735}" dt="2026-05-19T04:10:46.051" v="2870" actId="1076"/>
          <ac:picMkLst>
            <pc:docMk/>
            <pc:sldMk cId="4025743204" sldId="281"/>
            <ac:picMk id="20" creationId="{D9B7D768-816B-056A-7D51-E7F8EC05C6E4}"/>
          </ac:picMkLst>
        </pc:picChg>
      </pc:sldChg>
      <pc:sldChg chg="addSp delSp modSp new del mod modTransition modClrScheme chgLayout">
        <pc:chgData name="Paper Slides" userId="b0030f7697c4fe97" providerId="LiveId" clId="{494D54AE-5443-5525-8077-CD7645E91735}" dt="2026-05-19T12:11:39.535" v="2902" actId="2696"/>
        <pc:sldMkLst>
          <pc:docMk/>
          <pc:sldMk cId="645306739" sldId="282"/>
        </pc:sldMkLst>
        <pc:spChg chg="del">
          <ac:chgData name="Paper Slides" userId="b0030f7697c4fe97" providerId="LiveId" clId="{494D54AE-5443-5525-8077-CD7645E91735}" dt="2026-05-19T02:55:50.223" v="2416" actId="700"/>
          <ac:spMkLst>
            <pc:docMk/>
            <pc:sldMk cId="645306739" sldId="282"/>
            <ac:spMk id="2" creationId="{ED7843B5-29FD-701B-1131-15F5CBE300B1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54" creationId="{D0FDB1F4-A778-E98B-126B-4EDB0EEE339F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55" creationId="{5AB12E4E-F8F1-7842-981E-99F84612E225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58" creationId="{A0E6EF44-4A6E-7A0A-8E7A-9E457225C34F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61" creationId="{E388A359-103A-0066-E1B9-72D1D87411FE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66" creationId="{6D37F57C-CA9B-E6CD-D35F-9A292E9F6115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67" creationId="{F850FE03-F40E-64FA-BB12-36C84334C3EB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69" creationId="{CC7BB5F4-944C-045B-F33A-FDAD7510FF8E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71" creationId="{8F119FD7-6DEB-2E0B-4ADD-CD03D14FDDF1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72" creationId="{9C90F3A9-8327-0B0D-65F0-021FA7603491}"/>
          </ac:spMkLst>
        </pc:spChg>
        <pc:spChg chg="mod">
          <ac:chgData name="Paper Slides" userId="b0030f7697c4fe97" providerId="LiveId" clId="{494D54AE-5443-5525-8077-CD7645E91735}" dt="2026-05-19T03:11:44.850" v="2594" actId="207"/>
          <ac:spMkLst>
            <pc:docMk/>
            <pc:sldMk cId="645306739" sldId="282"/>
            <ac:spMk id="73" creationId="{FCE2E30D-BA1D-A4E5-A362-B1C91CC94B4D}"/>
          </ac:spMkLst>
        </pc:spChg>
        <pc:spChg chg="mod">
          <ac:chgData name="Paper Slides" userId="b0030f7697c4fe97" providerId="LiveId" clId="{494D54AE-5443-5525-8077-CD7645E91735}" dt="2026-05-19T03:04:54.094" v="2511" actId="1076"/>
          <ac:spMkLst>
            <pc:docMk/>
            <pc:sldMk cId="645306739" sldId="282"/>
            <ac:spMk id="74" creationId="{EFECE621-BA85-3694-0971-10D08823EB51}"/>
          </ac:spMkLst>
        </pc:spChg>
        <pc:spChg chg="add mod ord">
          <ac:chgData name="Paper Slides" userId="b0030f7697c4fe97" providerId="LiveId" clId="{494D54AE-5443-5525-8077-CD7645E91735}" dt="2026-05-19T04:23:33.059" v="2889" actId="6264"/>
          <ac:spMkLst>
            <pc:docMk/>
            <pc:sldMk cId="645306739" sldId="282"/>
            <ac:spMk id="75" creationId="{F672129C-8625-5641-5EA8-2C6267B3E492}"/>
          </ac:spMkLst>
        </pc:spChg>
        <pc:spChg chg="add del mod">
          <ac:chgData name="Paper Slides" userId="b0030f7697c4fe97" providerId="LiveId" clId="{494D54AE-5443-5525-8077-CD7645E91735}" dt="2026-05-19T04:23:33.059" v="2889" actId="6264"/>
          <ac:spMkLst>
            <pc:docMk/>
            <pc:sldMk cId="645306739" sldId="282"/>
            <ac:spMk id="76" creationId="{89EC1269-E5E8-DD6F-ED3D-22B30015009C}"/>
          </ac:spMkLst>
        </pc:spChg>
        <pc:picChg chg="add mod">
          <ac:chgData name="Paper Slides" userId="b0030f7697c4fe97" providerId="LiveId" clId="{494D54AE-5443-5525-8077-CD7645E91735}" dt="2026-05-19T02:58:46.370" v="2476" actId="408"/>
          <ac:picMkLst>
            <pc:docMk/>
            <pc:sldMk cId="645306739" sldId="282"/>
            <ac:picMk id="4" creationId="{80856B9F-F110-F31C-532B-CD63ECEEF7A9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6" creationId="{3EA85557-31E4-390A-F8E0-99943985432A}"/>
          </ac:picMkLst>
        </pc:picChg>
        <pc:picChg chg="add mod">
          <ac:chgData name="Paper Slides" userId="b0030f7697c4fe97" providerId="LiveId" clId="{494D54AE-5443-5525-8077-CD7645E91735}" dt="2026-05-19T02:58:46.370" v="2476" actId="408"/>
          <ac:picMkLst>
            <pc:docMk/>
            <pc:sldMk cId="645306739" sldId="282"/>
            <ac:picMk id="8" creationId="{98C69CE6-C5E4-437C-E69F-E31338840710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10" creationId="{D0FDB1F4-A778-E98B-126B-4EDB0EEE339F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12" creationId="{5AB12E4E-F8F1-7842-981E-99F84612E225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14" creationId="{740C5BE6-9645-9D27-B42D-006401E2F2DC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16" creationId="{A6C59EC2-884A-073C-6173-FE095878F1F2}"/>
          </ac:picMkLst>
        </pc:picChg>
        <pc:picChg chg="add mod">
          <ac:chgData name="Paper Slides" userId="b0030f7697c4fe97" providerId="LiveId" clId="{494D54AE-5443-5525-8077-CD7645E91735}" dt="2026-05-19T02:58:46.370" v="2476" actId="408"/>
          <ac:picMkLst>
            <pc:docMk/>
            <pc:sldMk cId="645306739" sldId="282"/>
            <ac:picMk id="18" creationId="{A0E6EF44-4A6E-7A0A-8E7A-9E457225C34F}"/>
          </ac:picMkLst>
        </pc:picChg>
        <pc:picChg chg="add mod">
          <ac:chgData name="Paper Slides" userId="b0030f7697c4fe97" providerId="LiveId" clId="{494D54AE-5443-5525-8077-CD7645E91735}" dt="2026-05-19T02:58:46.370" v="2476" actId="408"/>
          <ac:picMkLst>
            <pc:docMk/>
            <pc:sldMk cId="645306739" sldId="282"/>
            <ac:picMk id="20" creationId="{4756E60E-D569-7FE7-2418-6231165BB5B7}"/>
          </ac:picMkLst>
        </pc:picChg>
        <pc:picChg chg="add mod">
          <ac:chgData name="Paper Slides" userId="b0030f7697c4fe97" providerId="LiveId" clId="{494D54AE-5443-5525-8077-CD7645E91735}" dt="2026-05-19T02:58:57.867" v="2477" actId="1076"/>
          <ac:picMkLst>
            <pc:docMk/>
            <pc:sldMk cId="645306739" sldId="282"/>
            <ac:picMk id="22" creationId="{F20B8617-917E-2599-551E-3A607EDC3CCE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24" creationId="{E388A359-103A-0066-E1B9-72D1D87411FE}"/>
          </ac:picMkLst>
        </pc:picChg>
        <pc:picChg chg="add mod">
          <ac:chgData name="Paper Slides" userId="b0030f7697c4fe97" providerId="LiveId" clId="{494D54AE-5443-5525-8077-CD7645E91735}" dt="2026-05-19T02:58:57.867" v="2477" actId="1076"/>
          <ac:picMkLst>
            <pc:docMk/>
            <pc:sldMk cId="645306739" sldId="282"/>
            <ac:picMk id="26" creationId="{5B7834AA-BF2E-8D7B-3FAF-E7B5467B70B8}"/>
          </ac:picMkLst>
        </pc:picChg>
        <pc:picChg chg="add mod">
          <ac:chgData name="Paper Slides" userId="b0030f7697c4fe97" providerId="LiveId" clId="{494D54AE-5443-5525-8077-CD7645E91735}" dt="2026-05-19T02:58:57.867" v="2477" actId="1076"/>
          <ac:picMkLst>
            <pc:docMk/>
            <pc:sldMk cId="645306739" sldId="282"/>
            <ac:picMk id="28" creationId="{D5E8E80F-6D50-0951-B1AB-56716FEC6A4C}"/>
          </ac:picMkLst>
        </pc:picChg>
        <pc:picChg chg="add mod">
          <ac:chgData name="Paper Slides" userId="b0030f7697c4fe97" providerId="LiveId" clId="{494D54AE-5443-5525-8077-CD7645E91735}" dt="2026-05-19T02:58:57.867" v="2477" actId="1076"/>
          <ac:picMkLst>
            <pc:docMk/>
            <pc:sldMk cId="645306739" sldId="282"/>
            <ac:picMk id="30" creationId="{A6045DBA-BC72-886B-FB2E-E352DCF88D83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32" creationId="{8A737DD7-28AA-200C-4139-6F705694E229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34" creationId="{6D37F57C-CA9B-E6CD-D35F-9A292E9F6115}"/>
          </ac:picMkLst>
        </pc:picChg>
        <pc:picChg chg="add mod">
          <ac:chgData name="Paper Slides" userId="b0030f7697c4fe97" providerId="LiveId" clId="{494D54AE-5443-5525-8077-CD7645E91735}" dt="2026-05-19T02:58:57.867" v="2477" actId="1076"/>
          <ac:picMkLst>
            <pc:docMk/>
            <pc:sldMk cId="645306739" sldId="282"/>
            <ac:picMk id="36" creationId="{F850FE03-F40E-64FA-BB12-36C84334C3EB}"/>
          </ac:picMkLst>
        </pc:picChg>
        <pc:picChg chg="add mod">
          <ac:chgData name="Paper Slides" userId="b0030f7697c4fe97" providerId="LiveId" clId="{494D54AE-5443-5525-8077-CD7645E91735}" dt="2026-05-19T02:58:21.595" v="2472" actId="408"/>
          <ac:picMkLst>
            <pc:docMk/>
            <pc:sldMk cId="645306739" sldId="282"/>
            <ac:picMk id="38" creationId="{E199D987-89B6-542E-CD55-A3EA8EE819D3}"/>
          </ac:picMkLst>
        </pc:picChg>
        <pc:picChg chg="add mod">
          <ac:chgData name="Paper Slides" userId="b0030f7697c4fe97" providerId="LiveId" clId="{494D54AE-5443-5525-8077-CD7645E91735}" dt="2026-05-19T02:58:21.595" v="2472" actId="408"/>
          <ac:picMkLst>
            <pc:docMk/>
            <pc:sldMk cId="645306739" sldId="282"/>
            <ac:picMk id="40" creationId="{CC7BB5F4-944C-045B-F33A-FDAD7510FF8E}"/>
          </ac:picMkLst>
        </pc:picChg>
        <pc:picChg chg="add mod">
          <ac:chgData name="Paper Slides" userId="b0030f7697c4fe97" providerId="LiveId" clId="{494D54AE-5443-5525-8077-CD7645E91735}" dt="2026-05-19T02:58:21.595" v="2472" actId="408"/>
          <ac:picMkLst>
            <pc:docMk/>
            <pc:sldMk cId="645306739" sldId="282"/>
            <ac:picMk id="42" creationId="{60244653-E1C2-DCAE-8861-111D19B48BEE}"/>
          </ac:picMkLst>
        </pc:picChg>
        <pc:picChg chg="add mod">
          <ac:chgData name="Paper Slides" userId="b0030f7697c4fe97" providerId="LiveId" clId="{494D54AE-5443-5525-8077-CD7645E91735}" dt="2026-05-19T02:58:21.595" v="2472" actId="408"/>
          <ac:picMkLst>
            <pc:docMk/>
            <pc:sldMk cId="645306739" sldId="282"/>
            <ac:picMk id="44" creationId="{8F119FD7-6DEB-2E0B-4ADD-CD03D14FDDF1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46" creationId="{9C90F3A9-8327-0B0D-65F0-021FA7603491}"/>
          </ac:picMkLst>
        </pc:picChg>
        <pc:picChg chg="add mod">
          <ac:chgData name="Paper Slides" userId="b0030f7697c4fe97" providerId="LiveId" clId="{494D54AE-5443-5525-8077-CD7645E91735}" dt="2026-05-19T02:58:21.595" v="2472" actId="408"/>
          <ac:picMkLst>
            <pc:docMk/>
            <pc:sldMk cId="645306739" sldId="282"/>
            <ac:picMk id="48" creationId="{FCE2E30D-BA1D-A4E5-A362-B1C91CC94B4D}"/>
          </ac:picMkLst>
        </pc:picChg>
        <pc:picChg chg="add mod">
          <ac:chgData name="Paper Slides" userId="b0030f7697c4fe97" providerId="LiveId" clId="{494D54AE-5443-5525-8077-CD7645E91735}" dt="2026-05-19T02:59:13.474" v="2479" actId="1076"/>
          <ac:picMkLst>
            <pc:docMk/>
            <pc:sldMk cId="645306739" sldId="282"/>
            <ac:picMk id="50" creationId="{EFECE621-BA85-3694-0971-10D08823EB51}"/>
          </ac:picMkLst>
        </pc:picChg>
      </pc:sldChg>
      <pc:sldMasterChg chg="modSp mod addSldLayout modSldLayout sldLayoutOrd">
        <pc:chgData name="Paper Slides" userId="b0030f7697c4fe97" providerId="LiveId" clId="{494D54AE-5443-5525-8077-CD7645E91735}" dt="2026-05-18T12:23:40.079" v="2376" actId="14100"/>
        <pc:sldMasterMkLst>
          <pc:docMk/>
          <pc:sldMasterMk cId="4232647168" sldId="2147483648"/>
        </pc:sldMasterMkLst>
        <pc:spChg chg="mod">
          <ac:chgData name="Paper Slides" userId="b0030f7697c4fe97" providerId="LiveId" clId="{494D54AE-5443-5525-8077-CD7645E91735}" dt="2026-05-17T13:43:47.363" v="434" actId="2711"/>
          <ac:spMkLst>
            <pc:docMk/>
            <pc:sldMasterMk cId="4232647168" sldId="2147483648"/>
            <ac:spMk id="8" creationId="{6CDE3B9E-4B4C-24B7-1C76-5C31719E6969}"/>
          </ac:spMkLst>
        </pc:spChg>
        <pc:sldLayoutChg chg="modSp mod">
          <pc:chgData name="Paper Slides" userId="b0030f7697c4fe97" providerId="LiveId" clId="{494D54AE-5443-5525-8077-CD7645E91735}" dt="2026-05-18T11:37:39.606" v="1997" actId="14100"/>
          <pc:sldLayoutMkLst>
            <pc:docMk/>
            <pc:sldMasterMk cId="4232647168" sldId="2147483648"/>
            <pc:sldLayoutMk cId="2044770703" sldId="2147483661"/>
          </pc:sldLayoutMkLst>
          <pc:spChg chg="mod">
            <ac:chgData name="Paper Slides" userId="b0030f7697c4fe97" providerId="LiveId" clId="{494D54AE-5443-5525-8077-CD7645E91735}" dt="2026-05-18T11:37:39.606" v="1997" actId="14100"/>
            <ac:spMkLst>
              <pc:docMk/>
              <pc:sldMasterMk cId="4232647168" sldId="2147483648"/>
              <pc:sldLayoutMk cId="2044770703" sldId="2147483661"/>
              <ac:spMk id="2" creationId="{E7FDFBDF-DA26-9B62-CFE6-5DF1E3F26DF5}"/>
            </ac:spMkLst>
          </pc:spChg>
        </pc:sldLayoutChg>
        <pc:sldLayoutChg chg="addSp modSp ord">
          <pc:chgData name="Paper Slides" userId="b0030f7697c4fe97" providerId="LiveId" clId="{494D54AE-5443-5525-8077-CD7645E91735}" dt="2026-05-18T11:20:38.230" v="1874" actId="20578"/>
          <pc:sldLayoutMkLst>
            <pc:docMk/>
            <pc:sldMasterMk cId="4232647168" sldId="2147483648"/>
            <pc:sldLayoutMk cId="153909471" sldId="2147483670"/>
          </pc:sldLayoutMkLst>
          <pc:picChg chg="add mod">
            <ac:chgData name="Paper Slides" userId="b0030f7697c4fe97" providerId="LiveId" clId="{494D54AE-5443-5525-8077-CD7645E91735}" dt="2026-05-18T11:20:19.901" v="1871"/>
            <ac:picMkLst>
              <pc:docMk/>
              <pc:sldMasterMk cId="4232647168" sldId="2147483648"/>
              <pc:sldLayoutMk cId="153909471" sldId="2147483670"/>
              <ac:picMk id="2" creationId="{80ED4B73-996C-CD02-C3C4-E92DF483C6C4}"/>
            </ac:picMkLst>
          </pc:picChg>
          <pc:picChg chg="add mod">
            <ac:chgData name="Paper Slides" userId="b0030f7697c4fe97" providerId="LiveId" clId="{494D54AE-5443-5525-8077-CD7645E91735}" dt="2026-05-18T11:20:19.901" v="1871"/>
            <ac:picMkLst>
              <pc:docMk/>
              <pc:sldMasterMk cId="4232647168" sldId="2147483648"/>
              <pc:sldLayoutMk cId="153909471" sldId="2147483670"/>
              <ac:picMk id="7" creationId="{6568895C-FFF8-15B7-398E-293F3F4E27AA}"/>
            </ac:picMkLst>
          </pc:picChg>
          <pc:picChg chg="add mod">
            <ac:chgData name="Paper Slides" userId="b0030f7697c4fe97" providerId="LiveId" clId="{494D54AE-5443-5525-8077-CD7645E91735}" dt="2026-05-18T11:20:19.901" v="1871"/>
            <ac:picMkLst>
              <pc:docMk/>
              <pc:sldMasterMk cId="4232647168" sldId="2147483648"/>
              <pc:sldLayoutMk cId="153909471" sldId="2147483670"/>
              <ac:picMk id="8" creationId="{44504FCC-EB21-1D96-AD36-11A0BDC5ACF2}"/>
            </ac:picMkLst>
          </pc:picChg>
          <pc:picChg chg="add mod">
            <ac:chgData name="Paper Slides" userId="b0030f7697c4fe97" providerId="LiveId" clId="{494D54AE-5443-5525-8077-CD7645E91735}" dt="2026-05-18T11:20:19.901" v="1871"/>
            <ac:picMkLst>
              <pc:docMk/>
              <pc:sldMasterMk cId="4232647168" sldId="2147483648"/>
              <pc:sldLayoutMk cId="153909471" sldId="2147483670"/>
              <ac:picMk id="9" creationId="{BF11814D-1D6E-F0D8-E586-8FF066D258F1}"/>
            </ac:picMkLst>
          </pc:picChg>
          <pc:picChg chg="add mod">
            <ac:chgData name="Paper Slides" userId="b0030f7697c4fe97" providerId="LiveId" clId="{494D54AE-5443-5525-8077-CD7645E91735}" dt="2026-05-18T11:20:19.901" v="1871"/>
            <ac:picMkLst>
              <pc:docMk/>
              <pc:sldMasterMk cId="4232647168" sldId="2147483648"/>
              <pc:sldLayoutMk cId="153909471" sldId="2147483670"/>
              <ac:picMk id="10" creationId="{63F8C8CD-84E3-57A1-92A2-B6D70508AC26}"/>
            </ac:picMkLst>
          </pc:picChg>
        </pc:sldLayoutChg>
        <pc:sldLayoutChg chg="delSp modSp add mod modTransition">
          <pc:chgData name="Paper Slides" userId="b0030f7697c4fe97" providerId="LiveId" clId="{494D54AE-5443-5525-8077-CD7645E91735}" dt="2026-05-18T12:23:40.079" v="2376" actId="14100"/>
          <pc:sldLayoutMkLst>
            <pc:docMk/>
            <pc:sldMasterMk cId="4232647168" sldId="2147483648"/>
            <pc:sldLayoutMk cId="4169690858" sldId="2147483671"/>
          </pc:sldLayoutMkLst>
          <pc:spChg chg="mod">
            <ac:chgData name="Paper Slides" userId="b0030f7697c4fe97" providerId="LiveId" clId="{494D54AE-5443-5525-8077-CD7645E91735}" dt="2026-05-18T12:23:40.079" v="2376" actId="14100"/>
            <ac:spMkLst>
              <pc:docMk/>
              <pc:sldMasterMk cId="4232647168" sldId="2147483648"/>
              <pc:sldLayoutMk cId="4169690858" sldId="2147483671"/>
              <ac:spMk id="2" creationId="{49ECF004-0AAA-8B54-84D7-9A7A0E1070D2}"/>
            </ac:spMkLst>
          </pc:spChg>
        </pc:sldLayoutChg>
        <pc:sldLayoutChg chg="addSp delSp modSp add mod ord modTransition">
          <pc:chgData name="Paper Slides" userId="b0030f7697c4fe97" providerId="LiveId" clId="{494D54AE-5443-5525-8077-CD7645E91735}" dt="2026-05-18T11:29:31.587" v="1922" actId="20578"/>
          <pc:sldLayoutMkLst>
            <pc:docMk/>
            <pc:sldMasterMk cId="4232647168" sldId="2147483648"/>
            <pc:sldLayoutMk cId="1288343980" sldId="2147483672"/>
          </pc:sldLayoutMkLst>
          <pc:spChg chg="add mod">
            <ac:chgData name="Paper Slides" userId="b0030f7697c4fe97" providerId="LiveId" clId="{494D54AE-5443-5525-8077-CD7645E91735}" dt="2026-05-18T11:21:48.757" v="1890" actId="167"/>
            <ac:spMkLst>
              <pc:docMk/>
              <pc:sldMasterMk cId="4232647168" sldId="2147483648"/>
              <pc:sldLayoutMk cId="1288343980" sldId="2147483672"/>
              <ac:spMk id="11" creationId="{A2E9A67A-9E27-60E5-9CAF-14C20CB73D5B}"/>
            </ac:spMkLst>
          </pc:spChg>
          <pc:spChg chg="add mod">
            <ac:chgData name="Paper Slides" userId="b0030f7697c4fe97" providerId="LiveId" clId="{494D54AE-5443-5525-8077-CD7645E91735}" dt="2026-05-18T11:21:48.757" v="1890" actId="167"/>
            <ac:spMkLst>
              <pc:docMk/>
              <pc:sldMasterMk cId="4232647168" sldId="2147483648"/>
              <pc:sldLayoutMk cId="1288343980" sldId="2147483672"/>
              <ac:spMk id="12" creationId="{988E0070-3976-10AD-2604-BED5CD13E1E3}"/>
            </ac:spMkLst>
          </pc:spChg>
          <pc:spChg chg="add mod">
            <ac:chgData name="Paper Slides" userId="b0030f7697c4fe97" providerId="LiveId" clId="{494D54AE-5443-5525-8077-CD7645E91735}" dt="2026-05-18T11:21:48.757" v="1890" actId="167"/>
            <ac:spMkLst>
              <pc:docMk/>
              <pc:sldMasterMk cId="4232647168" sldId="2147483648"/>
              <pc:sldLayoutMk cId="1288343980" sldId="2147483672"/>
              <ac:spMk id="13" creationId="{82561AD7-2F26-F237-AFD4-8B5CABB74EA0}"/>
            </ac:spMkLst>
          </pc:spChg>
          <pc:spChg chg="add mod">
            <ac:chgData name="Paper Slides" userId="b0030f7697c4fe97" providerId="LiveId" clId="{494D54AE-5443-5525-8077-CD7645E91735}" dt="2026-05-18T11:21:48.757" v="1890" actId="167"/>
            <ac:spMkLst>
              <pc:docMk/>
              <pc:sldMasterMk cId="4232647168" sldId="2147483648"/>
              <pc:sldLayoutMk cId="1288343980" sldId="2147483672"/>
              <ac:spMk id="14" creationId="{83D9C6A7-4BB9-67E3-6F13-317C5EDAEAD6}"/>
            </ac:spMkLst>
          </pc:spChg>
          <pc:spChg chg="add mod">
            <ac:chgData name="Paper Slides" userId="b0030f7697c4fe97" providerId="LiveId" clId="{494D54AE-5443-5525-8077-CD7645E91735}" dt="2026-05-18T11:21:48.757" v="1890" actId="167"/>
            <ac:spMkLst>
              <pc:docMk/>
              <pc:sldMasterMk cId="4232647168" sldId="2147483648"/>
              <pc:sldLayoutMk cId="1288343980" sldId="2147483672"/>
              <ac:spMk id="15" creationId="{23F967CB-FF0D-D3A0-1E35-CEDE86FE85CC}"/>
            </ac:spMkLst>
          </pc:spChg>
          <pc:picChg chg="add del mod">
            <ac:chgData name="Paper Slides" userId="b0030f7697c4fe97" providerId="LiveId" clId="{494D54AE-5443-5525-8077-CD7645E91735}" dt="2026-05-18T11:21:54.745" v="1891" actId="478"/>
            <ac:picMkLst>
              <pc:docMk/>
              <pc:sldMasterMk cId="4232647168" sldId="2147483648"/>
              <pc:sldLayoutMk cId="1288343980" sldId="2147483672"/>
              <ac:picMk id="2" creationId="{3D9DA3D5-106D-37A6-F1FE-D43D33823FB9}"/>
            </ac:picMkLst>
          </pc:picChg>
          <pc:picChg chg="add del mod">
            <ac:chgData name="Paper Slides" userId="b0030f7697c4fe97" providerId="LiveId" clId="{494D54AE-5443-5525-8077-CD7645E91735}" dt="2026-05-18T11:21:54.745" v="1891" actId="478"/>
            <ac:picMkLst>
              <pc:docMk/>
              <pc:sldMasterMk cId="4232647168" sldId="2147483648"/>
              <pc:sldLayoutMk cId="1288343980" sldId="2147483672"/>
              <ac:picMk id="7" creationId="{4696BEDF-000F-4499-6ABC-EF73DA57A0A2}"/>
            </ac:picMkLst>
          </pc:picChg>
          <pc:picChg chg="add del mod">
            <ac:chgData name="Paper Slides" userId="b0030f7697c4fe97" providerId="LiveId" clId="{494D54AE-5443-5525-8077-CD7645E91735}" dt="2026-05-18T11:21:54.745" v="1891" actId="478"/>
            <ac:picMkLst>
              <pc:docMk/>
              <pc:sldMasterMk cId="4232647168" sldId="2147483648"/>
              <pc:sldLayoutMk cId="1288343980" sldId="2147483672"/>
              <ac:picMk id="8" creationId="{E221CADC-8C79-C629-6F93-21867B585481}"/>
            </ac:picMkLst>
          </pc:picChg>
          <pc:picChg chg="add del mod">
            <ac:chgData name="Paper Slides" userId="b0030f7697c4fe97" providerId="LiveId" clId="{494D54AE-5443-5525-8077-CD7645E91735}" dt="2026-05-18T11:21:54.745" v="1891" actId="478"/>
            <ac:picMkLst>
              <pc:docMk/>
              <pc:sldMasterMk cId="4232647168" sldId="2147483648"/>
              <pc:sldLayoutMk cId="1288343980" sldId="2147483672"/>
              <ac:picMk id="9" creationId="{0C5A371D-B886-6F0E-581B-662D674B0377}"/>
            </ac:picMkLst>
          </pc:picChg>
          <pc:picChg chg="add del mod">
            <ac:chgData name="Paper Slides" userId="b0030f7697c4fe97" providerId="LiveId" clId="{494D54AE-5443-5525-8077-CD7645E91735}" dt="2026-05-18T11:21:54.745" v="1891" actId="478"/>
            <ac:picMkLst>
              <pc:docMk/>
              <pc:sldMasterMk cId="4232647168" sldId="2147483648"/>
              <pc:sldLayoutMk cId="1288343980" sldId="2147483672"/>
              <ac:picMk id="10" creationId="{86628194-70DF-D31B-A133-659368049D7C}"/>
            </ac:picMkLst>
          </pc:picChg>
        </pc:sldLayoutChg>
        <pc:sldLayoutChg chg="modSp add mod ord modTransition">
          <pc:chgData name="Paper Slides" userId="b0030f7697c4fe97" providerId="LiveId" clId="{494D54AE-5443-5525-8077-CD7645E91735}" dt="2026-05-18T11:36:14.905" v="1974" actId="20578"/>
          <pc:sldLayoutMkLst>
            <pc:docMk/>
            <pc:sldMasterMk cId="4232647168" sldId="2147483648"/>
            <pc:sldLayoutMk cId="3340415800" sldId="2147483673"/>
          </pc:sldLayoutMkLst>
          <pc:spChg chg="mod">
            <ac:chgData name="Paper Slides" userId="b0030f7697c4fe97" providerId="LiveId" clId="{494D54AE-5443-5525-8077-CD7645E91735}" dt="2026-05-18T11:29:38.854" v="1924" actId="14100"/>
            <ac:spMkLst>
              <pc:docMk/>
              <pc:sldMasterMk cId="4232647168" sldId="2147483648"/>
              <pc:sldLayoutMk cId="3340415800" sldId="2147483673"/>
              <ac:spMk id="2" creationId="{49ECF004-0AAA-8B54-84D7-9A7A0E1070D2}"/>
            </ac:spMkLst>
          </pc:spChg>
        </pc:sldLayoutChg>
        <pc:sldLayoutChg chg="modSp add mod ord modTransition">
          <pc:chgData name="Paper Slides" userId="b0030f7697c4fe97" providerId="LiveId" clId="{494D54AE-5443-5525-8077-CD7645E91735}" dt="2026-05-18T11:38:06.982" v="2007" actId="1036"/>
          <pc:sldLayoutMkLst>
            <pc:docMk/>
            <pc:sldMasterMk cId="4232647168" sldId="2147483648"/>
            <pc:sldLayoutMk cId="1794121200" sldId="2147483674"/>
          </pc:sldLayoutMkLst>
          <pc:spChg chg="mod">
            <ac:chgData name="Paper Slides" userId="b0030f7697c4fe97" providerId="LiveId" clId="{494D54AE-5443-5525-8077-CD7645E91735}" dt="2026-05-18T11:38:06.982" v="2007" actId="1036"/>
            <ac:spMkLst>
              <pc:docMk/>
              <pc:sldMasterMk cId="4232647168" sldId="2147483648"/>
              <pc:sldLayoutMk cId="1794121200" sldId="2147483674"/>
              <ac:spMk id="2" creationId="{E7FDFBDF-DA26-9B62-CFE6-5DF1E3F26DF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7F4B3-62BD-F24E-8B84-01566E7360FE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12A5E-0A8F-C747-BFBA-70C0D7384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2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12A5E-0A8F-C747-BFBA-70C0D7384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2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9197-5152-7458-D5AC-5A5ED655B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79310-9357-454E-DC3B-DAF0BEA37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567AE-ABBD-0BAB-AE5D-93127A92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C68CE-3460-EFFD-C04C-C81BE5CD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A6A7A-8FB0-357F-BF62-BF4649CB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34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3B05-DF89-9613-5DE6-9670A9BC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7CE7-2ADE-2317-4541-7FC58B47C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2C30-7839-D6E7-05AA-23633578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F55F6-DD21-D2ED-7E5B-CFE1A69E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06D1E-D15F-EFC6-BE1B-737C2A4B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1B66-B72E-9DCF-293C-F3D5D40E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6A84A-995D-CBFE-3685-C88A94AF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A4B44-9CCE-632F-D0EF-96EE1940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7179-4D9C-BDBB-126E-79572347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27EBE-446D-91E7-D98F-BD2D8D99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9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130E-E367-8E4D-5A10-50A9A152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3B3FD-807B-2409-8F7C-6E11316F3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FE9F4-DB69-DFD8-E7AD-229821F0B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A5C24-6628-B8DE-A1C4-CF2E71A9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D6E96-4F72-D830-EBE5-DA6CA95A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64A27-5CE6-AF87-25E9-81763CDA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7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FE83-6C54-95DD-20C1-F5E43195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4CAA-DC1E-4C7A-2227-E38928893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D25E6-4AF8-0E64-5EF8-C7EBF43D7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99203-645C-DD86-2093-7D2F59A34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9C67A-6F82-4807-C312-0A1AD61EE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31539-3427-BD55-8F9F-68FD86EF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4F90B-E4CA-DB84-B6D0-33B4F056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DCBDC-D8B8-7803-43D3-EF611755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6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F6EF-B3C3-4466-C1A7-A2E5A31A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A2D03-0161-F2B4-B031-E1395264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871F8-3FB0-82E7-4225-F99F2E04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92E99-8B8D-3948-1BC3-9B121057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4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34FEE-8008-25DE-4E99-DB77051C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6AE77-8553-9E8A-0A29-96B86270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D12F9-6D42-C859-E14B-C7A00E1B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0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F3E9-4C43-CBBF-4FD5-2685CDC1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0B00F-5DF4-92EA-F7E6-EEEBF738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EF68A-C549-6908-CD53-60D057316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423E6-8324-0985-3478-5D71AE4C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91BF5-7F4B-3685-D135-4FD32E6F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0F826-1E9D-5917-0809-CC44E3D6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6AD0-1961-AC9A-200E-2CF50F07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217BB-3480-159C-28AA-AC79537A5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AD390-C6A9-9CEE-CF37-E6A740CF3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B1F86-050D-7615-2D17-D5DA728F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A3A4D-BF5B-A6CE-01DE-19109BC0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C3A31-038E-8C61-F3BF-59AD6A22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9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4129-4928-0870-0190-35E80C65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7C8C6-6E8D-21AE-CFFE-E07C3F700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C67E-B417-FF3E-6E46-B782E7D3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58D1D-27E9-3D2B-BA59-E4354433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EE78F-AEEF-2A75-FF04-FB8D3EF0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7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31F60-AA0D-6B19-BF70-77E6018D5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49147-3A4C-3305-F951-80CFCF197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98AB8-07AD-0F1F-0FF6-58EB2901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96635-34C4-F9BA-B8B2-62BB2078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67F5-9CD9-F6E0-34CD-E79A68FB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1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63B944-8FD0-B422-C0EB-8F306DF162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31885" y="-1276277"/>
            <a:ext cx="6858000" cy="6858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336D6E-5286-5BF7-4504-2DBF8FBC82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61457" y="-3212849"/>
            <a:ext cx="10943071" cy="5215113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6345C0-FE40-D62F-89D3-0F09370BB1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386949" y="-3212849"/>
            <a:ext cx="10317948" cy="5215113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69D40C-D88E-DF88-723D-F54D883CCB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61457" y="2303182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5825C0-6ECD-2E75-601D-A418EDE7D6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386949" y="2303182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CF004-0AAA-8B54-84D7-9A7A0E10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3496732"/>
            <a:ext cx="8049056" cy="2153611"/>
          </a:xfrm>
        </p:spPr>
        <p:txBody>
          <a:bodyPr/>
          <a:lstStyle>
            <a:lvl1pPr>
              <a:lnSpc>
                <a:spcPct val="80000"/>
              </a:lnSpc>
              <a:defRPr sz="72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2533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F004-0AAA-8B54-84D7-9A7A0E10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869182" cy="1810222"/>
          </a:xfrm>
        </p:spPr>
        <p:txBody>
          <a:bodyPr/>
          <a:lstStyle>
            <a:lvl1pPr>
              <a:lnSpc>
                <a:spcPct val="80000"/>
              </a:lnSpc>
              <a:defRPr sz="63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9690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FBDF-DA26-9B62-CFE6-5DF1E3F2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1277359"/>
          </a:xfrm>
        </p:spPr>
        <p:txBody>
          <a:bodyPr anchor="t"/>
          <a:lstStyle>
            <a:lvl1pPr algn="ctr">
              <a:lnSpc>
                <a:spcPct val="80000"/>
              </a:lnSpc>
              <a:defRPr sz="66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D65D4-7E8C-7F92-9D72-81C784F2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87EB6-C2BD-144C-DF02-38419FB2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CDAD3-A66C-074B-D1BC-310B4CFB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0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251A2B8-6DEE-007F-F255-C9A4B129EB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704" y="5438354"/>
            <a:ext cx="488056" cy="488056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98A48-5E0F-BEA8-3565-B9273B4A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6313D-5ED9-8D02-DA0A-9300B9FC5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6F164-EDF2-C454-5871-F6D148CD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6C294D-72FA-0A52-686B-6A8007F2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5FE327C-F626-803E-9586-8B372159B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762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70823-21F4-1B72-F16B-3E9CD184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7422A-9545-813C-F730-250B944B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E03A9-79AD-71A9-35A0-380DFFE2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1E1EE0-0745-7D05-CD8C-3AA523D7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EC2674-7AD4-D802-A742-0B226394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5256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35B2323-F8BC-9155-8FAA-FA1723093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70209" y="2111454"/>
            <a:ext cx="6097905" cy="4125834"/>
          </a:xfrm>
          <a:custGeom>
            <a:avLst/>
            <a:gdLst>
              <a:gd name="csX0" fmla="*/ 0 w 6097905"/>
              <a:gd name="csY0" fmla="*/ 0 h 4125834"/>
              <a:gd name="csX1" fmla="*/ 6097905 w 6097905"/>
              <a:gd name="csY1" fmla="*/ 0 h 4125834"/>
              <a:gd name="csX2" fmla="*/ 6097905 w 6097905"/>
              <a:gd name="csY2" fmla="*/ 3611590 h 4125834"/>
              <a:gd name="csX3" fmla="*/ 5583661 w 6097905"/>
              <a:gd name="csY3" fmla="*/ 4125834 h 4125834"/>
              <a:gd name="csX4" fmla="*/ 514244 w 6097905"/>
              <a:gd name="csY4" fmla="*/ 4125834 h 4125834"/>
              <a:gd name="csX5" fmla="*/ 0 w 6097905"/>
              <a:gd name="csY5" fmla="*/ 3611590 h 4125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097905" h="4125834">
                <a:moveTo>
                  <a:pt x="0" y="0"/>
                </a:moveTo>
                <a:lnTo>
                  <a:pt x="6097905" y="0"/>
                </a:lnTo>
                <a:lnTo>
                  <a:pt x="6097905" y="3611590"/>
                </a:lnTo>
                <a:cubicBezTo>
                  <a:pt x="6097905" y="3895599"/>
                  <a:pt x="5867670" y="4125834"/>
                  <a:pt x="5583661" y="4125834"/>
                </a:cubicBezTo>
                <a:lnTo>
                  <a:pt x="514244" y="4125834"/>
                </a:lnTo>
                <a:cubicBezTo>
                  <a:pt x="230235" y="4125834"/>
                  <a:pt x="0" y="3895599"/>
                  <a:pt x="0" y="36115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70823-21F4-1B72-F16B-3E9CD184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7422A-9545-813C-F730-250B944B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E03A9-79AD-71A9-35A0-380DFFE2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1E1EE0-0745-7D05-CD8C-3AA523D7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90" y="1020716"/>
            <a:ext cx="4235494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EC2674-7AD4-D802-A742-0B226394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631016"/>
            <a:ext cx="4230578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1104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850B9-A8AE-6862-3BF9-3D1A37DF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EBD66-21AD-F569-66EE-BAE6FF8D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380CB-2698-797C-1408-FAEC454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E55112-F2A5-F2AC-E963-A9314970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64CDB7D-30E7-6D02-5193-7172ED341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331296"/>
            <a:ext cx="10931524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2076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850B9-A8AE-6862-3BF9-3D1A37DF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EBD66-21AD-F569-66EE-BAE6FF8D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380CB-2698-797C-1408-FAEC454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E55112-F2A5-F2AC-E963-A9314970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3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A0F3D48-F5F9-09EA-E755-3B2D2830A5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888" y="2697784"/>
            <a:ext cx="10931524" cy="4863076"/>
          </a:xfrm>
          <a:custGeom>
            <a:avLst/>
            <a:gdLst>
              <a:gd name="csX0" fmla="*/ 0 w 10931524"/>
              <a:gd name="csY0" fmla="*/ 0 h 4863076"/>
              <a:gd name="csX1" fmla="*/ 10931524 w 10931524"/>
              <a:gd name="csY1" fmla="*/ 0 h 4863076"/>
              <a:gd name="csX2" fmla="*/ 10931524 w 10931524"/>
              <a:gd name="csY2" fmla="*/ 4467270 h 4863076"/>
              <a:gd name="csX3" fmla="*/ 10535718 w 10931524"/>
              <a:gd name="csY3" fmla="*/ 4863076 h 4863076"/>
              <a:gd name="csX4" fmla="*/ 395806 w 10931524"/>
              <a:gd name="csY4" fmla="*/ 4863076 h 4863076"/>
              <a:gd name="csX5" fmla="*/ 0 w 10931524"/>
              <a:gd name="csY5" fmla="*/ 4467270 h 4863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31524" h="4863076">
                <a:moveTo>
                  <a:pt x="0" y="0"/>
                </a:moveTo>
                <a:lnTo>
                  <a:pt x="10931524" y="0"/>
                </a:lnTo>
                <a:lnTo>
                  <a:pt x="10931524" y="4467270"/>
                </a:lnTo>
                <a:cubicBezTo>
                  <a:pt x="10931524" y="4685868"/>
                  <a:pt x="10754316" y="4863076"/>
                  <a:pt x="10535718" y="4863076"/>
                </a:cubicBezTo>
                <a:lnTo>
                  <a:pt x="395806" y="4863076"/>
                </a:lnTo>
                <a:cubicBezTo>
                  <a:pt x="177208" y="4863076"/>
                  <a:pt x="0" y="4685868"/>
                  <a:pt x="0" y="4467270"/>
                </a:cubicBezTo>
                <a:close/>
              </a:path>
            </a:pathLst>
          </a:custGeom>
          <a:noFill/>
          <a:ln>
            <a:gradFill>
              <a:gsLst>
                <a:gs pos="0">
                  <a:schemeClr val="bg1">
                    <a:alpha val="40000"/>
                  </a:schemeClr>
                </a:gs>
                <a:gs pos="50000">
                  <a:schemeClr val="bg1">
                    <a:alpha val="39663"/>
                  </a:schemeClr>
                </a:gs>
                <a:gs pos="100000">
                  <a:schemeClr val="bg1">
                    <a:alpha val="39910"/>
                  </a:schemeClr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C46A1-DEE1-59B5-841C-831B0B90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CD07B-1304-EA5E-B585-841B940A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505A1-183C-4A01-B48D-110684EF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4156EA-2D7B-CBB9-A389-0A0D335E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ED15B74-07AD-7C78-E127-9A7AE297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224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D1A400F-0D9D-ED28-9E4A-078198FF96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887" y="2311890"/>
            <a:ext cx="5218113" cy="3915096"/>
          </a:xfrm>
          <a:custGeom>
            <a:avLst/>
            <a:gdLst>
              <a:gd name="csX0" fmla="*/ 562313 w 5218113"/>
              <a:gd name="csY0" fmla="*/ 0 h 3729111"/>
              <a:gd name="csX1" fmla="*/ 4655800 w 5218113"/>
              <a:gd name="csY1" fmla="*/ 0 h 3729111"/>
              <a:gd name="csX2" fmla="*/ 5218113 w 5218113"/>
              <a:gd name="csY2" fmla="*/ 562313 h 3729111"/>
              <a:gd name="csX3" fmla="*/ 5218113 w 5218113"/>
              <a:gd name="csY3" fmla="*/ 3166798 h 3729111"/>
              <a:gd name="csX4" fmla="*/ 4655800 w 5218113"/>
              <a:gd name="csY4" fmla="*/ 3729111 h 3729111"/>
              <a:gd name="csX5" fmla="*/ 562313 w 5218113"/>
              <a:gd name="csY5" fmla="*/ 3729111 h 3729111"/>
              <a:gd name="csX6" fmla="*/ 0 w 5218113"/>
              <a:gd name="csY6" fmla="*/ 3166798 h 3729111"/>
              <a:gd name="csX7" fmla="*/ 0 w 5218113"/>
              <a:gd name="csY7" fmla="*/ 562313 h 3729111"/>
              <a:gd name="csX8" fmla="*/ 562313 w 5218113"/>
              <a:gd name="csY8" fmla="*/ 0 h 3729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18113" h="3729111">
                <a:moveTo>
                  <a:pt x="562313" y="0"/>
                </a:moveTo>
                <a:lnTo>
                  <a:pt x="4655800" y="0"/>
                </a:lnTo>
                <a:cubicBezTo>
                  <a:pt x="4966357" y="0"/>
                  <a:pt x="5218113" y="251756"/>
                  <a:pt x="5218113" y="562313"/>
                </a:cubicBezTo>
                <a:lnTo>
                  <a:pt x="5218113" y="3166798"/>
                </a:lnTo>
                <a:cubicBezTo>
                  <a:pt x="5218113" y="3477355"/>
                  <a:pt x="4966357" y="3729111"/>
                  <a:pt x="4655800" y="3729111"/>
                </a:cubicBezTo>
                <a:lnTo>
                  <a:pt x="562313" y="3729111"/>
                </a:lnTo>
                <a:cubicBezTo>
                  <a:pt x="251756" y="3729111"/>
                  <a:pt x="0" y="3477355"/>
                  <a:pt x="0" y="3166798"/>
                </a:cubicBezTo>
                <a:lnTo>
                  <a:pt x="0" y="562313"/>
                </a:lnTo>
                <a:cubicBezTo>
                  <a:pt x="0" y="251756"/>
                  <a:pt x="251756" y="0"/>
                  <a:pt x="562313" y="0"/>
                </a:cubicBezTo>
                <a:close/>
              </a:path>
            </a:pathLst>
          </a:custGeom>
          <a:noFill/>
          <a:ln w="9525">
            <a:gradFill>
              <a:gsLst>
                <a:gs pos="50000">
                  <a:srgbClr val="FFFFFF">
                    <a:alpha val="10000"/>
                  </a:srgbClr>
                </a:gs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2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E2FCD43-944F-076B-83BB-B98BD60448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7353" y="2311890"/>
            <a:ext cx="5218113" cy="3915096"/>
          </a:xfrm>
          <a:custGeom>
            <a:avLst/>
            <a:gdLst>
              <a:gd name="csX0" fmla="*/ 562313 w 5218113"/>
              <a:gd name="csY0" fmla="*/ 0 h 3729111"/>
              <a:gd name="csX1" fmla="*/ 4655800 w 5218113"/>
              <a:gd name="csY1" fmla="*/ 0 h 3729111"/>
              <a:gd name="csX2" fmla="*/ 5218113 w 5218113"/>
              <a:gd name="csY2" fmla="*/ 562313 h 3729111"/>
              <a:gd name="csX3" fmla="*/ 5218113 w 5218113"/>
              <a:gd name="csY3" fmla="*/ 3166798 h 3729111"/>
              <a:gd name="csX4" fmla="*/ 4655800 w 5218113"/>
              <a:gd name="csY4" fmla="*/ 3729111 h 3729111"/>
              <a:gd name="csX5" fmla="*/ 562313 w 5218113"/>
              <a:gd name="csY5" fmla="*/ 3729111 h 3729111"/>
              <a:gd name="csX6" fmla="*/ 0 w 5218113"/>
              <a:gd name="csY6" fmla="*/ 3166798 h 3729111"/>
              <a:gd name="csX7" fmla="*/ 0 w 5218113"/>
              <a:gd name="csY7" fmla="*/ 562313 h 3729111"/>
              <a:gd name="csX8" fmla="*/ 562313 w 5218113"/>
              <a:gd name="csY8" fmla="*/ 0 h 3729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18113" h="3729111">
                <a:moveTo>
                  <a:pt x="562313" y="0"/>
                </a:moveTo>
                <a:lnTo>
                  <a:pt x="4655800" y="0"/>
                </a:lnTo>
                <a:cubicBezTo>
                  <a:pt x="4966357" y="0"/>
                  <a:pt x="5218113" y="251756"/>
                  <a:pt x="5218113" y="562313"/>
                </a:cubicBezTo>
                <a:lnTo>
                  <a:pt x="5218113" y="3166798"/>
                </a:lnTo>
                <a:cubicBezTo>
                  <a:pt x="5218113" y="3477355"/>
                  <a:pt x="4966357" y="3729111"/>
                  <a:pt x="4655800" y="3729111"/>
                </a:cubicBezTo>
                <a:lnTo>
                  <a:pt x="562313" y="3729111"/>
                </a:lnTo>
                <a:cubicBezTo>
                  <a:pt x="251756" y="3729111"/>
                  <a:pt x="0" y="3477355"/>
                  <a:pt x="0" y="3166798"/>
                </a:cubicBezTo>
                <a:lnTo>
                  <a:pt x="0" y="562313"/>
                </a:lnTo>
                <a:cubicBezTo>
                  <a:pt x="0" y="251756"/>
                  <a:pt x="251756" y="0"/>
                  <a:pt x="562313" y="0"/>
                </a:cubicBezTo>
                <a:close/>
              </a:path>
            </a:pathLst>
          </a:custGeom>
          <a:noFill/>
          <a:ln w="9525">
            <a:gradFill>
              <a:gsLst>
                <a:gs pos="50000">
                  <a:srgbClr val="FFFFFF">
                    <a:alpha val="40000"/>
                  </a:srgbClr>
                </a:gs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6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A079B-A03F-D804-DFA9-66729E4D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43835-8CDD-4B37-B46A-E96CEE8D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C6276-5E4D-2974-519A-E193E709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F7B422-6908-BDB1-223C-CC4503E2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E5AE2F5-DEF2-B930-73B9-43EC5AD5E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174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1F17510-B002-C237-66DF-51A6D6387D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704" y="5438354"/>
            <a:ext cx="488056" cy="488056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850B9-A8AE-6862-3BF9-3D1A37DF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EBD66-21AD-F569-66EE-BAE6FF8D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380CB-2698-797C-1408-FAEC454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E55112-F2A5-F2AC-E963-A9314970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9066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6286C-CE9A-20AA-7E4B-C55CDF1E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D7CF1-68BB-4EF1-547F-BBBBC8E4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88D68-C2C1-7926-0035-2E55F1FD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DF5B0-61F4-F5E6-2906-1F1D4B91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1238197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9094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2E9A67A-9E27-60E5-9CAF-14C20CB73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4334" y="5625856"/>
            <a:ext cx="447394" cy="447394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988E0070-3976-10AD-2604-BED5CD13E1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88118" y="5625856"/>
            <a:ext cx="447394" cy="447394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82561AD7-2F26-F237-AFD4-8B5CABB74E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7469" y="1846643"/>
            <a:ext cx="588366" cy="588366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83D9C6A7-4BB9-67E3-6F13-317C5EDAEA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69496" y="1846643"/>
            <a:ext cx="588366" cy="588366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23F967CB-FF0D-D3A0-1E35-CEDE86FE85C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2563" y="1846643"/>
            <a:ext cx="588366" cy="588366"/>
          </a:xfrm>
          <a:custGeom>
            <a:avLst/>
            <a:gdLst>
              <a:gd name="csX0" fmla="*/ 244028 w 488056"/>
              <a:gd name="csY0" fmla="*/ 0 h 488056"/>
              <a:gd name="csX1" fmla="*/ 488056 w 488056"/>
              <a:gd name="csY1" fmla="*/ 244028 h 488056"/>
              <a:gd name="csX2" fmla="*/ 244028 w 488056"/>
              <a:gd name="csY2" fmla="*/ 488056 h 488056"/>
              <a:gd name="csX3" fmla="*/ 0 w 488056"/>
              <a:gd name="csY3" fmla="*/ 244028 h 488056"/>
              <a:gd name="csX4" fmla="*/ 244028 w 488056"/>
              <a:gd name="csY4" fmla="*/ 0 h 488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8056" h="488056">
                <a:moveTo>
                  <a:pt x="244028" y="0"/>
                </a:moveTo>
                <a:cubicBezTo>
                  <a:pt x="378801" y="0"/>
                  <a:pt x="488056" y="109255"/>
                  <a:pt x="488056" y="244028"/>
                </a:cubicBezTo>
                <a:cubicBezTo>
                  <a:pt x="488056" y="378801"/>
                  <a:pt x="378801" y="488056"/>
                  <a:pt x="244028" y="488056"/>
                </a:cubicBezTo>
                <a:cubicBezTo>
                  <a:pt x="109255" y="488056"/>
                  <a:pt x="0" y="378801"/>
                  <a:pt x="0" y="244028"/>
                </a:cubicBezTo>
                <a:cubicBezTo>
                  <a:pt x="0" y="109255"/>
                  <a:pt x="109255" y="0"/>
                  <a:pt x="2440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850B9-A8AE-6862-3BF9-3D1A37DF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EBD66-21AD-F569-66EE-BAE6FF8D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380CB-2698-797C-1408-FAEC454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E55112-F2A5-F2AC-E963-A9314970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 anchor="t"/>
          <a:lstStyle>
            <a:lvl1pPr algn="l">
              <a:lnSpc>
                <a:spcPct val="80000"/>
              </a:lnSpc>
              <a:defRPr sz="44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8343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F004-0AAA-8B54-84D7-9A7A0E10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15857"/>
            <a:ext cx="8315395" cy="2814697"/>
          </a:xfrm>
        </p:spPr>
        <p:txBody>
          <a:bodyPr/>
          <a:lstStyle>
            <a:lvl1pPr>
              <a:lnSpc>
                <a:spcPct val="80000"/>
              </a:lnSpc>
              <a:defRPr sz="63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415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FBDF-DA26-9B62-CFE6-5DF1E3F2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1448"/>
            <a:ext cx="10944224" cy="1245828"/>
          </a:xfrm>
        </p:spPr>
        <p:txBody>
          <a:bodyPr anchor="t"/>
          <a:lstStyle>
            <a:lvl1pPr algn="ctr">
              <a:lnSpc>
                <a:spcPct val="80000"/>
              </a:lnSpc>
              <a:defRPr sz="6600" spc="-300">
                <a:gradFill>
                  <a:gsLst>
                    <a:gs pos="2600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D65D4-7E8C-7F92-9D72-81C784F2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87EB6-C2BD-144C-DF02-38419FB2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CDAD3-A66C-074B-D1BC-310B4CFB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2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281740-530B-AC1E-5A89-74686DD1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90323-1CB5-1237-3934-3D884D7D2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F2794-6E3A-6680-C470-4FEFDC3E9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2480DB9-7E96-3E43-8D97-1AA1D22FCE61}" type="datetimeFigureOut">
              <a:rPr lang="en-US" smtClean="0"/>
              <a:pPr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C0B8A-B8A2-4F99-3834-3388B0878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CF095-8E22-63E9-D46A-030F8A83B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924642C-F4FB-BA47-B7DE-BB15E9238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E3B9E-4B4C-24B7-1C76-5C31719E6969}"/>
              </a:ext>
            </a:extLst>
          </p:cNvPr>
          <p:cNvSpPr txBox="1"/>
          <p:nvPr userDrawn="1"/>
        </p:nvSpPr>
        <p:spPr>
          <a:xfrm>
            <a:off x="10779718" y="450204"/>
            <a:ext cx="966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0" i="0" dirty="0" err="1">
                <a:solidFill>
                  <a:schemeClr val="bg1"/>
                </a:solidFill>
                <a:latin typeface="Space Grotesk Light" pitchFamily="2" charset="77"/>
                <a:ea typeface="Helvetica Neue" panose="02000503000000020004" pitchFamily="2" charset="0"/>
                <a:cs typeface="Space Grotesk Light" pitchFamily="2" charset="77"/>
              </a:rPr>
              <a:t>Arc.AI</a:t>
            </a:r>
            <a:endParaRPr lang="en-US" sz="2200" b="0" i="0" dirty="0">
              <a:solidFill>
                <a:schemeClr val="bg1"/>
              </a:solidFill>
              <a:latin typeface="Space Grotesk Light" pitchFamily="2" charset="77"/>
              <a:ea typeface="Helvetica Neue" panose="02000503000000020004" pitchFamily="2" charset="0"/>
              <a:cs typeface="Space Grotesk Light" pitchFamily="2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FA0335-96BA-E329-E5F6-1B4A98F3379D}"/>
              </a:ext>
            </a:extLst>
          </p:cNvPr>
          <p:cNvGrpSpPr/>
          <p:nvPr userDrawn="1"/>
        </p:nvGrpSpPr>
        <p:grpSpPr>
          <a:xfrm>
            <a:off x="10438517" y="505382"/>
            <a:ext cx="322284" cy="322284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7C00C1B-3DA4-25AC-FEF3-A85120BC3890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8D93E8B-D2DE-DD89-9ACE-FB9F9BFB0CB7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7D0EE0-4BB3-0D1E-9542-C5248A5F802F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116AD1-5A94-11EC-930B-A1DA884BAA6A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462719F-1595-DC02-E991-838DABBAB553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DC522A8-0E64-3CB3-ACDC-FC38FC65DC5C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7C8D47C-4118-7C53-C1D1-92A3AC6BC77F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617F99D-C045-4CC8-4464-AAEF3EB75C6E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264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1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Space Grotesk Light" pitchFamily="2" charset="77"/>
          <a:ea typeface="+mj-ea"/>
          <a:cs typeface="Space Grotesk Light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>
              <a:lumMod val="95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>
              <a:lumMod val="95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>
              <a:lumMod val="95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>
              <a:lumMod val="95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>
              <a:lumMod val="95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29" userDrawn="1">
          <p15:clr>
            <a:srgbClr val="F26B43"/>
          </p15:clr>
        </p15:guide>
        <p15:guide id="4" orient="horz" pos="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E9013B-6259-D3B1-9666-2E006307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3496732"/>
            <a:ext cx="8049056" cy="2153611"/>
          </a:xfrm>
        </p:spPr>
        <p:txBody>
          <a:bodyPr>
            <a:noAutofit/>
          </a:bodyPr>
          <a:lstStyle/>
          <a:p>
            <a:r>
              <a:rPr lang="en-US" dirty="0"/>
              <a:t>Turn meetings</a:t>
            </a:r>
            <a:br>
              <a:rPr lang="en-US" dirty="0"/>
            </a:br>
            <a:r>
              <a:rPr lang="en-US" dirty="0"/>
              <a:t>into momentum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FD994B-5C62-DC23-0EB2-4C757ABD9F57}"/>
              </a:ext>
            </a:extLst>
          </p:cNvPr>
          <p:cNvSpPr/>
          <p:nvPr/>
        </p:nvSpPr>
        <p:spPr>
          <a:xfrm>
            <a:off x="627134" y="5691352"/>
            <a:ext cx="2291514" cy="457200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A331A-4F54-E898-5148-9C42B1074FF2}"/>
              </a:ext>
            </a:extLst>
          </p:cNvPr>
          <p:cNvSpPr txBox="1"/>
          <p:nvPr/>
        </p:nvSpPr>
        <p:spPr>
          <a:xfrm>
            <a:off x="770854" y="5766064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AI Meeting Intelligence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69EDB2-B0E1-453B-8677-F7C5AFD3C050}"/>
              </a:ext>
            </a:extLst>
          </p:cNvPr>
          <p:cNvSpPr/>
          <p:nvPr/>
        </p:nvSpPr>
        <p:spPr>
          <a:xfrm>
            <a:off x="3062221" y="5691352"/>
            <a:ext cx="1229367" cy="457200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9788E-0AF7-EE8D-B9E3-173921F3F72A}"/>
              </a:ext>
            </a:extLst>
          </p:cNvPr>
          <p:cNvSpPr txBox="1"/>
          <p:nvPr/>
        </p:nvSpPr>
        <p:spPr>
          <a:xfrm>
            <a:off x="3211846" y="5766064"/>
            <a:ext cx="918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 Seed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870581-A2B8-2CAE-81D4-FC1D906962E8}"/>
              </a:ext>
            </a:extLst>
          </p:cNvPr>
          <p:cNvSpPr/>
          <p:nvPr/>
        </p:nvSpPr>
        <p:spPr>
          <a:xfrm>
            <a:off x="4440447" y="5691352"/>
            <a:ext cx="1532083" cy="457200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9CB5B-5F05-6502-D3EA-C196A92B442E}"/>
              </a:ext>
            </a:extLst>
          </p:cNvPr>
          <p:cNvSpPr txBox="1"/>
          <p:nvPr/>
        </p:nvSpPr>
        <p:spPr>
          <a:xfrm>
            <a:off x="4547201" y="5766064"/>
            <a:ext cx="1343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Raising $600K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C98A1-E615-A79B-7AD7-3FF8427D29DD}"/>
              </a:ext>
            </a:extLst>
          </p:cNvPr>
          <p:cNvSpPr txBox="1"/>
          <p:nvPr/>
        </p:nvSpPr>
        <p:spPr>
          <a:xfrm>
            <a:off x="968335" y="2951386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Space Grotesk" pitchFamily="2" charset="77"/>
                <a:ea typeface="Helvetica Neue" panose="02000503000000020004" pitchFamily="2" charset="0"/>
                <a:cs typeface="Space Grotesk" pitchFamily="2" charset="77"/>
              </a:rPr>
              <a:t>Arc.AI</a:t>
            </a:r>
            <a:endParaRPr lang="en-US" sz="2400" dirty="0">
              <a:solidFill>
                <a:schemeClr val="bg1"/>
              </a:solidFill>
              <a:latin typeface="Space Grotesk" pitchFamily="2" charset="77"/>
              <a:ea typeface="Helvetica Neue" panose="02000503000000020004" pitchFamily="2" charset="0"/>
              <a:cs typeface="Space Grotesk" pitchFamily="2" charset="77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759161E-4F33-7920-1C06-127BEBCA1E63}"/>
              </a:ext>
            </a:extLst>
          </p:cNvPr>
          <p:cNvSpPr/>
          <p:nvPr/>
        </p:nvSpPr>
        <p:spPr>
          <a:xfrm>
            <a:off x="8570427" y="1580765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D074484-EDFE-F7F8-C485-F55AE3E82344}"/>
              </a:ext>
            </a:extLst>
          </p:cNvPr>
          <p:cNvGrpSpPr/>
          <p:nvPr/>
        </p:nvGrpSpPr>
        <p:grpSpPr>
          <a:xfrm>
            <a:off x="8925308" y="1935645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FBDDE29-4F73-B9D7-3076-DB6A0E977AEA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58DE536-0DCB-375A-266E-3502CD1AAF68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3D3652E-797B-8685-0ACB-21264E09E097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8696E45-9246-31A3-150C-FA339019724A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9BEF080-94D1-96BA-DEDD-A4EFDB9DF4AA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F8EC6A9-943D-928D-6DBF-C941EC184771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9E3D3B2-1D8F-D0BD-7424-DB69E27752C1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6C102DF-4D36-E7F7-104B-6CA847C1BE21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23FF00-AF42-0A42-591F-C44806E18BCF}"/>
              </a:ext>
            </a:extLst>
          </p:cNvPr>
          <p:cNvGrpSpPr/>
          <p:nvPr/>
        </p:nvGrpSpPr>
        <p:grpSpPr>
          <a:xfrm>
            <a:off x="627134" y="3006564"/>
            <a:ext cx="322284" cy="322284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06D11A0-91C9-7B99-4CD5-D0757B66DE04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5389591-71B5-B9D6-6ED1-1887C6159D39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E061A44-09AC-1756-A1EC-EC702FCE4CAE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1ED1FF1-42CA-A173-9278-5901E2749B94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8DDBA04-767D-AE6D-1097-987C30B5CE09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BF93976-E08D-E222-5D8C-4AFC0080D2BF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8248476-2BFF-320C-6F06-0CA7EA3354BB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7C02096-0097-D505-9EFE-EADE9B5DAA7A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54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25DA93B-C37D-4ED6-A59B-C98B800C1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55" y="1158558"/>
            <a:ext cx="6858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490B4E-E831-B2E3-102C-5950073A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-1398493"/>
            <a:ext cx="10943071" cy="5685316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BDA251C-F316-9E18-ED8D-6C659E8C70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-1398493"/>
            <a:ext cx="10317948" cy="5685316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FAA91E-BB4A-1FE6-9B66-E5AC94C4C0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4587740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0400B9-909A-13B0-3680-9EC1BBF0F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4587740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8A5CE-F494-D1C2-D159-90B9CD00543F}"/>
              </a:ext>
            </a:extLst>
          </p:cNvPr>
          <p:cNvSpPr txBox="1"/>
          <p:nvPr/>
        </p:nvSpPr>
        <p:spPr>
          <a:xfrm>
            <a:off x="5890938" y="1791091"/>
            <a:ext cx="66053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0" spc="-300" dirty="0">
                <a:solidFill>
                  <a:schemeClr val="bg1">
                    <a:alpha val="3000"/>
                  </a:schemeClr>
                </a:solidFill>
                <a:effectLst/>
                <a:latin typeface="Space Grotesk Light" pitchFamily="2" charset="77"/>
                <a:ea typeface="Helvetica Neue Light" panose="02000403000000020004" pitchFamily="2" charset="0"/>
                <a:cs typeface="Space Grotesk Light" pitchFamily="2" charset="77"/>
              </a:rPr>
              <a:t>01</a:t>
            </a:r>
            <a:endParaRPr lang="en-US" sz="36000" spc="-300" dirty="0">
              <a:solidFill>
                <a:schemeClr val="bg1">
                  <a:alpha val="3000"/>
                </a:schemeClr>
              </a:solidFill>
              <a:latin typeface="Space Grotesk Light" pitchFamily="2" charset="77"/>
              <a:ea typeface="Helvetica Neue Light" panose="02000403000000020004" pitchFamily="2" charset="0"/>
              <a:cs typeface="Space Grotesk Ligh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D1CB63-6431-5540-3B83-6C288944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314766" cy="1810222"/>
          </a:xfrm>
        </p:spPr>
        <p:txBody>
          <a:bodyPr>
            <a:normAutofit/>
          </a:bodyPr>
          <a:lstStyle/>
          <a:p>
            <a:r>
              <a:rPr lang="en-ID" dirty="0"/>
              <a:t>Nothing comes</a:t>
            </a:r>
            <a:br>
              <a:rPr lang="en-ID" dirty="0"/>
            </a:br>
            <a:r>
              <a:rPr lang="en-ID" dirty="0"/>
              <a:t>out of meetings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E3A911-3D53-4944-FDAB-BA0198D04C54}"/>
              </a:ext>
            </a:extLst>
          </p:cNvPr>
          <p:cNvSpPr/>
          <p:nvPr/>
        </p:nvSpPr>
        <p:spPr>
          <a:xfrm>
            <a:off x="8570427" y="3861463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CA5380F-079A-5FB2-9C1A-2F4F8A7EE380}"/>
              </a:ext>
            </a:extLst>
          </p:cNvPr>
          <p:cNvGrpSpPr/>
          <p:nvPr/>
        </p:nvGrpSpPr>
        <p:grpSpPr>
          <a:xfrm>
            <a:off x="8925308" y="4216343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14C4143-A473-CED3-3214-09E5EF9038F8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4292D5E-D72A-51B5-54E9-BDA4014497C3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B83983F-569C-A2B1-4E69-B96133A9F38C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10C3001-64EE-8909-3F1F-FA60A3FCBD67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EBA041D-65A7-1CE8-6A92-D7F291AE150E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840394E-F104-404D-E713-32A37C9A98B2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A353B8-1F7D-93A7-2632-C99B6D0A97CD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7800C5-B574-B43B-7C1A-75517747A278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CCC550-A92D-4BFE-E6FF-3F03603E44FF}"/>
              </a:ext>
            </a:extLst>
          </p:cNvPr>
          <p:cNvSpPr/>
          <p:nvPr/>
        </p:nvSpPr>
        <p:spPr>
          <a:xfrm>
            <a:off x="628195" y="620713"/>
            <a:ext cx="1243975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C54DC-F1D9-B3A3-C3CE-3E2641944B5B}"/>
              </a:ext>
            </a:extLst>
          </p:cNvPr>
          <p:cNvSpPr txBox="1"/>
          <p:nvPr/>
        </p:nvSpPr>
        <p:spPr>
          <a:xfrm>
            <a:off x="674813" y="64575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Problem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46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F67828-A9A0-4F9F-35CA-0284756A9DE5}"/>
              </a:ext>
            </a:extLst>
          </p:cNvPr>
          <p:cNvSpPr/>
          <p:nvPr/>
        </p:nvSpPr>
        <p:spPr>
          <a:xfrm>
            <a:off x="623888" y="3239928"/>
            <a:ext cx="3479130" cy="2997358"/>
          </a:xfrm>
          <a:prstGeom prst="roundRect">
            <a:avLst>
              <a:gd name="adj" fmla="val 13954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26C37E-1366-AE63-8DD4-211C216C476D}"/>
              </a:ext>
            </a:extLst>
          </p:cNvPr>
          <p:cNvSpPr/>
          <p:nvPr/>
        </p:nvSpPr>
        <p:spPr>
          <a:xfrm>
            <a:off x="623887" y="2400536"/>
            <a:ext cx="10931524" cy="64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7F75DD4-1CA1-D8C7-288C-8C35100041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95" y="-3920167"/>
            <a:ext cx="8353412" cy="83534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5DA3F67-A24D-C0BA-B0C8-4FA7F05D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1277359"/>
          </a:xfrm>
        </p:spPr>
        <p:txBody>
          <a:bodyPr>
            <a:normAutofit/>
          </a:bodyPr>
          <a:lstStyle/>
          <a:p>
            <a:r>
              <a:rPr lang="en-ID" dirty="0"/>
              <a:t>$37B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4A406-2809-5FA7-DE0F-1C91E95905A9}"/>
              </a:ext>
            </a:extLst>
          </p:cNvPr>
          <p:cNvSpPr txBox="1"/>
          <p:nvPr/>
        </p:nvSpPr>
        <p:spPr>
          <a:xfrm>
            <a:off x="3826726" y="1447092"/>
            <a:ext cx="453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Wasted annually in unproductive meetings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035C5-6F6F-9268-B5A9-3BE8047B9350}"/>
              </a:ext>
            </a:extLst>
          </p:cNvPr>
          <p:cNvSpPr txBox="1"/>
          <p:nvPr/>
        </p:nvSpPr>
        <p:spPr>
          <a:xfrm>
            <a:off x="2389239" y="1836805"/>
            <a:ext cx="7418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Sources: Atlassian State of Teams · Harvard Business Review · Microsoft 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WorkLab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8EA33-564E-F167-CA65-F2B4430EA46A}"/>
              </a:ext>
            </a:extLst>
          </p:cNvPr>
          <p:cNvSpPr txBox="1"/>
          <p:nvPr/>
        </p:nvSpPr>
        <p:spPr>
          <a:xfrm>
            <a:off x="2154142" y="2537870"/>
            <a:ext cx="7883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"The problem isn't too many meetings — it's that nothing comes out of them."</a:t>
            </a:r>
            <a:endParaRPr lang="en-US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E67A1C-3A7E-074B-88D7-D87E52B69447}"/>
              </a:ext>
            </a:extLst>
          </p:cNvPr>
          <p:cNvSpPr/>
          <p:nvPr/>
        </p:nvSpPr>
        <p:spPr>
          <a:xfrm>
            <a:off x="840545" y="3505202"/>
            <a:ext cx="928046" cy="92804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83770-2D6D-1A99-3722-A32933AADF1A}"/>
              </a:ext>
            </a:extLst>
          </p:cNvPr>
          <p:cNvSpPr txBox="1"/>
          <p:nvPr/>
        </p:nvSpPr>
        <p:spPr>
          <a:xfrm>
            <a:off x="808461" y="5122421"/>
            <a:ext cx="3036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Action items never followed up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B31E27-FDAC-278A-805E-E850E941ADEA}"/>
              </a:ext>
            </a:extLst>
          </p:cNvPr>
          <p:cNvSpPr txBox="1"/>
          <p:nvPr/>
        </p:nvSpPr>
        <p:spPr>
          <a:xfrm>
            <a:off x="808461" y="5452030"/>
            <a:ext cx="298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Decisions made in meetings disappear after the call ends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81C17-EE5E-4422-962E-85B18E4B7FEF}"/>
              </a:ext>
            </a:extLst>
          </p:cNvPr>
          <p:cNvSpPr txBox="1"/>
          <p:nvPr/>
        </p:nvSpPr>
        <p:spPr>
          <a:xfrm>
            <a:off x="909711" y="3763781"/>
            <a:ext cx="789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70</a:t>
            </a:r>
            <a:r>
              <a:rPr lang="en-ID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%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FEE6F5A-330B-A9DF-F942-6667C0B46302}"/>
              </a:ext>
            </a:extLst>
          </p:cNvPr>
          <p:cNvSpPr/>
          <p:nvPr/>
        </p:nvSpPr>
        <p:spPr>
          <a:xfrm>
            <a:off x="4293844" y="3239928"/>
            <a:ext cx="3479130" cy="2997358"/>
          </a:xfrm>
          <a:prstGeom prst="roundRect">
            <a:avLst>
              <a:gd name="adj" fmla="val 13954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5D76C-3DF2-E9F1-671B-D6AE174796DF}"/>
              </a:ext>
            </a:extLst>
          </p:cNvPr>
          <p:cNvSpPr/>
          <p:nvPr/>
        </p:nvSpPr>
        <p:spPr>
          <a:xfrm>
            <a:off x="4510501" y="3505202"/>
            <a:ext cx="928046" cy="92804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77AE1-8E90-EF24-41D7-1852CA4ACE10}"/>
              </a:ext>
            </a:extLst>
          </p:cNvPr>
          <p:cNvSpPr txBox="1"/>
          <p:nvPr/>
        </p:nvSpPr>
        <p:spPr>
          <a:xfrm>
            <a:off x="4478417" y="5122421"/>
            <a:ext cx="3057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Per person lost every month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7F0E9-E867-C13E-E8A3-2C6C712B1D8E}"/>
              </a:ext>
            </a:extLst>
          </p:cNvPr>
          <p:cNvSpPr txBox="1"/>
          <p:nvPr/>
        </p:nvSpPr>
        <p:spPr>
          <a:xfrm>
            <a:off x="4478417" y="5452030"/>
            <a:ext cx="298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That's nearly one full work week — gone to unproductive meetings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44091F-E707-1ECA-B3CF-0D8ACBD5DD34}"/>
              </a:ext>
            </a:extLst>
          </p:cNvPr>
          <p:cNvSpPr txBox="1"/>
          <p:nvPr/>
        </p:nvSpPr>
        <p:spPr>
          <a:xfrm>
            <a:off x="4579667" y="3763781"/>
            <a:ext cx="789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31h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BA3A0CB-CBCD-1EFC-DB93-18993F06BFB6}"/>
              </a:ext>
            </a:extLst>
          </p:cNvPr>
          <p:cNvSpPr/>
          <p:nvPr/>
        </p:nvSpPr>
        <p:spPr>
          <a:xfrm>
            <a:off x="8089657" y="3239928"/>
            <a:ext cx="3479130" cy="2997358"/>
          </a:xfrm>
          <a:prstGeom prst="roundRect">
            <a:avLst>
              <a:gd name="adj" fmla="val 13954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95E1F0-B2A1-B5A3-234E-498570369370}"/>
              </a:ext>
            </a:extLst>
          </p:cNvPr>
          <p:cNvSpPr/>
          <p:nvPr/>
        </p:nvSpPr>
        <p:spPr>
          <a:xfrm>
            <a:off x="8306314" y="3505202"/>
            <a:ext cx="928046" cy="92804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5A2FE8-3A3B-645B-CC11-A7B5CF1D5B9B}"/>
              </a:ext>
            </a:extLst>
          </p:cNvPr>
          <p:cNvSpPr txBox="1"/>
          <p:nvPr/>
        </p:nvSpPr>
        <p:spPr>
          <a:xfrm>
            <a:off x="8274230" y="5122421"/>
            <a:ext cx="3057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 single source of truth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80E1E-13BC-32E7-CDD8-C6827BFB9DA4}"/>
              </a:ext>
            </a:extLst>
          </p:cNvPr>
          <p:cNvSpPr txBox="1"/>
          <p:nvPr/>
        </p:nvSpPr>
        <p:spPr>
          <a:xfrm>
            <a:off x="8274230" y="5452030"/>
            <a:ext cx="298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 people leave with 3 different versions of what was decided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E306A5-6274-0AFE-C7FF-2261DC7D2C81}"/>
              </a:ext>
            </a:extLst>
          </p:cNvPr>
          <p:cNvSpPr txBox="1"/>
          <p:nvPr/>
        </p:nvSpPr>
        <p:spPr>
          <a:xfrm>
            <a:off x="8375480" y="3763781"/>
            <a:ext cx="789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3x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73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1CFBA97-C0DB-75DE-8B5D-DBAD1406E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655172"/>
            <a:ext cx="10944224" cy="10944224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690907-4658-F5E8-0252-4217B794EA73}"/>
              </a:ext>
            </a:extLst>
          </p:cNvPr>
          <p:cNvSpPr/>
          <p:nvPr/>
        </p:nvSpPr>
        <p:spPr>
          <a:xfrm>
            <a:off x="623888" y="4166558"/>
            <a:ext cx="10931524" cy="2061204"/>
          </a:xfrm>
          <a:prstGeom prst="roundRect">
            <a:avLst>
              <a:gd name="adj" fmla="val 2140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59CE7FF-E057-D1A6-636A-6F17304D9F90}"/>
              </a:ext>
            </a:extLst>
          </p:cNvPr>
          <p:cNvSpPr/>
          <p:nvPr/>
        </p:nvSpPr>
        <p:spPr>
          <a:xfrm>
            <a:off x="951914" y="5418565"/>
            <a:ext cx="527636" cy="52763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0FFBAF-FD35-B65D-9D90-F6EF4949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>
            <a:normAutofit/>
          </a:bodyPr>
          <a:lstStyle/>
          <a:p>
            <a:r>
              <a:rPr lang="en-ID" dirty="0"/>
              <a:t>We asked 200 Ops Managers,</a:t>
            </a:r>
            <a:br>
              <a:rPr lang="en-ID" dirty="0"/>
            </a:br>
            <a:r>
              <a:rPr lang="en-ID" dirty="0"/>
              <a:t>The answer were alarming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4244C-1F08-323A-CBC7-F53C39C51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/>
          <a:p>
            <a:r>
              <a:rPr lang="en-ID"/>
              <a:t>Problem Research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2EA3D7F-485F-A6B1-EC77-401075D7B924}"/>
              </a:ext>
            </a:extLst>
          </p:cNvPr>
          <p:cNvSpPr/>
          <p:nvPr/>
        </p:nvSpPr>
        <p:spPr>
          <a:xfrm>
            <a:off x="623888" y="2423862"/>
            <a:ext cx="3479130" cy="1494995"/>
          </a:xfrm>
          <a:prstGeom prst="roundRect">
            <a:avLst>
              <a:gd name="adj" fmla="val 2152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4A9A83-9E59-04E3-73CF-65E302168B88}"/>
              </a:ext>
            </a:extLst>
          </p:cNvPr>
          <p:cNvSpPr/>
          <p:nvPr/>
        </p:nvSpPr>
        <p:spPr>
          <a:xfrm>
            <a:off x="4347027" y="2423862"/>
            <a:ext cx="3479130" cy="1494995"/>
          </a:xfrm>
          <a:prstGeom prst="roundRect">
            <a:avLst>
              <a:gd name="adj" fmla="val 23414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185016-E509-D9AC-665A-045DA69C6B9C}"/>
              </a:ext>
            </a:extLst>
          </p:cNvPr>
          <p:cNvSpPr/>
          <p:nvPr/>
        </p:nvSpPr>
        <p:spPr>
          <a:xfrm>
            <a:off x="8076283" y="2423862"/>
            <a:ext cx="3479130" cy="1494995"/>
          </a:xfrm>
          <a:prstGeom prst="roundRect">
            <a:avLst>
              <a:gd name="adj" fmla="val 24676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778E4E-AFBA-E9AF-C0C8-145BC99519A9}"/>
              </a:ext>
            </a:extLst>
          </p:cNvPr>
          <p:cNvSpPr txBox="1"/>
          <p:nvPr/>
        </p:nvSpPr>
        <p:spPr>
          <a:xfrm>
            <a:off x="865025" y="2582886"/>
            <a:ext cx="2996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87%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92E15-E564-B21F-E6D8-0C2167827BD8}"/>
              </a:ext>
            </a:extLst>
          </p:cNvPr>
          <p:cNvSpPr txBox="1"/>
          <p:nvPr/>
        </p:nvSpPr>
        <p:spPr>
          <a:xfrm>
            <a:off x="865025" y="3170490"/>
            <a:ext cx="2996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felt meeting were not</a:t>
            </a:r>
          </a:p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productive enough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19AE10-3CA2-CDCD-C37B-C7B69DB26751}"/>
              </a:ext>
            </a:extLst>
          </p:cNvPr>
          <p:cNvSpPr txBox="1"/>
          <p:nvPr/>
        </p:nvSpPr>
        <p:spPr>
          <a:xfrm>
            <a:off x="4597572" y="2582886"/>
            <a:ext cx="2996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4.2x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A83F4-E933-316E-6575-30C5C4A7AD6A}"/>
              </a:ext>
            </a:extLst>
          </p:cNvPr>
          <p:cNvSpPr txBox="1"/>
          <p:nvPr/>
        </p:nvSpPr>
        <p:spPr>
          <a:xfrm>
            <a:off x="4597572" y="3170490"/>
            <a:ext cx="2996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more time in meetings </a:t>
            </a:r>
            <a:b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vs 2019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1D1EC-D1DA-A3EF-8499-91DB594EB08B}"/>
              </a:ext>
            </a:extLst>
          </p:cNvPr>
          <p:cNvSpPr txBox="1"/>
          <p:nvPr/>
        </p:nvSpPr>
        <p:spPr>
          <a:xfrm>
            <a:off x="8330119" y="2582886"/>
            <a:ext cx="2996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$0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29278-BA2B-03FF-8F25-F555DB615253}"/>
              </a:ext>
            </a:extLst>
          </p:cNvPr>
          <p:cNvSpPr txBox="1"/>
          <p:nvPr/>
        </p:nvSpPr>
        <p:spPr>
          <a:xfrm>
            <a:off x="8330119" y="3170490"/>
            <a:ext cx="2996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spent on tools to fix this</a:t>
            </a:r>
            <a:b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until now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471461-CA91-D243-DEBE-EE01A98C925E}"/>
              </a:ext>
            </a:extLst>
          </p:cNvPr>
          <p:cNvSpPr txBox="1"/>
          <p:nvPr/>
        </p:nvSpPr>
        <p:spPr>
          <a:xfrm>
            <a:off x="971704" y="4413638"/>
            <a:ext cx="10062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“I have 6 meetings today. By tomorrow morning, I won’t remember what was decided in any of them. That’s just... how it is.”</a:t>
            </a:r>
            <a:endParaRPr lang="en-US" sz="2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25AF7A-6529-7B72-E894-77C6BFD65D28}"/>
              </a:ext>
            </a:extLst>
          </p:cNvPr>
          <p:cNvSpPr txBox="1"/>
          <p:nvPr/>
        </p:nvSpPr>
        <p:spPr>
          <a:xfrm>
            <a:off x="1503825" y="5395530"/>
            <a:ext cx="4716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VP Operations · Series B startup · 120 employees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FB184-4228-F39D-6F28-EB58F35BBD2F}"/>
              </a:ext>
            </a:extLst>
          </p:cNvPr>
          <p:cNvSpPr txBox="1"/>
          <p:nvPr/>
        </p:nvSpPr>
        <p:spPr>
          <a:xfrm>
            <a:off x="1503825" y="5682382"/>
            <a:ext cx="4716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User research interview · November 2024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79A3BE-852E-19E0-8C49-2DA233C15F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5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9C91A4D-3795-E158-2143-1CFFA448BE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655172"/>
            <a:ext cx="10944224" cy="109442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692AC0A-331B-89AC-9750-47027BAA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/>
          <a:lstStyle/>
          <a:p>
            <a:r>
              <a:rPr lang="en-ID" dirty="0"/>
              <a:t>Three forces are converging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E22FD2-28BC-BCAD-57AA-9AE79815C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/>
          <a:p>
            <a:r>
              <a:rPr lang="en-ID" dirty="0"/>
              <a:t>The window is open — right now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E3F8B5-6368-388D-B2E1-49EDE203C33E}"/>
              </a:ext>
            </a:extLst>
          </p:cNvPr>
          <p:cNvSpPr/>
          <p:nvPr/>
        </p:nvSpPr>
        <p:spPr>
          <a:xfrm>
            <a:off x="623888" y="2443922"/>
            <a:ext cx="3479130" cy="3418066"/>
          </a:xfrm>
          <a:prstGeom prst="roundRect">
            <a:avLst>
              <a:gd name="adj" fmla="val 1687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E44F3F-35EC-9828-C726-21BB80364D28}"/>
              </a:ext>
            </a:extLst>
          </p:cNvPr>
          <p:cNvSpPr/>
          <p:nvPr/>
        </p:nvSpPr>
        <p:spPr>
          <a:xfrm>
            <a:off x="4347027" y="2443921"/>
            <a:ext cx="3479130" cy="3418066"/>
          </a:xfrm>
          <a:prstGeom prst="roundRect">
            <a:avLst>
              <a:gd name="adj" fmla="val 17889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AAA4E5-B98A-81F4-4412-B6F77DFFDDA6}"/>
              </a:ext>
            </a:extLst>
          </p:cNvPr>
          <p:cNvSpPr/>
          <p:nvPr/>
        </p:nvSpPr>
        <p:spPr>
          <a:xfrm>
            <a:off x="8076283" y="2443921"/>
            <a:ext cx="3479130" cy="3418066"/>
          </a:xfrm>
          <a:prstGeom prst="roundRect">
            <a:avLst>
              <a:gd name="adj" fmla="val 18279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8C567D-12BC-8531-D9E3-EAC1BA165B3E}"/>
              </a:ext>
            </a:extLst>
          </p:cNvPr>
          <p:cNvSpPr/>
          <p:nvPr/>
        </p:nvSpPr>
        <p:spPr>
          <a:xfrm>
            <a:off x="1968598" y="2049067"/>
            <a:ext cx="789709" cy="78970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45C424-9DC2-CC92-6539-B8DA0864ACA3}"/>
              </a:ext>
            </a:extLst>
          </p:cNvPr>
          <p:cNvSpPr/>
          <p:nvPr/>
        </p:nvSpPr>
        <p:spPr>
          <a:xfrm>
            <a:off x="5691512" y="2049067"/>
            <a:ext cx="789709" cy="78970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11DB38-0B47-C782-CDAA-0CA2B17B6C70}"/>
              </a:ext>
            </a:extLst>
          </p:cNvPr>
          <p:cNvSpPr/>
          <p:nvPr/>
        </p:nvSpPr>
        <p:spPr>
          <a:xfrm>
            <a:off x="9420994" y="2049067"/>
            <a:ext cx="789709" cy="78970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EE1B8D-F3EA-A9FF-2C3C-20F6D9ECC614}"/>
              </a:ext>
            </a:extLst>
          </p:cNvPr>
          <p:cNvSpPr txBox="1"/>
          <p:nvPr/>
        </p:nvSpPr>
        <p:spPr>
          <a:xfrm>
            <a:off x="887059" y="3072526"/>
            <a:ext cx="1006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87%</a:t>
            </a:r>
            <a:endParaRPr lang="en-US" sz="3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F98D6A-3C91-CA1C-2CFA-DFA9A6DB62AD}"/>
              </a:ext>
            </a:extLst>
          </p:cNvPr>
          <p:cNvSpPr txBox="1"/>
          <p:nvPr/>
        </p:nvSpPr>
        <p:spPr>
          <a:xfrm>
            <a:off x="1893822" y="3103303"/>
            <a:ext cx="1936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of companies keeping hybrid work 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EB8F5D-EF9A-29D6-930E-77667CCCCECD}"/>
              </a:ext>
            </a:extLst>
          </p:cNvPr>
          <p:cNvSpPr txBox="1"/>
          <p:nvPr/>
        </p:nvSpPr>
        <p:spPr>
          <a:xfrm>
            <a:off x="903904" y="3989874"/>
            <a:ext cx="2909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Hybrid work is permanent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5D8F76-6D61-586A-F2E8-70C57A049D91}"/>
              </a:ext>
            </a:extLst>
          </p:cNvPr>
          <p:cNvSpPr txBox="1"/>
          <p:nvPr/>
        </p:nvSpPr>
        <p:spPr>
          <a:xfrm>
            <a:off x="987287" y="4319483"/>
            <a:ext cx="2742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Meeting overload is structural now — not a temporary pandemic side effect.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D40632-37B4-E69F-2D73-0A324FE937CE}"/>
              </a:ext>
            </a:extLst>
          </p:cNvPr>
          <p:cNvCxnSpPr>
            <a:cxnSpLocks/>
          </p:cNvCxnSpPr>
          <p:nvPr/>
        </p:nvCxnSpPr>
        <p:spPr>
          <a:xfrm>
            <a:off x="891930" y="3823737"/>
            <a:ext cx="294304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960054F-45E3-61FA-4B63-CFCB2BB599DF}"/>
              </a:ext>
            </a:extLst>
          </p:cNvPr>
          <p:cNvSpPr/>
          <p:nvPr/>
        </p:nvSpPr>
        <p:spPr>
          <a:xfrm>
            <a:off x="1581993" y="5196487"/>
            <a:ext cx="142203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35620-EDC1-28ED-8A40-66E2C99C8C69}"/>
              </a:ext>
            </a:extLst>
          </p:cNvPr>
          <p:cNvSpPr txBox="1"/>
          <p:nvPr/>
        </p:nvSpPr>
        <p:spPr>
          <a:xfrm>
            <a:off x="1712561" y="5237224"/>
            <a:ext cx="1160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Behaviour shift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827357-3D7C-B99C-E2FB-8EE76293FFEA}"/>
              </a:ext>
            </a:extLst>
          </p:cNvPr>
          <p:cNvSpPr txBox="1"/>
          <p:nvPr/>
        </p:nvSpPr>
        <p:spPr>
          <a:xfrm>
            <a:off x="4611160" y="3072526"/>
            <a:ext cx="1006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10x</a:t>
            </a:r>
            <a:endParaRPr lang="en-US" sz="3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3969B-C0B5-4E92-78E1-220369D7451D}"/>
              </a:ext>
            </a:extLst>
          </p:cNvPr>
          <p:cNvSpPr txBox="1"/>
          <p:nvPr/>
        </p:nvSpPr>
        <p:spPr>
          <a:xfrm>
            <a:off x="5503025" y="3103303"/>
            <a:ext cx="2051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AI inference cost drop in 2 years · a16z, 2023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56DC2-39A5-8872-F46A-366D1711A67D}"/>
              </a:ext>
            </a:extLst>
          </p:cNvPr>
          <p:cNvSpPr txBox="1"/>
          <p:nvPr/>
        </p:nvSpPr>
        <p:spPr>
          <a:xfrm>
            <a:off x="4611160" y="3989874"/>
            <a:ext cx="2943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AI cost dropped dramatically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5F7BE5-04AD-2AEB-93EF-C28BD07095FB}"/>
              </a:ext>
            </a:extLst>
          </p:cNvPr>
          <p:cNvSpPr txBox="1"/>
          <p:nvPr/>
        </p:nvSpPr>
        <p:spPr>
          <a:xfrm>
            <a:off x="4611159" y="4319483"/>
            <a:ext cx="2943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Real-time transcription at scale is now economically viable for SMB, not just enterprise.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0825FD-5862-5DE4-A769-A71CE2FBFBFC}"/>
              </a:ext>
            </a:extLst>
          </p:cNvPr>
          <p:cNvCxnSpPr>
            <a:cxnSpLocks/>
          </p:cNvCxnSpPr>
          <p:nvPr/>
        </p:nvCxnSpPr>
        <p:spPr>
          <a:xfrm>
            <a:off x="4616031" y="3823737"/>
            <a:ext cx="294304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5A91CD7-437E-3B1C-91A2-84F0E5465847}"/>
              </a:ext>
            </a:extLst>
          </p:cNvPr>
          <p:cNvSpPr/>
          <p:nvPr/>
        </p:nvSpPr>
        <p:spPr>
          <a:xfrm>
            <a:off x="5306094" y="5196487"/>
            <a:ext cx="142203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C42A96-5164-6114-2D75-D88A36EE5599}"/>
              </a:ext>
            </a:extLst>
          </p:cNvPr>
          <p:cNvSpPr txBox="1"/>
          <p:nvPr/>
        </p:nvSpPr>
        <p:spPr>
          <a:xfrm>
            <a:off x="5502900" y="5237224"/>
            <a:ext cx="1028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Tech enabler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689C6C-846E-247B-EEF5-1635F527AE19}"/>
              </a:ext>
            </a:extLst>
          </p:cNvPr>
          <p:cNvSpPr txBox="1"/>
          <p:nvPr/>
        </p:nvSpPr>
        <p:spPr>
          <a:xfrm>
            <a:off x="8345048" y="3072526"/>
            <a:ext cx="1256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252%</a:t>
            </a:r>
            <a:endParaRPr lang="en-US" sz="3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7C3BB7-4D29-43A0-928F-1EEEAE27BFD9}"/>
              </a:ext>
            </a:extLst>
          </p:cNvPr>
          <p:cNvSpPr txBox="1"/>
          <p:nvPr/>
        </p:nvSpPr>
        <p:spPr>
          <a:xfrm>
            <a:off x="9508524" y="3103303"/>
            <a:ext cx="1779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increase in meeting time since 2020 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666E53-5D45-F478-C12B-B7CCD19CB3C2}"/>
              </a:ext>
            </a:extLst>
          </p:cNvPr>
          <p:cNvSpPr txBox="1"/>
          <p:nvPr/>
        </p:nvSpPr>
        <p:spPr>
          <a:xfrm>
            <a:off x="8345048" y="3989874"/>
            <a:ext cx="2943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Meeting overload at all-time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BE6646-8304-E08C-706A-355C329227EB}"/>
              </a:ext>
            </a:extLst>
          </p:cNvPr>
          <p:cNvSpPr txBox="1"/>
          <p:nvPr/>
        </p:nvSpPr>
        <p:spPr>
          <a:xfrm>
            <a:off x="8345048" y="4319483"/>
            <a:ext cx="2943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pain has never been more acute. Timing to capture attention has never been better.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40A74FB-7CB0-30AE-45ED-6CF25FC723AC}"/>
              </a:ext>
            </a:extLst>
          </p:cNvPr>
          <p:cNvCxnSpPr>
            <a:cxnSpLocks/>
          </p:cNvCxnSpPr>
          <p:nvPr/>
        </p:nvCxnSpPr>
        <p:spPr>
          <a:xfrm>
            <a:off x="8349919" y="3823737"/>
            <a:ext cx="294304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03E3592-6077-7F71-1782-BC1CC5378EE8}"/>
              </a:ext>
            </a:extLst>
          </p:cNvPr>
          <p:cNvSpPr/>
          <p:nvPr/>
        </p:nvSpPr>
        <p:spPr>
          <a:xfrm>
            <a:off x="9039982" y="5196487"/>
            <a:ext cx="142203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219EAC-8221-488B-D9DF-00DD8685C4DC}"/>
              </a:ext>
            </a:extLst>
          </p:cNvPr>
          <p:cNvSpPr txBox="1"/>
          <p:nvPr/>
        </p:nvSpPr>
        <p:spPr>
          <a:xfrm>
            <a:off x="9209024" y="5237224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Market timing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Graphic 27">
            <a:extLst>
              <a:ext uri="{FF2B5EF4-FFF2-40B4-BE49-F238E27FC236}">
                <a16:creationId xmlns:a16="http://schemas.microsoft.com/office/drawing/2014/main" id="{16F5B4E5-7324-519D-48C5-96860DE6F78B}"/>
              </a:ext>
            </a:extLst>
          </p:cNvPr>
          <p:cNvSpPr/>
          <p:nvPr/>
        </p:nvSpPr>
        <p:spPr>
          <a:xfrm>
            <a:off x="5934273" y="2309363"/>
            <a:ext cx="304186" cy="269116"/>
          </a:xfrm>
          <a:custGeom>
            <a:avLst/>
            <a:gdLst>
              <a:gd name="csX0" fmla="*/ 247673 w 247673"/>
              <a:gd name="csY0" fmla="*/ 138136 h 219121"/>
              <a:gd name="csX1" fmla="*/ 246278 w 247673"/>
              <a:gd name="csY1" fmla="*/ 141503 h 219121"/>
              <a:gd name="csX2" fmla="*/ 242911 w 247673"/>
              <a:gd name="csY2" fmla="*/ 142898 h 219121"/>
              <a:gd name="csX3" fmla="*/ 219098 w 247673"/>
              <a:gd name="csY3" fmla="*/ 142898 h 219121"/>
              <a:gd name="csX4" fmla="*/ 219098 w 247673"/>
              <a:gd name="csY4" fmla="*/ 166711 h 219121"/>
              <a:gd name="csX5" fmla="*/ 217703 w 247673"/>
              <a:gd name="csY5" fmla="*/ 170078 h 219121"/>
              <a:gd name="csX6" fmla="*/ 214336 w 247673"/>
              <a:gd name="csY6" fmla="*/ 171473 h 219121"/>
              <a:gd name="csX7" fmla="*/ 210968 w 247673"/>
              <a:gd name="csY7" fmla="*/ 170078 h 219121"/>
              <a:gd name="csX8" fmla="*/ 209573 w 247673"/>
              <a:gd name="csY8" fmla="*/ 166711 h 219121"/>
              <a:gd name="csX9" fmla="*/ 209573 w 247673"/>
              <a:gd name="csY9" fmla="*/ 142898 h 219121"/>
              <a:gd name="csX10" fmla="*/ 185761 w 247673"/>
              <a:gd name="csY10" fmla="*/ 142898 h 219121"/>
              <a:gd name="csX11" fmla="*/ 182393 w 247673"/>
              <a:gd name="csY11" fmla="*/ 141503 h 219121"/>
              <a:gd name="csX12" fmla="*/ 180998 w 247673"/>
              <a:gd name="csY12" fmla="*/ 138136 h 219121"/>
              <a:gd name="csX13" fmla="*/ 182393 w 247673"/>
              <a:gd name="csY13" fmla="*/ 134768 h 219121"/>
              <a:gd name="csX14" fmla="*/ 185761 w 247673"/>
              <a:gd name="csY14" fmla="*/ 133373 h 219121"/>
              <a:gd name="csX15" fmla="*/ 209573 w 247673"/>
              <a:gd name="csY15" fmla="*/ 133373 h 219121"/>
              <a:gd name="csX16" fmla="*/ 209573 w 247673"/>
              <a:gd name="csY16" fmla="*/ 109561 h 219121"/>
              <a:gd name="csX17" fmla="*/ 210968 w 247673"/>
              <a:gd name="csY17" fmla="*/ 106193 h 219121"/>
              <a:gd name="csX18" fmla="*/ 214336 w 247673"/>
              <a:gd name="csY18" fmla="*/ 104798 h 219121"/>
              <a:gd name="csX19" fmla="*/ 217703 w 247673"/>
              <a:gd name="csY19" fmla="*/ 106193 h 219121"/>
              <a:gd name="csX20" fmla="*/ 219098 w 247673"/>
              <a:gd name="csY20" fmla="*/ 109561 h 219121"/>
              <a:gd name="csX21" fmla="*/ 219098 w 247673"/>
              <a:gd name="csY21" fmla="*/ 133373 h 219121"/>
              <a:gd name="csX22" fmla="*/ 242911 w 247673"/>
              <a:gd name="csY22" fmla="*/ 133373 h 219121"/>
              <a:gd name="csX23" fmla="*/ 246278 w 247673"/>
              <a:gd name="csY23" fmla="*/ 134768 h 219121"/>
              <a:gd name="csX24" fmla="*/ 247673 w 247673"/>
              <a:gd name="csY24" fmla="*/ 138136 h 219121"/>
              <a:gd name="csX25" fmla="*/ 23836 w 247673"/>
              <a:gd name="csY25" fmla="*/ 38123 h 219121"/>
              <a:gd name="csX26" fmla="*/ 47648 w 247673"/>
              <a:gd name="csY26" fmla="*/ 38123 h 219121"/>
              <a:gd name="csX27" fmla="*/ 47648 w 247673"/>
              <a:gd name="csY27" fmla="*/ 61936 h 219121"/>
              <a:gd name="csX28" fmla="*/ 49043 w 247673"/>
              <a:gd name="csY28" fmla="*/ 65303 h 219121"/>
              <a:gd name="csX29" fmla="*/ 52411 w 247673"/>
              <a:gd name="csY29" fmla="*/ 66698 h 219121"/>
              <a:gd name="csX30" fmla="*/ 55778 w 247673"/>
              <a:gd name="csY30" fmla="*/ 65303 h 219121"/>
              <a:gd name="csX31" fmla="*/ 57173 w 247673"/>
              <a:gd name="csY31" fmla="*/ 61936 h 219121"/>
              <a:gd name="csX32" fmla="*/ 57173 w 247673"/>
              <a:gd name="csY32" fmla="*/ 38123 h 219121"/>
              <a:gd name="csX33" fmla="*/ 80986 w 247673"/>
              <a:gd name="csY33" fmla="*/ 38123 h 219121"/>
              <a:gd name="csX34" fmla="*/ 84353 w 247673"/>
              <a:gd name="csY34" fmla="*/ 36728 h 219121"/>
              <a:gd name="csX35" fmla="*/ 85748 w 247673"/>
              <a:gd name="csY35" fmla="*/ 33361 h 219121"/>
              <a:gd name="csX36" fmla="*/ 84353 w 247673"/>
              <a:gd name="csY36" fmla="*/ 29993 h 219121"/>
              <a:gd name="csX37" fmla="*/ 80986 w 247673"/>
              <a:gd name="csY37" fmla="*/ 28598 h 219121"/>
              <a:gd name="csX38" fmla="*/ 57173 w 247673"/>
              <a:gd name="csY38" fmla="*/ 28598 h 219121"/>
              <a:gd name="csX39" fmla="*/ 57173 w 247673"/>
              <a:gd name="csY39" fmla="*/ 4786 h 219121"/>
              <a:gd name="csX40" fmla="*/ 55778 w 247673"/>
              <a:gd name="csY40" fmla="*/ 1418 h 219121"/>
              <a:gd name="csX41" fmla="*/ 52411 w 247673"/>
              <a:gd name="csY41" fmla="*/ 23 h 219121"/>
              <a:gd name="csX42" fmla="*/ 49043 w 247673"/>
              <a:gd name="csY42" fmla="*/ 1418 h 219121"/>
              <a:gd name="csX43" fmla="*/ 47648 w 247673"/>
              <a:gd name="csY43" fmla="*/ 4786 h 219121"/>
              <a:gd name="csX44" fmla="*/ 47648 w 247673"/>
              <a:gd name="csY44" fmla="*/ 28598 h 219121"/>
              <a:gd name="csX45" fmla="*/ 23836 w 247673"/>
              <a:gd name="csY45" fmla="*/ 28598 h 219121"/>
              <a:gd name="csX46" fmla="*/ 20468 w 247673"/>
              <a:gd name="csY46" fmla="*/ 29993 h 219121"/>
              <a:gd name="csX47" fmla="*/ 19073 w 247673"/>
              <a:gd name="csY47" fmla="*/ 33361 h 219121"/>
              <a:gd name="csX48" fmla="*/ 20468 w 247673"/>
              <a:gd name="csY48" fmla="*/ 36728 h 219121"/>
              <a:gd name="csX49" fmla="*/ 23836 w 247673"/>
              <a:gd name="csY49" fmla="*/ 38123 h 219121"/>
              <a:gd name="csX50" fmla="*/ 176236 w 247673"/>
              <a:gd name="csY50" fmla="*/ 190523 h 219121"/>
              <a:gd name="csX51" fmla="*/ 161948 w 247673"/>
              <a:gd name="csY51" fmla="*/ 190523 h 219121"/>
              <a:gd name="csX52" fmla="*/ 161948 w 247673"/>
              <a:gd name="csY52" fmla="*/ 176236 h 219121"/>
              <a:gd name="csX53" fmla="*/ 160553 w 247673"/>
              <a:gd name="csY53" fmla="*/ 172868 h 219121"/>
              <a:gd name="csX54" fmla="*/ 157186 w 247673"/>
              <a:gd name="csY54" fmla="*/ 171473 h 219121"/>
              <a:gd name="csX55" fmla="*/ 153818 w 247673"/>
              <a:gd name="csY55" fmla="*/ 172868 h 219121"/>
              <a:gd name="csX56" fmla="*/ 152423 w 247673"/>
              <a:gd name="csY56" fmla="*/ 176236 h 219121"/>
              <a:gd name="csX57" fmla="*/ 152423 w 247673"/>
              <a:gd name="csY57" fmla="*/ 190523 h 219121"/>
              <a:gd name="csX58" fmla="*/ 138136 w 247673"/>
              <a:gd name="csY58" fmla="*/ 190523 h 219121"/>
              <a:gd name="csX59" fmla="*/ 134768 w 247673"/>
              <a:gd name="csY59" fmla="*/ 191918 h 219121"/>
              <a:gd name="csX60" fmla="*/ 133373 w 247673"/>
              <a:gd name="csY60" fmla="*/ 195286 h 219121"/>
              <a:gd name="csX61" fmla="*/ 134768 w 247673"/>
              <a:gd name="csY61" fmla="*/ 198653 h 219121"/>
              <a:gd name="csX62" fmla="*/ 138136 w 247673"/>
              <a:gd name="csY62" fmla="*/ 200048 h 219121"/>
              <a:gd name="csX63" fmla="*/ 152423 w 247673"/>
              <a:gd name="csY63" fmla="*/ 200048 h 219121"/>
              <a:gd name="csX64" fmla="*/ 152423 w 247673"/>
              <a:gd name="csY64" fmla="*/ 214336 h 219121"/>
              <a:gd name="csX65" fmla="*/ 153818 w 247673"/>
              <a:gd name="csY65" fmla="*/ 217703 h 219121"/>
              <a:gd name="csX66" fmla="*/ 157186 w 247673"/>
              <a:gd name="csY66" fmla="*/ 219098 h 219121"/>
              <a:gd name="csX67" fmla="*/ 160553 w 247673"/>
              <a:gd name="csY67" fmla="*/ 217703 h 219121"/>
              <a:gd name="csX68" fmla="*/ 161948 w 247673"/>
              <a:gd name="csY68" fmla="*/ 214336 h 219121"/>
              <a:gd name="csX69" fmla="*/ 161948 w 247673"/>
              <a:gd name="csY69" fmla="*/ 200048 h 219121"/>
              <a:gd name="csX70" fmla="*/ 176236 w 247673"/>
              <a:gd name="csY70" fmla="*/ 200048 h 219121"/>
              <a:gd name="csX71" fmla="*/ 179603 w 247673"/>
              <a:gd name="csY71" fmla="*/ 198653 h 219121"/>
              <a:gd name="csX72" fmla="*/ 180998 w 247673"/>
              <a:gd name="csY72" fmla="*/ 195286 h 219121"/>
              <a:gd name="csX73" fmla="*/ 179603 w 247673"/>
              <a:gd name="csY73" fmla="*/ 191918 h 219121"/>
              <a:gd name="csX74" fmla="*/ 176236 w 247673"/>
              <a:gd name="csY74" fmla="*/ 190523 h 219121"/>
              <a:gd name="csX75" fmla="*/ 214907 w 247673"/>
              <a:gd name="csY75" fmla="*/ 49041 h 219121"/>
              <a:gd name="csX76" fmla="*/ 49041 w 247673"/>
              <a:gd name="csY76" fmla="*/ 214919 h 219121"/>
              <a:gd name="csX77" fmla="*/ 44400 w 247673"/>
              <a:gd name="csY77" fmla="*/ 218029 h 219121"/>
              <a:gd name="csX78" fmla="*/ 38921 w 247673"/>
              <a:gd name="csY78" fmla="*/ 219121 h 219121"/>
              <a:gd name="csX79" fmla="*/ 33442 w 247673"/>
              <a:gd name="csY79" fmla="*/ 218029 h 219121"/>
              <a:gd name="csX80" fmla="*/ 28801 w 247673"/>
              <a:gd name="csY80" fmla="*/ 214919 h 219121"/>
              <a:gd name="csX81" fmla="*/ 4202 w 247673"/>
              <a:gd name="csY81" fmla="*/ 190285 h 219121"/>
              <a:gd name="csX82" fmla="*/ 1092 w 247673"/>
              <a:gd name="csY82" fmla="*/ 185644 h 219121"/>
              <a:gd name="csX83" fmla="*/ 0 w 247673"/>
              <a:gd name="csY83" fmla="*/ 180165 h 219121"/>
              <a:gd name="csX84" fmla="*/ 1092 w 247673"/>
              <a:gd name="csY84" fmla="*/ 174686 h 219121"/>
              <a:gd name="csX85" fmla="*/ 4202 w 247673"/>
              <a:gd name="csY85" fmla="*/ 170045 h 219121"/>
              <a:gd name="csX86" fmla="*/ 170080 w 247673"/>
              <a:gd name="csY86" fmla="*/ 4202 h 219121"/>
              <a:gd name="csX87" fmla="*/ 174721 w 247673"/>
              <a:gd name="csY87" fmla="*/ 1092 h 219121"/>
              <a:gd name="csX88" fmla="*/ 180200 w 247673"/>
              <a:gd name="csY88" fmla="*/ 0 h 219121"/>
              <a:gd name="csX89" fmla="*/ 185680 w 247673"/>
              <a:gd name="csY89" fmla="*/ 1092 h 219121"/>
              <a:gd name="csX90" fmla="*/ 190320 w 247673"/>
              <a:gd name="csY90" fmla="*/ 4202 h 219121"/>
              <a:gd name="csX91" fmla="*/ 214907 w 247673"/>
              <a:gd name="csY91" fmla="*/ 28836 h 219121"/>
              <a:gd name="csX92" fmla="*/ 219092 w 247673"/>
              <a:gd name="csY92" fmla="*/ 38939 h 219121"/>
              <a:gd name="csX93" fmla="*/ 214907 w 247673"/>
              <a:gd name="csY93" fmla="*/ 49041 h 219121"/>
              <a:gd name="csX94" fmla="*/ 159972 w 247673"/>
              <a:gd name="csY94" fmla="*/ 90511 h 219121"/>
              <a:gd name="csX95" fmla="*/ 128611 w 247673"/>
              <a:gd name="csY95" fmla="*/ 59150 h 219121"/>
              <a:gd name="csX96" fmla="*/ 10941 w 247673"/>
              <a:gd name="csY96" fmla="*/ 176819 h 219121"/>
              <a:gd name="csX97" fmla="*/ 9550 w 247673"/>
              <a:gd name="csY97" fmla="*/ 180183 h 219121"/>
              <a:gd name="csX98" fmla="*/ 10941 w 247673"/>
              <a:gd name="csY98" fmla="*/ 183546 h 219121"/>
              <a:gd name="csX99" fmla="*/ 35563 w 247673"/>
              <a:gd name="csY99" fmla="*/ 208180 h 219121"/>
              <a:gd name="csX100" fmla="*/ 37109 w 247673"/>
              <a:gd name="csY100" fmla="*/ 209214 h 219121"/>
              <a:gd name="csX101" fmla="*/ 38933 w 247673"/>
              <a:gd name="csY101" fmla="*/ 209577 h 219121"/>
              <a:gd name="csX102" fmla="*/ 40757 w 247673"/>
              <a:gd name="csY102" fmla="*/ 209214 h 219121"/>
              <a:gd name="csX103" fmla="*/ 42302 w 247673"/>
              <a:gd name="csY103" fmla="*/ 208180 h 219121"/>
              <a:gd name="csX104" fmla="*/ 159972 w 247673"/>
              <a:gd name="csY104" fmla="*/ 90511 h 219121"/>
              <a:gd name="csX105" fmla="*/ 208180 w 247673"/>
              <a:gd name="csY105" fmla="*/ 35575 h 219121"/>
              <a:gd name="csX106" fmla="*/ 183546 w 247673"/>
              <a:gd name="csY106" fmla="*/ 10941 h 219121"/>
              <a:gd name="csX107" fmla="*/ 182000 w 247673"/>
              <a:gd name="csY107" fmla="*/ 9907 h 219121"/>
              <a:gd name="csX108" fmla="*/ 180176 w 247673"/>
              <a:gd name="csY108" fmla="*/ 9544 h 219121"/>
              <a:gd name="csX109" fmla="*/ 178353 w 247673"/>
              <a:gd name="csY109" fmla="*/ 9907 h 219121"/>
              <a:gd name="csX110" fmla="*/ 176807 w 247673"/>
              <a:gd name="csY110" fmla="*/ 10941 h 219121"/>
              <a:gd name="csX111" fmla="*/ 135337 w 247673"/>
              <a:gd name="csY111" fmla="*/ 52411 h 219121"/>
              <a:gd name="csX112" fmla="*/ 166711 w 247673"/>
              <a:gd name="csY112" fmla="*/ 83772 h 219121"/>
              <a:gd name="csX113" fmla="*/ 208180 w 247673"/>
              <a:gd name="csY113" fmla="*/ 42302 h 219121"/>
              <a:gd name="csX114" fmla="*/ 209571 w 247673"/>
              <a:gd name="csY114" fmla="*/ 38939 h 219121"/>
              <a:gd name="csX115" fmla="*/ 208180 w 247673"/>
              <a:gd name="csY115" fmla="*/ 35575 h 219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</a:cxnLst>
            <a:rect l="l" t="t" r="r" b="b"/>
            <a:pathLst>
              <a:path w="247673" h="219121">
                <a:moveTo>
                  <a:pt x="247673" y="138136"/>
                </a:moveTo>
                <a:cubicBezTo>
                  <a:pt x="247673" y="139399"/>
                  <a:pt x="247171" y="140610"/>
                  <a:pt x="246278" y="141503"/>
                </a:cubicBezTo>
                <a:cubicBezTo>
                  <a:pt x="245385" y="142396"/>
                  <a:pt x="244174" y="142898"/>
                  <a:pt x="242911" y="142898"/>
                </a:cubicBezTo>
                <a:lnTo>
                  <a:pt x="219098" y="142898"/>
                </a:lnTo>
                <a:lnTo>
                  <a:pt x="219098" y="166711"/>
                </a:lnTo>
                <a:cubicBezTo>
                  <a:pt x="219098" y="167974"/>
                  <a:pt x="218596" y="169185"/>
                  <a:pt x="217703" y="170078"/>
                </a:cubicBezTo>
                <a:cubicBezTo>
                  <a:pt x="216810" y="170971"/>
                  <a:pt x="215599" y="171473"/>
                  <a:pt x="214336" y="171473"/>
                </a:cubicBezTo>
                <a:cubicBezTo>
                  <a:pt x="213073" y="171473"/>
                  <a:pt x="211861" y="170971"/>
                  <a:pt x="210968" y="170078"/>
                </a:cubicBezTo>
                <a:cubicBezTo>
                  <a:pt x="210075" y="169185"/>
                  <a:pt x="209573" y="167974"/>
                  <a:pt x="209573" y="166711"/>
                </a:cubicBezTo>
                <a:lnTo>
                  <a:pt x="209573" y="142898"/>
                </a:lnTo>
                <a:lnTo>
                  <a:pt x="185761" y="142898"/>
                </a:lnTo>
                <a:cubicBezTo>
                  <a:pt x="184498" y="142898"/>
                  <a:pt x="183286" y="142396"/>
                  <a:pt x="182393" y="141503"/>
                </a:cubicBezTo>
                <a:cubicBezTo>
                  <a:pt x="181500" y="140610"/>
                  <a:pt x="180998" y="139399"/>
                  <a:pt x="180998" y="138136"/>
                </a:cubicBezTo>
                <a:cubicBezTo>
                  <a:pt x="180998" y="136873"/>
                  <a:pt x="181500" y="135661"/>
                  <a:pt x="182393" y="134768"/>
                </a:cubicBezTo>
                <a:cubicBezTo>
                  <a:pt x="183286" y="133875"/>
                  <a:pt x="184498" y="133373"/>
                  <a:pt x="185761" y="133373"/>
                </a:cubicBezTo>
                <a:lnTo>
                  <a:pt x="209573" y="133373"/>
                </a:lnTo>
                <a:lnTo>
                  <a:pt x="209573" y="109561"/>
                </a:lnTo>
                <a:cubicBezTo>
                  <a:pt x="209573" y="108298"/>
                  <a:pt x="210075" y="107086"/>
                  <a:pt x="210968" y="106193"/>
                </a:cubicBezTo>
                <a:cubicBezTo>
                  <a:pt x="211861" y="105300"/>
                  <a:pt x="213073" y="104798"/>
                  <a:pt x="214336" y="104798"/>
                </a:cubicBezTo>
                <a:cubicBezTo>
                  <a:pt x="215599" y="104798"/>
                  <a:pt x="216810" y="105300"/>
                  <a:pt x="217703" y="106193"/>
                </a:cubicBezTo>
                <a:cubicBezTo>
                  <a:pt x="218596" y="107086"/>
                  <a:pt x="219098" y="108298"/>
                  <a:pt x="219098" y="109561"/>
                </a:cubicBezTo>
                <a:lnTo>
                  <a:pt x="219098" y="133373"/>
                </a:lnTo>
                <a:lnTo>
                  <a:pt x="242911" y="133373"/>
                </a:lnTo>
                <a:cubicBezTo>
                  <a:pt x="244174" y="133373"/>
                  <a:pt x="245385" y="133875"/>
                  <a:pt x="246278" y="134768"/>
                </a:cubicBezTo>
                <a:cubicBezTo>
                  <a:pt x="247171" y="135661"/>
                  <a:pt x="247673" y="136873"/>
                  <a:pt x="247673" y="138136"/>
                </a:cubicBezTo>
                <a:close/>
                <a:moveTo>
                  <a:pt x="23836" y="38123"/>
                </a:moveTo>
                <a:lnTo>
                  <a:pt x="47648" y="38123"/>
                </a:lnTo>
                <a:lnTo>
                  <a:pt x="47648" y="61936"/>
                </a:lnTo>
                <a:cubicBezTo>
                  <a:pt x="47648" y="63199"/>
                  <a:pt x="48150" y="64410"/>
                  <a:pt x="49043" y="65303"/>
                </a:cubicBezTo>
                <a:cubicBezTo>
                  <a:pt x="49936" y="66196"/>
                  <a:pt x="51148" y="66698"/>
                  <a:pt x="52411" y="66698"/>
                </a:cubicBezTo>
                <a:cubicBezTo>
                  <a:pt x="53674" y="66698"/>
                  <a:pt x="54885" y="66196"/>
                  <a:pt x="55778" y="65303"/>
                </a:cubicBezTo>
                <a:cubicBezTo>
                  <a:pt x="56671" y="64410"/>
                  <a:pt x="57173" y="63199"/>
                  <a:pt x="57173" y="61936"/>
                </a:cubicBezTo>
                <a:lnTo>
                  <a:pt x="57173" y="38123"/>
                </a:lnTo>
                <a:lnTo>
                  <a:pt x="80986" y="38123"/>
                </a:lnTo>
                <a:cubicBezTo>
                  <a:pt x="82249" y="38123"/>
                  <a:pt x="83460" y="37621"/>
                  <a:pt x="84353" y="36728"/>
                </a:cubicBezTo>
                <a:cubicBezTo>
                  <a:pt x="85246" y="35835"/>
                  <a:pt x="85748" y="34624"/>
                  <a:pt x="85748" y="33361"/>
                </a:cubicBezTo>
                <a:cubicBezTo>
                  <a:pt x="85748" y="32098"/>
                  <a:pt x="85246" y="30886"/>
                  <a:pt x="84353" y="29993"/>
                </a:cubicBezTo>
                <a:cubicBezTo>
                  <a:pt x="83460" y="29100"/>
                  <a:pt x="82249" y="28598"/>
                  <a:pt x="80986" y="28598"/>
                </a:cubicBezTo>
                <a:lnTo>
                  <a:pt x="57173" y="28598"/>
                </a:lnTo>
                <a:lnTo>
                  <a:pt x="57173" y="4786"/>
                </a:lnTo>
                <a:cubicBezTo>
                  <a:pt x="57173" y="3523"/>
                  <a:pt x="56671" y="2311"/>
                  <a:pt x="55778" y="1418"/>
                </a:cubicBezTo>
                <a:cubicBezTo>
                  <a:pt x="54885" y="525"/>
                  <a:pt x="53674" y="23"/>
                  <a:pt x="52411" y="23"/>
                </a:cubicBezTo>
                <a:cubicBezTo>
                  <a:pt x="51148" y="23"/>
                  <a:pt x="49936" y="525"/>
                  <a:pt x="49043" y="1418"/>
                </a:cubicBezTo>
                <a:cubicBezTo>
                  <a:pt x="48150" y="2311"/>
                  <a:pt x="47648" y="3523"/>
                  <a:pt x="47648" y="4786"/>
                </a:cubicBezTo>
                <a:lnTo>
                  <a:pt x="47648" y="28598"/>
                </a:lnTo>
                <a:lnTo>
                  <a:pt x="23836" y="28598"/>
                </a:lnTo>
                <a:cubicBezTo>
                  <a:pt x="22573" y="28598"/>
                  <a:pt x="21361" y="29100"/>
                  <a:pt x="20468" y="29993"/>
                </a:cubicBezTo>
                <a:cubicBezTo>
                  <a:pt x="19575" y="30886"/>
                  <a:pt x="19073" y="32098"/>
                  <a:pt x="19073" y="33361"/>
                </a:cubicBezTo>
                <a:cubicBezTo>
                  <a:pt x="19073" y="34624"/>
                  <a:pt x="19575" y="35835"/>
                  <a:pt x="20468" y="36728"/>
                </a:cubicBezTo>
                <a:cubicBezTo>
                  <a:pt x="21361" y="37621"/>
                  <a:pt x="22573" y="38123"/>
                  <a:pt x="23836" y="38123"/>
                </a:cubicBezTo>
                <a:close/>
                <a:moveTo>
                  <a:pt x="176236" y="190523"/>
                </a:moveTo>
                <a:lnTo>
                  <a:pt x="161948" y="190523"/>
                </a:lnTo>
                <a:lnTo>
                  <a:pt x="161948" y="176236"/>
                </a:lnTo>
                <a:cubicBezTo>
                  <a:pt x="161948" y="174973"/>
                  <a:pt x="161446" y="173761"/>
                  <a:pt x="160553" y="172868"/>
                </a:cubicBezTo>
                <a:cubicBezTo>
                  <a:pt x="159660" y="171975"/>
                  <a:pt x="158449" y="171473"/>
                  <a:pt x="157186" y="171473"/>
                </a:cubicBezTo>
                <a:cubicBezTo>
                  <a:pt x="155923" y="171473"/>
                  <a:pt x="154711" y="171975"/>
                  <a:pt x="153818" y="172868"/>
                </a:cubicBezTo>
                <a:cubicBezTo>
                  <a:pt x="152925" y="173761"/>
                  <a:pt x="152423" y="174973"/>
                  <a:pt x="152423" y="176236"/>
                </a:cubicBezTo>
                <a:lnTo>
                  <a:pt x="152423" y="190523"/>
                </a:lnTo>
                <a:lnTo>
                  <a:pt x="138136" y="190523"/>
                </a:lnTo>
                <a:cubicBezTo>
                  <a:pt x="136873" y="190523"/>
                  <a:pt x="135661" y="191025"/>
                  <a:pt x="134768" y="191918"/>
                </a:cubicBezTo>
                <a:cubicBezTo>
                  <a:pt x="133875" y="192811"/>
                  <a:pt x="133373" y="194023"/>
                  <a:pt x="133373" y="195286"/>
                </a:cubicBezTo>
                <a:cubicBezTo>
                  <a:pt x="133373" y="196549"/>
                  <a:pt x="133875" y="197760"/>
                  <a:pt x="134768" y="198653"/>
                </a:cubicBezTo>
                <a:cubicBezTo>
                  <a:pt x="135661" y="199546"/>
                  <a:pt x="136873" y="200048"/>
                  <a:pt x="138136" y="200048"/>
                </a:cubicBezTo>
                <a:lnTo>
                  <a:pt x="152423" y="200048"/>
                </a:lnTo>
                <a:lnTo>
                  <a:pt x="152423" y="214336"/>
                </a:lnTo>
                <a:cubicBezTo>
                  <a:pt x="152423" y="215599"/>
                  <a:pt x="152925" y="216810"/>
                  <a:pt x="153818" y="217703"/>
                </a:cubicBezTo>
                <a:cubicBezTo>
                  <a:pt x="154711" y="218596"/>
                  <a:pt x="155923" y="219098"/>
                  <a:pt x="157186" y="219098"/>
                </a:cubicBezTo>
                <a:cubicBezTo>
                  <a:pt x="158449" y="219098"/>
                  <a:pt x="159660" y="218596"/>
                  <a:pt x="160553" y="217703"/>
                </a:cubicBezTo>
                <a:cubicBezTo>
                  <a:pt x="161446" y="216810"/>
                  <a:pt x="161948" y="215599"/>
                  <a:pt x="161948" y="214336"/>
                </a:cubicBezTo>
                <a:lnTo>
                  <a:pt x="161948" y="200048"/>
                </a:lnTo>
                <a:lnTo>
                  <a:pt x="176236" y="200048"/>
                </a:lnTo>
                <a:cubicBezTo>
                  <a:pt x="177499" y="200048"/>
                  <a:pt x="178710" y="199546"/>
                  <a:pt x="179603" y="198653"/>
                </a:cubicBezTo>
                <a:cubicBezTo>
                  <a:pt x="180496" y="197760"/>
                  <a:pt x="180998" y="196549"/>
                  <a:pt x="180998" y="195286"/>
                </a:cubicBezTo>
                <a:cubicBezTo>
                  <a:pt x="180998" y="194023"/>
                  <a:pt x="180496" y="192811"/>
                  <a:pt x="179603" y="191918"/>
                </a:cubicBezTo>
                <a:cubicBezTo>
                  <a:pt x="178710" y="191025"/>
                  <a:pt x="177499" y="190523"/>
                  <a:pt x="176236" y="190523"/>
                </a:cubicBezTo>
                <a:close/>
                <a:moveTo>
                  <a:pt x="214907" y="49041"/>
                </a:moveTo>
                <a:lnTo>
                  <a:pt x="49041" y="214919"/>
                </a:lnTo>
                <a:cubicBezTo>
                  <a:pt x="47714" y="216251"/>
                  <a:pt x="46137" y="217308"/>
                  <a:pt x="44400" y="218029"/>
                </a:cubicBezTo>
                <a:cubicBezTo>
                  <a:pt x="42663" y="218751"/>
                  <a:pt x="40801" y="219121"/>
                  <a:pt x="38921" y="219121"/>
                </a:cubicBezTo>
                <a:cubicBezTo>
                  <a:pt x="37040" y="219121"/>
                  <a:pt x="35178" y="218751"/>
                  <a:pt x="33442" y="218029"/>
                </a:cubicBezTo>
                <a:cubicBezTo>
                  <a:pt x="31705" y="217308"/>
                  <a:pt x="30128" y="216251"/>
                  <a:pt x="28801" y="214919"/>
                </a:cubicBezTo>
                <a:lnTo>
                  <a:pt x="4202" y="190285"/>
                </a:lnTo>
                <a:cubicBezTo>
                  <a:pt x="2870" y="188957"/>
                  <a:pt x="1813" y="187380"/>
                  <a:pt x="1092" y="185644"/>
                </a:cubicBezTo>
                <a:cubicBezTo>
                  <a:pt x="371" y="183907"/>
                  <a:pt x="0" y="182045"/>
                  <a:pt x="0" y="180165"/>
                </a:cubicBezTo>
                <a:cubicBezTo>
                  <a:pt x="0" y="178285"/>
                  <a:pt x="371" y="176422"/>
                  <a:pt x="1092" y="174686"/>
                </a:cubicBezTo>
                <a:cubicBezTo>
                  <a:pt x="1813" y="172949"/>
                  <a:pt x="2870" y="171371"/>
                  <a:pt x="4202" y="170045"/>
                </a:cubicBezTo>
                <a:lnTo>
                  <a:pt x="170080" y="4202"/>
                </a:lnTo>
                <a:cubicBezTo>
                  <a:pt x="171408" y="2870"/>
                  <a:pt x="172985" y="1813"/>
                  <a:pt x="174721" y="1092"/>
                </a:cubicBezTo>
                <a:cubicBezTo>
                  <a:pt x="176458" y="371"/>
                  <a:pt x="178320" y="0"/>
                  <a:pt x="180200" y="0"/>
                </a:cubicBezTo>
                <a:cubicBezTo>
                  <a:pt x="182081" y="0"/>
                  <a:pt x="183942" y="371"/>
                  <a:pt x="185680" y="1092"/>
                </a:cubicBezTo>
                <a:cubicBezTo>
                  <a:pt x="187416" y="1813"/>
                  <a:pt x="188994" y="2870"/>
                  <a:pt x="190320" y="4202"/>
                </a:cubicBezTo>
                <a:lnTo>
                  <a:pt x="214907" y="28836"/>
                </a:lnTo>
                <a:cubicBezTo>
                  <a:pt x="217587" y="31516"/>
                  <a:pt x="219092" y="35150"/>
                  <a:pt x="219092" y="38939"/>
                </a:cubicBezTo>
                <a:cubicBezTo>
                  <a:pt x="219092" y="42728"/>
                  <a:pt x="217587" y="46362"/>
                  <a:pt x="214907" y="49041"/>
                </a:cubicBezTo>
                <a:close/>
                <a:moveTo>
                  <a:pt x="159972" y="90511"/>
                </a:moveTo>
                <a:lnTo>
                  <a:pt x="128611" y="59150"/>
                </a:lnTo>
                <a:lnTo>
                  <a:pt x="10941" y="176819"/>
                </a:lnTo>
                <a:cubicBezTo>
                  <a:pt x="10050" y="177712"/>
                  <a:pt x="9550" y="178922"/>
                  <a:pt x="9550" y="180183"/>
                </a:cubicBezTo>
                <a:cubicBezTo>
                  <a:pt x="9550" y="181444"/>
                  <a:pt x="10050" y="182654"/>
                  <a:pt x="10941" y="183546"/>
                </a:cubicBezTo>
                <a:lnTo>
                  <a:pt x="35563" y="208180"/>
                </a:lnTo>
                <a:cubicBezTo>
                  <a:pt x="36006" y="208623"/>
                  <a:pt x="36531" y="208974"/>
                  <a:pt x="37109" y="209214"/>
                </a:cubicBezTo>
                <a:cubicBezTo>
                  <a:pt x="37687" y="209453"/>
                  <a:pt x="38307" y="209577"/>
                  <a:pt x="38933" y="209577"/>
                </a:cubicBezTo>
                <a:cubicBezTo>
                  <a:pt x="39559" y="209577"/>
                  <a:pt x="40178" y="209453"/>
                  <a:pt x="40757" y="209214"/>
                </a:cubicBezTo>
                <a:cubicBezTo>
                  <a:pt x="41335" y="208974"/>
                  <a:pt x="41860" y="208623"/>
                  <a:pt x="42302" y="208180"/>
                </a:cubicBezTo>
                <a:lnTo>
                  <a:pt x="159972" y="90511"/>
                </a:lnTo>
                <a:close/>
                <a:moveTo>
                  <a:pt x="208180" y="35575"/>
                </a:moveTo>
                <a:lnTo>
                  <a:pt x="183546" y="10941"/>
                </a:lnTo>
                <a:cubicBezTo>
                  <a:pt x="183104" y="10498"/>
                  <a:pt x="182578" y="10147"/>
                  <a:pt x="182000" y="9907"/>
                </a:cubicBezTo>
                <a:cubicBezTo>
                  <a:pt x="181422" y="9668"/>
                  <a:pt x="180803" y="9544"/>
                  <a:pt x="180176" y="9544"/>
                </a:cubicBezTo>
                <a:cubicBezTo>
                  <a:pt x="179550" y="9544"/>
                  <a:pt x="178931" y="9668"/>
                  <a:pt x="178353" y="9907"/>
                </a:cubicBezTo>
                <a:cubicBezTo>
                  <a:pt x="177775" y="10147"/>
                  <a:pt x="177249" y="10498"/>
                  <a:pt x="176807" y="10941"/>
                </a:cubicBezTo>
                <a:lnTo>
                  <a:pt x="135337" y="52411"/>
                </a:lnTo>
                <a:lnTo>
                  <a:pt x="166711" y="83772"/>
                </a:lnTo>
                <a:lnTo>
                  <a:pt x="208180" y="42302"/>
                </a:lnTo>
                <a:cubicBezTo>
                  <a:pt x="209070" y="41409"/>
                  <a:pt x="209571" y="40200"/>
                  <a:pt x="209571" y="38939"/>
                </a:cubicBezTo>
                <a:cubicBezTo>
                  <a:pt x="209571" y="37678"/>
                  <a:pt x="209070" y="36468"/>
                  <a:pt x="208180" y="3557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Graphic 41">
            <a:extLst>
              <a:ext uri="{FF2B5EF4-FFF2-40B4-BE49-F238E27FC236}">
                <a16:creationId xmlns:a16="http://schemas.microsoft.com/office/drawing/2014/main" id="{F041DB7B-F6A6-25AD-F1DB-A6E05A13E2DE}"/>
              </a:ext>
            </a:extLst>
          </p:cNvPr>
          <p:cNvSpPr/>
          <p:nvPr/>
        </p:nvSpPr>
        <p:spPr>
          <a:xfrm>
            <a:off x="9669618" y="2321089"/>
            <a:ext cx="292460" cy="245664"/>
          </a:xfrm>
          <a:custGeom>
            <a:avLst/>
            <a:gdLst>
              <a:gd name="csX0" fmla="*/ 223838 w 238125"/>
              <a:gd name="csY0" fmla="*/ 0 h 200025"/>
              <a:gd name="csX1" fmla="*/ 14288 w 238125"/>
              <a:gd name="csY1" fmla="*/ 0 h 200025"/>
              <a:gd name="csX2" fmla="*/ 4185 w 238125"/>
              <a:gd name="csY2" fmla="*/ 4185 h 200025"/>
              <a:gd name="csX3" fmla="*/ 0 w 238125"/>
              <a:gd name="csY3" fmla="*/ 14288 h 200025"/>
              <a:gd name="csX4" fmla="*/ 0 w 238125"/>
              <a:gd name="csY4" fmla="*/ 185738 h 200025"/>
              <a:gd name="csX5" fmla="*/ 4185 w 238125"/>
              <a:gd name="csY5" fmla="*/ 195841 h 200025"/>
              <a:gd name="csX6" fmla="*/ 14288 w 238125"/>
              <a:gd name="csY6" fmla="*/ 200025 h 200025"/>
              <a:gd name="csX7" fmla="*/ 223838 w 238125"/>
              <a:gd name="csY7" fmla="*/ 200025 h 200025"/>
              <a:gd name="csX8" fmla="*/ 233941 w 238125"/>
              <a:gd name="csY8" fmla="*/ 195841 h 200025"/>
              <a:gd name="csX9" fmla="*/ 238125 w 238125"/>
              <a:gd name="csY9" fmla="*/ 185738 h 200025"/>
              <a:gd name="csX10" fmla="*/ 238125 w 238125"/>
              <a:gd name="csY10" fmla="*/ 14288 h 200025"/>
              <a:gd name="csX11" fmla="*/ 233941 w 238125"/>
              <a:gd name="csY11" fmla="*/ 4185 h 200025"/>
              <a:gd name="csX12" fmla="*/ 223838 w 238125"/>
              <a:gd name="csY12" fmla="*/ 0 h 200025"/>
              <a:gd name="csX13" fmla="*/ 45244 w 238125"/>
              <a:gd name="csY13" fmla="*/ 190500 h 200025"/>
              <a:gd name="csX14" fmla="*/ 75115 w 238125"/>
              <a:gd name="csY14" fmla="*/ 155756 h 200025"/>
              <a:gd name="csX15" fmla="*/ 119063 w 238125"/>
              <a:gd name="csY15" fmla="*/ 142790 h 200025"/>
              <a:gd name="csX16" fmla="*/ 163010 w 238125"/>
              <a:gd name="csY16" fmla="*/ 155756 h 200025"/>
              <a:gd name="csX17" fmla="*/ 192881 w 238125"/>
              <a:gd name="csY17" fmla="*/ 190500 h 200025"/>
              <a:gd name="csX18" fmla="*/ 45244 w 238125"/>
              <a:gd name="csY18" fmla="*/ 190500 h 200025"/>
              <a:gd name="csX19" fmla="*/ 228600 w 238125"/>
              <a:gd name="csY19" fmla="*/ 185738 h 200025"/>
              <a:gd name="csX20" fmla="*/ 227206 w 238125"/>
              <a:gd name="csY20" fmla="*/ 189106 h 200025"/>
              <a:gd name="csX21" fmla="*/ 223838 w 238125"/>
              <a:gd name="csY21" fmla="*/ 190500 h 200025"/>
              <a:gd name="csX22" fmla="*/ 203204 w 238125"/>
              <a:gd name="csY22" fmla="*/ 190500 h 200025"/>
              <a:gd name="csX23" fmla="*/ 179671 w 238125"/>
              <a:gd name="csY23" fmla="*/ 156676 h 200025"/>
              <a:gd name="csX24" fmla="*/ 143602 w 238125"/>
              <a:gd name="csY24" fmla="*/ 136755 h 200025"/>
              <a:gd name="csX25" fmla="*/ 166902 w 238125"/>
              <a:gd name="csY25" fmla="*/ 111822 h 200025"/>
              <a:gd name="csX26" fmla="*/ 169901 w 238125"/>
              <a:gd name="csY26" fmla="*/ 77827 h 200025"/>
              <a:gd name="csX27" fmla="*/ 151327 w 238125"/>
              <a:gd name="csY27" fmla="*/ 49198 h 200025"/>
              <a:gd name="csX28" fmla="*/ 119063 w 238125"/>
              <a:gd name="csY28" fmla="*/ 38083 h 200025"/>
              <a:gd name="csX29" fmla="*/ 86798 w 238125"/>
              <a:gd name="csY29" fmla="*/ 49198 h 200025"/>
              <a:gd name="csX30" fmla="*/ 68224 w 238125"/>
              <a:gd name="csY30" fmla="*/ 77827 h 200025"/>
              <a:gd name="csX31" fmla="*/ 71223 w 238125"/>
              <a:gd name="csY31" fmla="*/ 111822 h 200025"/>
              <a:gd name="csX32" fmla="*/ 94523 w 238125"/>
              <a:gd name="csY32" fmla="*/ 136755 h 200025"/>
              <a:gd name="csX33" fmla="*/ 58454 w 238125"/>
              <a:gd name="csY33" fmla="*/ 156676 h 200025"/>
              <a:gd name="csX34" fmla="*/ 34921 w 238125"/>
              <a:gd name="csY34" fmla="*/ 190500 h 200025"/>
              <a:gd name="csX35" fmla="*/ 14288 w 238125"/>
              <a:gd name="csY35" fmla="*/ 190500 h 200025"/>
              <a:gd name="csX36" fmla="*/ 10920 w 238125"/>
              <a:gd name="csY36" fmla="*/ 189106 h 200025"/>
              <a:gd name="csX37" fmla="*/ 9525 w 238125"/>
              <a:gd name="csY37" fmla="*/ 185738 h 200025"/>
              <a:gd name="csX38" fmla="*/ 9525 w 238125"/>
              <a:gd name="csY38" fmla="*/ 14288 h 200025"/>
              <a:gd name="csX39" fmla="*/ 10920 w 238125"/>
              <a:gd name="csY39" fmla="*/ 10920 h 200025"/>
              <a:gd name="csX40" fmla="*/ 14288 w 238125"/>
              <a:gd name="csY40" fmla="*/ 9525 h 200025"/>
              <a:gd name="csX41" fmla="*/ 223838 w 238125"/>
              <a:gd name="csY41" fmla="*/ 9525 h 200025"/>
              <a:gd name="csX42" fmla="*/ 227206 w 238125"/>
              <a:gd name="csY42" fmla="*/ 10920 h 200025"/>
              <a:gd name="csX43" fmla="*/ 228600 w 238125"/>
              <a:gd name="csY43" fmla="*/ 14288 h 200025"/>
              <a:gd name="csX44" fmla="*/ 228600 w 238125"/>
              <a:gd name="csY44" fmla="*/ 185738 h 200025"/>
              <a:gd name="csX45" fmla="*/ 119063 w 238125"/>
              <a:gd name="csY45" fmla="*/ 133350 h 200025"/>
              <a:gd name="csX46" fmla="*/ 95249 w 238125"/>
              <a:gd name="csY46" fmla="*/ 126126 h 200025"/>
              <a:gd name="csX47" fmla="*/ 79462 w 238125"/>
              <a:gd name="csY47" fmla="*/ 106890 h 200025"/>
              <a:gd name="csX48" fmla="*/ 77024 w 238125"/>
              <a:gd name="csY48" fmla="*/ 82126 h 200025"/>
              <a:gd name="csX49" fmla="*/ 88754 w 238125"/>
              <a:gd name="csY49" fmla="*/ 60179 h 200025"/>
              <a:gd name="csX50" fmla="*/ 110701 w 238125"/>
              <a:gd name="csY50" fmla="*/ 48449 h 200025"/>
              <a:gd name="csX51" fmla="*/ 135466 w 238125"/>
              <a:gd name="csY51" fmla="*/ 50887 h 200025"/>
              <a:gd name="csX52" fmla="*/ 154701 w 238125"/>
              <a:gd name="csY52" fmla="*/ 66674 h 200025"/>
              <a:gd name="csX53" fmla="*/ 161925 w 238125"/>
              <a:gd name="csY53" fmla="*/ 90488 h 200025"/>
              <a:gd name="csX54" fmla="*/ 149371 w 238125"/>
              <a:gd name="csY54" fmla="*/ 120796 h 200025"/>
              <a:gd name="csX55" fmla="*/ 119063 w 238125"/>
              <a:gd name="csY55" fmla="*/ 133350 h 20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38125" h="200025">
                <a:moveTo>
                  <a:pt x="22383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85738"/>
                </a:lnTo>
                <a:cubicBezTo>
                  <a:pt x="0" y="189527"/>
                  <a:pt x="1505" y="193161"/>
                  <a:pt x="4185" y="195841"/>
                </a:cubicBezTo>
                <a:cubicBezTo>
                  <a:pt x="6864" y="198520"/>
                  <a:pt x="10498" y="200025"/>
                  <a:pt x="14288" y="200025"/>
                </a:cubicBezTo>
                <a:lnTo>
                  <a:pt x="223838" y="200025"/>
                </a:lnTo>
                <a:cubicBezTo>
                  <a:pt x="227627" y="200025"/>
                  <a:pt x="231261" y="198520"/>
                  <a:pt x="233941" y="195841"/>
                </a:cubicBezTo>
                <a:cubicBezTo>
                  <a:pt x="236620" y="193161"/>
                  <a:pt x="238125" y="189527"/>
                  <a:pt x="238125" y="185738"/>
                </a:cubicBezTo>
                <a:lnTo>
                  <a:pt x="238125" y="14288"/>
                </a:lnTo>
                <a:cubicBezTo>
                  <a:pt x="238125" y="10498"/>
                  <a:pt x="236620" y="6864"/>
                  <a:pt x="233941" y="4185"/>
                </a:cubicBezTo>
                <a:cubicBezTo>
                  <a:pt x="231261" y="1505"/>
                  <a:pt x="227627" y="0"/>
                  <a:pt x="223838" y="0"/>
                </a:cubicBezTo>
                <a:close/>
                <a:moveTo>
                  <a:pt x="45244" y="190500"/>
                </a:moveTo>
                <a:cubicBezTo>
                  <a:pt x="51648" y="176284"/>
                  <a:pt x="62020" y="164219"/>
                  <a:pt x="75115" y="155756"/>
                </a:cubicBezTo>
                <a:cubicBezTo>
                  <a:pt x="88210" y="147292"/>
                  <a:pt x="103470" y="142790"/>
                  <a:pt x="119063" y="142790"/>
                </a:cubicBezTo>
                <a:cubicBezTo>
                  <a:pt x="134655" y="142790"/>
                  <a:pt x="149915" y="147292"/>
                  <a:pt x="163010" y="155756"/>
                </a:cubicBezTo>
                <a:cubicBezTo>
                  <a:pt x="176105" y="164219"/>
                  <a:pt x="186478" y="176284"/>
                  <a:pt x="192881" y="190500"/>
                </a:cubicBezTo>
                <a:lnTo>
                  <a:pt x="45244" y="190500"/>
                </a:lnTo>
                <a:close/>
                <a:moveTo>
                  <a:pt x="228600" y="185738"/>
                </a:moveTo>
                <a:cubicBezTo>
                  <a:pt x="228600" y="187001"/>
                  <a:pt x="228098" y="188212"/>
                  <a:pt x="227206" y="189106"/>
                </a:cubicBezTo>
                <a:cubicBezTo>
                  <a:pt x="226312" y="189998"/>
                  <a:pt x="225101" y="190500"/>
                  <a:pt x="223838" y="190500"/>
                </a:cubicBezTo>
                <a:lnTo>
                  <a:pt x="203204" y="190500"/>
                </a:lnTo>
                <a:cubicBezTo>
                  <a:pt x="198059" y="177569"/>
                  <a:pt x="190007" y="165995"/>
                  <a:pt x="179671" y="156676"/>
                </a:cubicBezTo>
                <a:cubicBezTo>
                  <a:pt x="169335" y="147356"/>
                  <a:pt x="156994" y="140539"/>
                  <a:pt x="143602" y="136755"/>
                </a:cubicBezTo>
                <a:cubicBezTo>
                  <a:pt x="153934" y="131277"/>
                  <a:pt x="162136" y="122500"/>
                  <a:pt x="166902" y="111822"/>
                </a:cubicBezTo>
                <a:cubicBezTo>
                  <a:pt x="171668" y="101142"/>
                  <a:pt x="172723" y="89176"/>
                  <a:pt x="169901" y="77827"/>
                </a:cubicBezTo>
                <a:cubicBezTo>
                  <a:pt x="167079" y="66479"/>
                  <a:pt x="160541" y="56400"/>
                  <a:pt x="151327" y="49198"/>
                </a:cubicBezTo>
                <a:cubicBezTo>
                  <a:pt x="142115" y="41996"/>
                  <a:pt x="130756" y="38083"/>
                  <a:pt x="119063" y="38083"/>
                </a:cubicBezTo>
                <a:cubicBezTo>
                  <a:pt x="107369" y="38083"/>
                  <a:pt x="96010" y="41996"/>
                  <a:pt x="86798" y="49198"/>
                </a:cubicBezTo>
                <a:cubicBezTo>
                  <a:pt x="77584" y="56400"/>
                  <a:pt x="71046" y="66479"/>
                  <a:pt x="68224" y="77827"/>
                </a:cubicBezTo>
                <a:cubicBezTo>
                  <a:pt x="65402" y="89176"/>
                  <a:pt x="66457" y="101142"/>
                  <a:pt x="71223" y="111822"/>
                </a:cubicBezTo>
                <a:cubicBezTo>
                  <a:pt x="75989" y="122500"/>
                  <a:pt x="84191" y="131277"/>
                  <a:pt x="94523" y="136755"/>
                </a:cubicBezTo>
                <a:cubicBezTo>
                  <a:pt x="81131" y="140539"/>
                  <a:pt x="68790" y="147356"/>
                  <a:pt x="58454" y="156676"/>
                </a:cubicBezTo>
                <a:cubicBezTo>
                  <a:pt x="48118" y="165995"/>
                  <a:pt x="40066" y="177569"/>
                  <a:pt x="34921" y="190500"/>
                </a:cubicBezTo>
                <a:lnTo>
                  <a:pt x="14288" y="190500"/>
                </a:lnTo>
                <a:cubicBezTo>
                  <a:pt x="13024" y="190500"/>
                  <a:pt x="11813" y="189998"/>
                  <a:pt x="10920" y="189106"/>
                </a:cubicBezTo>
                <a:cubicBezTo>
                  <a:pt x="10027" y="188212"/>
                  <a:pt x="9525" y="187001"/>
                  <a:pt x="9525" y="185738"/>
                </a:cubicBez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223838" y="9525"/>
                </a:lnTo>
                <a:cubicBezTo>
                  <a:pt x="225101" y="9525"/>
                  <a:pt x="226312" y="10027"/>
                  <a:pt x="227206" y="10920"/>
                </a:cubicBezTo>
                <a:cubicBezTo>
                  <a:pt x="228098" y="11813"/>
                  <a:pt x="228600" y="13024"/>
                  <a:pt x="228600" y="14288"/>
                </a:cubicBezTo>
                <a:lnTo>
                  <a:pt x="228600" y="185738"/>
                </a:lnTo>
                <a:close/>
                <a:moveTo>
                  <a:pt x="119063" y="133350"/>
                </a:moveTo>
                <a:cubicBezTo>
                  <a:pt x="110585" y="133350"/>
                  <a:pt x="102299" y="130836"/>
                  <a:pt x="95249" y="126126"/>
                </a:cubicBezTo>
                <a:cubicBezTo>
                  <a:pt x="88201" y="121416"/>
                  <a:pt x="82707" y="114722"/>
                  <a:pt x="79462" y="106890"/>
                </a:cubicBezTo>
                <a:cubicBezTo>
                  <a:pt x="76218" y="99058"/>
                  <a:pt x="75369" y="90440"/>
                  <a:pt x="77024" y="82126"/>
                </a:cubicBezTo>
                <a:cubicBezTo>
                  <a:pt x="78677" y="73811"/>
                  <a:pt x="82760" y="66174"/>
                  <a:pt x="88754" y="60179"/>
                </a:cubicBezTo>
                <a:cubicBezTo>
                  <a:pt x="94749" y="54185"/>
                  <a:pt x="102386" y="50102"/>
                  <a:pt x="110701" y="48449"/>
                </a:cubicBezTo>
                <a:cubicBezTo>
                  <a:pt x="119015" y="46794"/>
                  <a:pt x="127633" y="47643"/>
                  <a:pt x="135466" y="50887"/>
                </a:cubicBezTo>
                <a:cubicBezTo>
                  <a:pt x="143297" y="54132"/>
                  <a:pt x="149991" y="59626"/>
                  <a:pt x="154701" y="66674"/>
                </a:cubicBezTo>
                <a:cubicBezTo>
                  <a:pt x="159411" y="73724"/>
                  <a:pt x="161925" y="82010"/>
                  <a:pt x="161925" y="90488"/>
                </a:cubicBezTo>
                <a:cubicBezTo>
                  <a:pt x="161925" y="101856"/>
                  <a:pt x="157409" y="112758"/>
                  <a:pt x="149371" y="120796"/>
                </a:cubicBezTo>
                <a:cubicBezTo>
                  <a:pt x="141333" y="128834"/>
                  <a:pt x="130431" y="133350"/>
                  <a:pt x="119063" y="13335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Graphic 47">
            <a:extLst>
              <a:ext uri="{FF2B5EF4-FFF2-40B4-BE49-F238E27FC236}">
                <a16:creationId xmlns:a16="http://schemas.microsoft.com/office/drawing/2014/main" id="{2E2EC10F-E7C2-A465-1F49-EC8FBF451ACF}"/>
              </a:ext>
            </a:extLst>
          </p:cNvPr>
          <p:cNvSpPr/>
          <p:nvPr/>
        </p:nvSpPr>
        <p:spPr>
          <a:xfrm>
            <a:off x="2217222" y="2321089"/>
            <a:ext cx="292460" cy="245664"/>
          </a:xfrm>
          <a:custGeom>
            <a:avLst/>
            <a:gdLst>
              <a:gd name="csX0" fmla="*/ 223838 w 238125"/>
              <a:gd name="csY0" fmla="*/ 0 h 200025"/>
              <a:gd name="csX1" fmla="*/ 14288 w 238125"/>
              <a:gd name="csY1" fmla="*/ 0 h 200025"/>
              <a:gd name="csX2" fmla="*/ 4185 w 238125"/>
              <a:gd name="csY2" fmla="*/ 4185 h 200025"/>
              <a:gd name="csX3" fmla="*/ 0 w 238125"/>
              <a:gd name="csY3" fmla="*/ 14288 h 200025"/>
              <a:gd name="csX4" fmla="*/ 0 w 238125"/>
              <a:gd name="csY4" fmla="*/ 185738 h 200025"/>
              <a:gd name="csX5" fmla="*/ 4185 w 238125"/>
              <a:gd name="csY5" fmla="*/ 195841 h 200025"/>
              <a:gd name="csX6" fmla="*/ 14288 w 238125"/>
              <a:gd name="csY6" fmla="*/ 200025 h 200025"/>
              <a:gd name="csX7" fmla="*/ 223838 w 238125"/>
              <a:gd name="csY7" fmla="*/ 200025 h 200025"/>
              <a:gd name="csX8" fmla="*/ 233941 w 238125"/>
              <a:gd name="csY8" fmla="*/ 195841 h 200025"/>
              <a:gd name="csX9" fmla="*/ 238125 w 238125"/>
              <a:gd name="csY9" fmla="*/ 185738 h 200025"/>
              <a:gd name="csX10" fmla="*/ 238125 w 238125"/>
              <a:gd name="csY10" fmla="*/ 14288 h 200025"/>
              <a:gd name="csX11" fmla="*/ 233941 w 238125"/>
              <a:gd name="csY11" fmla="*/ 4185 h 200025"/>
              <a:gd name="csX12" fmla="*/ 223838 w 238125"/>
              <a:gd name="csY12" fmla="*/ 0 h 200025"/>
              <a:gd name="csX13" fmla="*/ 228600 w 238125"/>
              <a:gd name="csY13" fmla="*/ 14288 h 200025"/>
              <a:gd name="csX14" fmla="*/ 228600 w 238125"/>
              <a:gd name="csY14" fmla="*/ 95250 h 200025"/>
              <a:gd name="csX15" fmla="*/ 161925 w 238125"/>
              <a:gd name="csY15" fmla="*/ 95250 h 200025"/>
              <a:gd name="csX16" fmla="*/ 161925 w 238125"/>
              <a:gd name="csY16" fmla="*/ 9525 h 200025"/>
              <a:gd name="csX17" fmla="*/ 223838 w 238125"/>
              <a:gd name="csY17" fmla="*/ 9525 h 200025"/>
              <a:gd name="csX18" fmla="*/ 227206 w 238125"/>
              <a:gd name="csY18" fmla="*/ 10920 h 200025"/>
              <a:gd name="csX19" fmla="*/ 228600 w 238125"/>
              <a:gd name="csY19" fmla="*/ 14288 h 200025"/>
              <a:gd name="csX20" fmla="*/ 9525 w 238125"/>
              <a:gd name="csY20" fmla="*/ 185738 h 200025"/>
              <a:gd name="csX21" fmla="*/ 9525 w 238125"/>
              <a:gd name="csY21" fmla="*/ 14288 h 200025"/>
              <a:gd name="csX22" fmla="*/ 10920 w 238125"/>
              <a:gd name="csY22" fmla="*/ 10920 h 200025"/>
              <a:gd name="csX23" fmla="*/ 14288 w 238125"/>
              <a:gd name="csY23" fmla="*/ 9525 h 200025"/>
              <a:gd name="csX24" fmla="*/ 152400 w 238125"/>
              <a:gd name="csY24" fmla="*/ 9525 h 200025"/>
              <a:gd name="csX25" fmla="*/ 152400 w 238125"/>
              <a:gd name="csY25" fmla="*/ 190500 h 200025"/>
              <a:gd name="csX26" fmla="*/ 14288 w 238125"/>
              <a:gd name="csY26" fmla="*/ 190500 h 200025"/>
              <a:gd name="csX27" fmla="*/ 10920 w 238125"/>
              <a:gd name="csY27" fmla="*/ 189106 h 200025"/>
              <a:gd name="csX28" fmla="*/ 9525 w 238125"/>
              <a:gd name="csY28" fmla="*/ 185738 h 200025"/>
              <a:gd name="csX29" fmla="*/ 223838 w 238125"/>
              <a:gd name="csY29" fmla="*/ 190500 h 200025"/>
              <a:gd name="csX30" fmla="*/ 161925 w 238125"/>
              <a:gd name="csY30" fmla="*/ 190500 h 200025"/>
              <a:gd name="csX31" fmla="*/ 161925 w 238125"/>
              <a:gd name="csY31" fmla="*/ 104775 h 200025"/>
              <a:gd name="csX32" fmla="*/ 228600 w 238125"/>
              <a:gd name="csY32" fmla="*/ 104775 h 200025"/>
              <a:gd name="csX33" fmla="*/ 228600 w 238125"/>
              <a:gd name="csY33" fmla="*/ 185738 h 200025"/>
              <a:gd name="csX34" fmla="*/ 227206 w 238125"/>
              <a:gd name="csY34" fmla="*/ 189106 h 200025"/>
              <a:gd name="csX35" fmla="*/ 223838 w 238125"/>
              <a:gd name="csY35" fmla="*/ 190500 h 200025"/>
              <a:gd name="csX36" fmla="*/ 185738 w 238125"/>
              <a:gd name="csY36" fmla="*/ 52388 h 200025"/>
              <a:gd name="csX37" fmla="*/ 187342 w 238125"/>
              <a:gd name="csY37" fmla="*/ 47095 h 200025"/>
              <a:gd name="csX38" fmla="*/ 191617 w 238125"/>
              <a:gd name="csY38" fmla="*/ 43587 h 200025"/>
              <a:gd name="csX39" fmla="*/ 197121 w 238125"/>
              <a:gd name="csY39" fmla="*/ 43045 h 200025"/>
              <a:gd name="csX40" fmla="*/ 201998 w 238125"/>
              <a:gd name="csY40" fmla="*/ 45652 h 200025"/>
              <a:gd name="csX41" fmla="*/ 204605 w 238125"/>
              <a:gd name="csY41" fmla="*/ 50529 h 200025"/>
              <a:gd name="csX42" fmla="*/ 204063 w 238125"/>
              <a:gd name="csY42" fmla="*/ 56033 h 200025"/>
              <a:gd name="csX43" fmla="*/ 200555 w 238125"/>
              <a:gd name="csY43" fmla="*/ 60308 h 200025"/>
              <a:gd name="csX44" fmla="*/ 195263 w 238125"/>
              <a:gd name="csY44" fmla="*/ 61913 h 200025"/>
              <a:gd name="csX45" fmla="*/ 188527 w 238125"/>
              <a:gd name="csY45" fmla="*/ 59123 h 200025"/>
              <a:gd name="csX46" fmla="*/ 185738 w 238125"/>
              <a:gd name="csY46" fmla="*/ 52388 h 200025"/>
              <a:gd name="csX47" fmla="*/ 204788 w 238125"/>
              <a:gd name="csY47" fmla="*/ 147638 h 200025"/>
              <a:gd name="csX48" fmla="*/ 203183 w 238125"/>
              <a:gd name="csY48" fmla="*/ 152930 h 200025"/>
              <a:gd name="csX49" fmla="*/ 198908 w 238125"/>
              <a:gd name="csY49" fmla="*/ 156438 h 200025"/>
              <a:gd name="csX50" fmla="*/ 193404 w 238125"/>
              <a:gd name="csY50" fmla="*/ 156980 h 200025"/>
              <a:gd name="csX51" fmla="*/ 188527 w 238125"/>
              <a:gd name="csY51" fmla="*/ 154373 h 200025"/>
              <a:gd name="csX52" fmla="*/ 185920 w 238125"/>
              <a:gd name="csY52" fmla="*/ 149496 h 200025"/>
              <a:gd name="csX53" fmla="*/ 186462 w 238125"/>
              <a:gd name="csY53" fmla="*/ 143992 h 200025"/>
              <a:gd name="csX54" fmla="*/ 189970 w 238125"/>
              <a:gd name="csY54" fmla="*/ 139717 h 200025"/>
              <a:gd name="csX55" fmla="*/ 195263 w 238125"/>
              <a:gd name="csY55" fmla="*/ 138113 h 200025"/>
              <a:gd name="csX56" fmla="*/ 201998 w 238125"/>
              <a:gd name="csY56" fmla="*/ 140902 h 200025"/>
              <a:gd name="csX57" fmla="*/ 204788 w 238125"/>
              <a:gd name="csY57" fmla="*/ 147638 h 200025"/>
              <a:gd name="csX58" fmla="*/ 123670 w 238125"/>
              <a:gd name="csY58" fmla="*/ 146447 h 200025"/>
              <a:gd name="csX59" fmla="*/ 114708 w 238125"/>
              <a:gd name="csY59" fmla="*/ 129594 h 200025"/>
              <a:gd name="csX60" fmla="*/ 99346 w 238125"/>
              <a:gd name="csY60" fmla="*/ 118265 h 200025"/>
              <a:gd name="csX61" fmla="*/ 112309 w 238125"/>
              <a:gd name="csY61" fmla="*/ 101802 h 200025"/>
              <a:gd name="csX62" fmla="*/ 112888 w 238125"/>
              <a:gd name="csY62" fmla="*/ 80856 h 200025"/>
              <a:gd name="csX63" fmla="*/ 100855 w 238125"/>
              <a:gd name="csY63" fmla="*/ 63701 h 200025"/>
              <a:gd name="csX64" fmla="*/ 80963 w 238125"/>
              <a:gd name="csY64" fmla="*/ 57117 h 200025"/>
              <a:gd name="csX65" fmla="*/ 61070 w 238125"/>
              <a:gd name="csY65" fmla="*/ 63701 h 200025"/>
              <a:gd name="csX66" fmla="*/ 49037 w 238125"/>
              <a:gd name="csY66" fmla="*/ 80856 h 200025"/>
              <a:gd name="csX67" fmla="*/ 49616 w 238125"/>
              <a:gd name="csY67" fmla="*/ 101802 h 200025"/>
              <a:gd name="csX68" fmla="*/ 62579 w 238125"/>
              <a:gd name="csY68" fmla="*/ 118265 h 200025"/>
              <a:gd name="csX69" fmla="*/ 47225 w 238125"/>
              <a:gd name="csY69" fmla="*/ 129601 h 200025"/>
              <a:gd name="csX70" fmla="*/ 38255 w 238125"/>
              <a:gd name="csY70" fmla="*/ 146447 h 200025"/>
              <a:gd name="csX71" fmla="*/ 38764 w 238125"/>
              <a:gd name="csY71" fmla="*/ 150053 h 200025"/>
              <a:gd name="csX72" fmla="*/ 41672 w 238125"/>
              <a:gd name="csY72" fmla="*/ 152245 h 200025"/>
              <a:gd name="csX73" fmla="*/ 42863 w 238125"/>
              <a:gd name="csY73" fmla="*/ 152400 h 200025"/>
              <a:gd name="csX74" fmla="*/ 45777 w 238125"/>
              <a:gd name="csY74" fmla="*/ 151402 h 200025"/>
              <a:gd name="csX75" fmla="*/ 47470 w 238125"/>
              <a:gd name="csY75" fmla="*/ 148828 h 200025"/>
              <a:gd name="csX76" fmla="*/ 80963 w 238125"/>
              <a:gd name="csY76" fmla="*/ 123825 h 200025"/>
              <a:gd name="csX77" fmla="*/ 114454 w 238125"/>
              <a:gd name="csY77" fmla="*/ 148828 h 200025"/>
              <a:gd name="csX78" fmla="*/ 115224 w 238125"/>
              <a:gd name="csY78" fmla="*/ 150568 h 200025"/>
              <a:gd name="csX79" fmla="*/ 116613 w 238125"/>
              <a:gd name="csY79" fmla="*/ 151869 h 200025"/>
              <a:gd name="csX80" fmla="*/ 118400 w 238125"/>
              <a:gd name="csY80" fmla="*/ 152522 h 200025"/>
              <a:gd name="csX81" fmla="*/ 120299 w 238125"/>
              <a:gd name="csY81" fmla="*/ 152424 h 200025"/>
              <a:gd name="csX82" fmla="*/ 122010 w 238125"/>
              <a:gd name="csY82" fmla="*/ 151589 h 200025"/>
              <a:gd name="csX83" fmla="*/ 123256 w 238125"/>
              <a:gd name="csY83" fmla="*/ 150152 h 200025"/>
              <a:gd name="csX84" fmla="*/ 123841 w 238125"/>
              <a:gd name="csY84" fmla="*/ 148341 h 200025"/>
              <a:gd name="csX85" fmla="*/ 123670 w 238125"/>
              <a:gd name="csY85" fmla="*/ 146447 h 200025"/>
              <a:gd name="csX86" fmla="*/ 57150 w 238125"/>
              <a:gd name="csY86" fmla="*/ 90488 h 200025"/>
              <a:gd name="csX87" fmla="*/ 61163 w 238125"/>
              <a:gd name="csY87" fmla="*/ 77258 h 200025"/>
              <a:gd name="csX88" fmla="*/ 71850 w 238125"/>
              <a:gd name="csY88" fmla="*/ 68488 h 200025"/>
              <a:gd name="csX89" fmla="*/ 85608 w 238125"/>
              <a:gd name="csY89" fmla="*/ 67132 h 200025"/>
              <a:gd name="csX90" fmla="*/ 97801 w 238125"/>
              <a:gd name="csY90" fmla="*/ 73649 h 200025"/>
              <a:gd name="csX91" fmla="*/ 104318 w 238125"/>
              <a:gd name="csY91" fmla="*/ 85842 h 200025"/>
              <a:gd name="csX92" fmla="*/ 102962 w 238125"/>
              <a:gd name="csY92" fmla="*/ 99600 h 200025"/>
              <a:gd name="csX93" fmla="*/ 94192 w 238125"/>
              <a:gd name="csY93" fmla="*/ 110287 h 200025"/>
              <a:gd name="csX94" fmla="*/ 80963 w 238125"/>
              <a:gd name="csY94" fmla="*/ 114300 h 200025"/>
              <a:gd name="csX95" fmla="*/ 64124 w 238125"/>
              <a:gd name="csY95" fmla="*/ 107326 h 200025"/>
              <a:gd name="csX96" fmla="*/ 57150 w 238125"/>
              <a:gd name="csY96" fmla="*/ 90488 h 20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</a:cxnLst>
            <a:rect l="l" t="t" r="r" b="b"/>
            <a:pathLst>
              <a:path w="238125" h="200025">
                <a:moveTo>
                  <a:pt x="22383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85738"/>
                </a:lnTo>
                <a:cubicBezTo>
                  <a:pt x="0" y="189527"/>
                  <a:pt x="1505" y="193161"/>
                  <a:pt x="4185" y="195841"/>
                </a:cubicBezTo>
                <a:cubicBezTo>
                  <a:pt x="6864" y="198520"/>
                  <a:pt x="10498" y="200025"/>
                  <a:pt x="14288" y="200025"/>
                </a:cubicBezTo>
                <a:lnTo>
                  <a:pt x="223838" y="200025"/>
                </a:lnTo>
                <a:cubicBezTo>
                  <a:pt x="227627" y="200025"/>
                  <a:pt x="231261" y="198520"/>
                  <a:pt x="233941" y="195841"/>
                </a:cubicBezTo>
                <a:cubicBezTo>
                  <a:pt x="236620" y="193161"/>
                  <a:pt x="238125" y="189527"/>
                  <a:pt x="238125" y="185738"/>
                </a:cubicBezTo>
                <a:lnTo>
                  <a:pt x="238125" y="14288"/>
                </a:lnTo>
                <a:cubicBezTo>
                  <a:pt x="238125" y="10498"/>
                  <a:pt x="236620" y="6864"/>
                  <a:pt x="233941" y="4185"/>
                </a:cubicBezTo>
                <a:cubicBezTo>
                  <a:pt x="231261" y="1505"/>
                  <a:pt x="227627" y="0"/>
                  <a:pt x="223838" y="0"/>
                </a:cubicBezTo>
                <a:close/>
                <a:moveTo>
                  <a:pt x="228600" y="14288"/>
                </a:moveTo>
                <a:lnTo>
                  <a:pt x="228600" y="95250"/>
                </a:lnTo>
                <a:lnTo>
                  <a:pt x="161925" y="95250"/>
                </a:lnTo>
                <a:lnTo>
                  <a:pt x="161925" y="9525"/>
                </a:lnTo>
                <a:lnTo>
                  <a:pt x="223838" y="9525"/>
                </a:lnTo>
                <a:cubicBezTo>
                  <a:pt x="225101" y="9525"/>
                  <a:pt x="226312" y="10027"/>
                  <a:pt x="227206" y="10920"/>
                </a:cubicBezTo>
                <a:cubicBezTo>
                  <a:pt x="228098" y="11813"/>
                  <a:pt x="228600" y="13024"/>
                  <a:pt x="228600" y="14288"/>
                </a:cubicBezTo>
                <a:close/>
                <a:moveTo>
                  <a:pt x="9525" y="185738"/>
                </a:move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152400" y="9525"/>
                </a:lnTo>
                <a:lnTo>
                  <a:pt x="152400" y="190500"/>
                </a:lnTo>
                <a:lnTo>
                  <a:pt x="14288" y="190500"/>
                </a:lnTo>
                <a:cubicBezTo>
                  <a:pt x="13024" y="190500"/>
                  <a:pt x="11813" y="189998"/>
                  <a:pt x="10920" y="189106"/>
                </a:cubicBezTo>
                <a:cubicBezTo>
                  <a:pt x="10027" y="188212"/>
                  <a:pt x="9525" y="187001"/>
                  <a:pt x="9525" y="185738"/>
                </a:cubicBezTo>
                <a:close/>
                <a:moveTo>
                  <a:pt x="223838" y="190500"/>
                </a:moveTo>
                <a:lnTo>
                  <a:pt x="161925" y="190500"/>
                </a:lnTo>
                <a:lnTo>
                  <a:pt x="161925" y="104775"/>
                </a:lnTo>
                <a:lnTo>
                  <a:pt x="228600" y="104775"/>
                </a:lnTo>
                <a:lnTo>
                  <a:pt x="228600" y="185738"/>
                </a:lnTo>
                <a:cubicBezTo>
                  <a:pt x="228600" y="187001"/>
                  <a:pt x="228098" y="188212"/>
                  <a:pt x="227206" y="189106"/>
                </a:cubicBezTo>
                <a:cubicBezTo>
                  <a:pt x="226312" y="189998"/>
                  <a:pt x="225101" y="190500"/>
                  <a:pt x="223838" y="190500"/>
                </a:cubicBezTo>
                <a:close/>
                <a:moveTo>
                  <a:pt x="185738" y="52388"/>
                </a:moveTo>
                <a:cubicBezTo>
                  <a:pt x="185738" y="50503"/>
                  <a:pt x="186296" y="48662"/>
                  <a:pt x="187342" y="47095"/>
                </a:cubicBezTo>
                <a:cubicBezTo>
                  <a:pt x="188389" y="45529"/>
                  <a:pt x="189877" y="44308"/>
                  <a:pt x="191617" y="43587"/>
                </a:cubicBezTo>
                <a:cubicBezTo>
                  <a:pt x="193358" y="42866"/>
                  <a:pt x="195273" y="42678"/>
                  <a:pt x="197121" y="43045"/>
                </a:cubicBezTo>
                <a:cubicBezTo>
                  <a:pt x="198969" y="43413"/>
                  <a:pt x="200666" y="44320"/>
                  <a:pt x="201998" y="45652"/>
                </a:cubicBezTo>
                <a:cubicBezTo>
                  <a:pt x="203330" y="46984"/>
                  <a:pt x="204237" y="48681"/>
                  <a:pt x="204605" y="50529"/>
                </a:cubicBezTo>
                <a:cubicBezTo>
                  <a:pt x="204972" y="52377"/>
                  <a:pt x="204784" y="54293"/>
                  <a:pt x="204063" y="56033"/>
                </a:cubicBezTo>
                <a:cubicBezTo>
                  <a:pt x="203342" y="57773"/>
                  <a:pt x="202121" y="59261"/>
                  <a:pt x="200555" y="60308"/>
                </a:cubicBezTo>
                <a:cubicBezTo>
                  <a:pt x="198988" y="61354"/>
                  <a:pt x="197147" y="61913"/>
                  <a:pt x="195263" y="61913"/>
                </a:cubicBezTo>
                <a:cubicBezTo>
                  <a:pt x="192736" y="61913"/>
                  <a:pt x="190313" y="60909"/>
                  <a:pt x="188527" y="59123"/>
                </a:cubicBezTo>
                <a:cubicBezTo>
                  <a:pt x="186741" y="57337"/>
                  <a:pt x="185738" y="54914"/>
                  <a:pt x="185738" y="52388"/>
                </a:cubicBezTo>
                <a:close/>
                <a:moveTo>
                  <a:pt x="204788" y="147638"/>
                </a:moveTo>
                <a:cubicBezTo>
                  <a:pt x="204788" y="149522"/>
                  <a:pt x="204229" y="151363"/>
                  <a:pt x="203183" y="152930"/>
                </a:cubicBezTo>
                <a:cubicBezTo>
                  <a:pt x="202136" y="154496"/>
                  <a:pt x="200648" y="155717"/>
                  <a:pt x="198908" y="156438"/>
                </a:cubicBezTo>
                <a:cubicBezTo>
                  <a:pt x="197168" y="157159"/>
                  <a:pt x="195252" y="157347"/>
                  <a:pt x="193404" y="156980"/>
                </a:cubicBezTo>
                <a:cubicBezTo>
                  <a:pt x="191556" y="156612"/>
                  <a:pt x="189859" y="155705"/>
                  <a:pt x="188527" y="154373"/>
                </a:cubicBezTo>
                <a:cubicBezTo>
                  <a:pt x="187195" y="153041"/>
                  <a:pt x="186288" y="151344"/>
                  <a:pt x="185920" y="149496"/>
                </a:cubicBezTo>
                <a:cubicBezTo>
                  <a:pt x="185553" y="147648"/>
                  <a:pt x="185741" y="145733"/>
                  <a:pt x="186462" y="143992"/>
                </a:cubicBezTo>
                <a:cubicBezTo>
                  <a:pt x="187183" y="142252"/>
                  <a:pt x="188405" y="140764"/>
                  <a:pt x="189970" y="139717"/>
                </a:cubicBezTo>
                <a:cubicBezTo>
                  <a:pt x="191537" y="138671"/>
                  <a:pt x="193378" y="138113"/>
                  <a:pt x="195263" y="138113"/>
                </a:cubicBezTo>
                <a:cubicBezTo>
                  <a:pt x="197789" y="138113"/>
                  <a:pt x="200212" y="139116"/>
                  <a:pt x="201998" y="140902"/>
                </a:cubicBezTo>
                <a:cubicBezTo>
                  <a:pt x="203784" y="142688"/>
                  <a:pt x="204788" y="145111"/>
                  <a:pt x="204788" y="147638"/>
                </a:cubicBezTo>
                <a:close/>
                <a:moveTo>
                  <a:pt x="123670" y="146447"/>
                </a:moveTo>
                <a:cubicBezTo>
                  <a:pt x="121980" y="140230"/>
                  <a:pt x="118917" y="134471"/>
                  <a:pt x="114708" y="129594"/>
                </a:cubicBezTo>
                <a:cubicBezTo>
                  <a:pt x="110499" y="124718"/>
                  <a:pt x="105248" y="120846"/>
                  <a:pt x="99346" y="118265"/>
                </a:cubicBezTo>
                <a:cubicBezTo>
                  <a:pt x="105324" y="114313"/>
                  <a:pt x="109870" y="108540"/>
                  <a:pt x="112309" y="101802"/>
                </a:cubicBezTo>
                <a:cubicBezTo>
                  <a:pt x="114749" y="95063"/>
                  <a:pt x="114952" y="87719"/>
                  <a:pt x="112888" y="80856"/>
                </a:cubicBezTo>
                <a:cubicBezTo>
                  <a:pt x="110825" y="73993"/>
                  <a:pt x="106606" y="67978"/>
                  <a:pt x="100855" y="63701"/>
                </a:cubicBezTo>
                <a:cubicBezTo>
                  <a:pt x="95104" y="59426"/>
                  <a:pt x="88129" y="57117"/>
                  <a:pt x="80963" y="57117"/>
                </a:cubicBezTo>
                <a:cubicBezTo>
                  <a:pt x="73796" y="57117"/>
                  <a:pt x="66821" y="59426"/>
                  <a:pt x="61070" y="63701"/>
                </a:cubicBezTo>
                <a:cubicBezTo>
                  <a:pt x="55319" y="67978"/>
                  <a:pt x="51100" y="73993"/>
                  <a:pt x="49037" y="80856"/>
                </a:cubicBezTo>
                <a:cubicBezTo>
                  <a:pt x="46973" y="87719"/>
                  <a:pt x="47176" y="95063"/>
                  <a:pt x="49616" y="101802"/>
                </a:cubicBezTo>
                <a:cubicBezTo>
                  <a:pt x="52055" y="108540"/>
                  <a:pt x="56601" y="114313"/>
                  <a:pt x="62579" y="118265"/>
                </a:cubicBezTo>
                <a:cubicBezTo>
                  <a:pt x="56680" y="120851"/>
                  <a:pt x="51434" y="124725"/>
                  <a:pt x="47225" y="129601"/>
                </a:cubicBezTo>
                <a:cubicBezTo>
                  <a:pt x="43016" y="134477"/>
                  <a:pt x="39951" y="140233"/>
                  <a:pt x="38255" y="146447"/>
                </a:cubicBezTo>
                <a:cubicBezTo>
                  <a:pt x="37940" y="147669"/>
                  <a:pt x="38123" y="148966"/>
                  <a:pt x="38764" y="150053"/>
                </a:cubicBezTo>
                <a:cubicBezTo>
                  <a:pt x="39404" y="151140"/>
                  <a:pt x="40450" y="151929"/>
                  <a:pt x="41672" y="152245"/>
                </a:cubicBezTo>
                <a:cubicBezTo>
                  <a:pt x="42060" y="152349"/>
                  <a:pt x="42461" y="152401"/>
                  <a:pt x="42863" y="152400"/>
                </a:cubicBezTo>
                <a:cubicBezTo>
                  <a:pt x="43918" y="152399"/>
                  <a:pt x="44943" y="152048"/>
                  <a:pt x="45777" y="151402"/>
                </a:cubicBezTo>
                <a:cubicBezTo>
                  <a:pt x="46611" y="150755"/>
                  <a:pt x="47206" y="149850"/>
                  <a:pt x="47470" y="148828"/>
                </a:cubicBezTo>
                <a:cubicBezTo>
                  <a:pt x="51197" y="134541"/>
                  <a:pt x="65543" y="123825"/>
                  <a:pt x="80963" y="123825"/>
                </a:cubicBezTo>
                <a:cubicBezTo>
                  <a:pt x="96381" y="123825"/>
                  <a:pt x="110800" y="134541"/>
                  <a:pt x="114454" y="148828"/>
                </a:cubicBezTo>
                <a:cubicBezTo>
                  <a:pt x="114591" y="149454"/>
                  <a:pt x="114852" y="150046"/>
                  <a:pt x="115224" y="150568"/>
                </a:cubicBezTo>
                <a:cubicBezTo>
                  <a:pt x="115594" y="151091"/>
                  <a:pt x="116067" y="151533"/>
                  <a:pt x="116613" y="151869"/>
                </a:cubicBezTo>
                <a:cubicBezTo>
                  <a:pt x="117158" y="152205"/>
                  <a:pt x="117766" y="152427"/>
                  <a:pt x="118400" y="152522"/>
                </a:cubicBezTo>
                <a:cubicBezTo>
                  <a:pt x="119033" y="152617"/>
                  <a:pt x="119679" y="152584"/>
                  <a:pt x="120299" y="152424"/>
                </a:cubicBezTo>
                <a:cubicBezTo>
                  <a:pt x="120920" y="152264"/>
                  <a:pt x="121501" y="151980"/>
                  <a:pt x="122010" y="151589"/>
                </a:cubicBezTo>
                <a:cubicBezTo>
                  <a:pt x="122517" y="151199"/>
                  <a:pt x="122941" y="150710"/>
                  <a:pt x="123256" y="150152"/>
                </a:cubicBezTo>
                <a:cubicBezTo>
                  <a:pt x="123571" y="149594"/>
                  <a:pt x="123770" y="148979"/>
                  <a:pt x="123841" y="148341"/>
                </a:cubicBezTo>
                <a:cubicBezTo>
                  <a:pt x="123912" y="147705"/>
                  <a:pt x="123854" y="147060"/>
                  <a:pt x="123670" y="146447"/>
                </a:cubicBezTo>
                <a:close/>
                <a:moveTo>
                  <a:pt x="57150" y="90488"/>
                </a:moveTo>
                <a:cubicBezTo>
                  <a:pt x="57150" y="85777"/>
                  <a:pt x="58547" y="81174"/>
                  <a:pt x="61163" y="77258"/>
                </a:cubicBezTo>
                <a:cubicBezTo>
                  <a:pt x="63779" y="73343"/>
                  <a:pt x="67499" y="70290"/>
                  <a:pt x="71850" y="68488"/>
                </a:cubicBezTo>
                <a:cubicBezTo>
                  <a:pt x="76201" y="66685"/>
                  <a:pt x="80989" y="66214"/>
                  <a:pt x="85608" y="67132"/>
                </a:cubicBezTo>
                <a:cubicBezTo>
                  <a:pt x="90227" y="68051"/>
                  <a:pt x="94470" y="70319"/>
                  <a:pt x="97801" y="73649"/>
                </a:cubicBezTo>
                <a:cubicBezTo>
                  <a:pt x="101131" y="76980"/>
                  <a:pt x="103399" y="81223"/>
                  <a:pt x="104318" y="85842"/>
                </a:cubicBezTo>
                <a:cubicBezTo>
                  <a:pt x="105236" y="90461"/>
                  <a:pt x="104765" y="95249"/>
                  <a:pt x="102962" y="99600"/>
                </a:cubicBezTo>
                <a:cubicBezTo>
                  <a:pt x="101160" y="103951"/>
                  <a:pt x="98108" y="107671"/>
                  <a:pt x="94192" y="110287"/>
                </a:cubicBezTo>
                <a:cubicBezTo>
                  <a:pt x="90276" y="112904"/>
                  <a:pt x="85673" y="114300"/>
                  <a:pt x="80963" y="114300"/>
                </a:cubicBezTo>
                <a:cubicBezTo>
                  <a:pt x="74647" y="114300"/>
                  <a:pt x="68590" y="111791"/>
                  <a:pt x="64124" y="107326"/>
                </a:cubicBezTo>
                <a:cubicBezTo>
                  <a:pt x="59659" y="102860"/>
                  <a:pt x="57150" y="96803"/>
                  <a:pt x="57150" y="9048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AD6C-BC11-438C-EC5E-C2C74510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BAFF0FD-5964-D5BE-37B2-932B75A60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55" y="1158558"/>
            <a:ext cx="6858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F7E9AA1-2078-9C86-2736-F5F8AC07E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-1398493"/>
            <a:ext cx="10943071" cy="5685316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152FA9-FCEB-101F-8102-A1F5246F8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-1398493"/>
            <a:ext cx="10317948" cy="5685316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B09EE83-413F-CACB-7CC7-078B314A5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4587740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1533BA-90FA-56D4-5869-8D07C15421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4587740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1123E-8F71-339A-2522-7A16E4F9B114}"/>
              </a:ext>
            </a:extLst>
          </p:cNvPr>
          <p:cNvSpPr txBox="1"/>
          <p:nvPr/>
        </p:nvSpPr>
        <p:spPr>
          <a:xfrm>
            <a:off x="5890938" y="1791091"/>
            <a:ext cx="66053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0" spc="-300" dirty="0">
                <a:solidFill>
                  <a:schemeClr val="bg1">
                    <a:alpha val="3000"/>
                  </a:schemeClr>
                </a:solidFill>
                <a:effectLst/>
                <a:latin typeface="Space Grotesk Light" pitchFamily="2" charset="77"/>
                <a:ea typeface="Helvetica Neue Light" panose="02000403000000020004" pitchFamily="2" charset="0"/>
                <a:cs typeface="Space Grotesk Light" pitchFamily="2" charset="77"/>
              </a:rPr>
              <a:t>02</a:t>
            </a:r>
            <a:endParaRPr lang="en-US" sz="36000" spc="-300" dirty="0">
              <a:solidFill>
                <a:schemeClr val="bg1">
                  <a:alpha val="3000"/>
                </a:schemeClr>
              </a:solidFill>
              <a:latin typeface="Space Grotesk Light" pitchFamily="2" charset="77"/>
              <a:ea typeface="Helvetica Neue Light" panose="02000403000000020004" pitchFamily="2" charset="0"/>
              <a:cs typeface="Space Grotesk Ligh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74F33D-6C8A-25A5-BED5-EE347BED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314766" cy="1810222"/>
          </a:xfrm>
        </p:spPr>
        <p:txBody>
          <a:bodyPr>
            <a:normAutofit/>
          </a:bodyPr>
          <a:lstStyle/>
          <a:p>
            <a:r>
              <a:rPr lang="en-ID" dirty="0"/>
              <a:t>Now every meeting</a:t>
            </a:r>
            <a:br>
              <a:rPr lang="en-ID" dirty="0"/>
            </a:br>
            <a:r>
              <a:rPr lang="en-ID" dirty="0"/>
              <a:t>has an outcome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D30DAA-EBCD-4B32-1FA5-7FC916B065B7}"/>
              </a:ext>
            </a:extLst>
          </p:cNvPr>
          <p:cNvSpPr/>
          <p:nvPr/>
        </p:nvSpPr>
        <p:spPr>
          <a:xfrm>
            <a:off x="8570427" y="3861463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42CDE2-8FBA-D39E-B944-2842F3B4F638}"/>
              </a:ext>
            </a:extLst>
          </p:cNvPr>
          <p:cNvGrpSpPr/>
          <p:nvPr/>
        </p:nvGrpSpPr>
        <p:grpSpPr>
          <a:xfrm>
            <a:off x="8925308" y="4216343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056C862-75F5-6154-8481-5D3B6BC770FE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9EFE022-981A-A070-1CFC-7457910E69B9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FF0661A-0C69-67C3-A0C6-8EEA23C625AA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1D4D3AA-5FEB-53FE-4F35-224FC80CBC19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F30A7B-99C8-58B4-97AE-548A3CF20044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BAFBB83-5A76-1535-BA5F-C0CD4DDDF794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9424B7-1DEF-CE43-57F7-249776E28A70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7E58692-4303-75D3-B966-69F8BE34A933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5AD55CF-D0E0-E5E7-1753-73066BF4F972}"/>
              </a:ext>
            </a:extLst>
          </p:cNvPr>
          <p:cNvSpPr/>
          <p:nvPr/>
        </p:nvSpPr>
        <p:spPr>
          <a:xfrm>
            <a:off x="628195" y="620713"/>
            <a:ext cx="1243975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3A0FC0-DE81-B2E8-C73E-D5C1720DD84D}"/>
              </a:ext>
            </a:extLst>
          </p:cNvPr>
          <p:cNvSpPr txBox="1"/>
          <p:nvPr/>
        </p:nvSpPr>
        <p:spPr>
          <a:xfrm>
            <a:off x="684432" y="645757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Solution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74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E9668-14F2-4379-B389-F8B6E2E618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94" y="655172"/>
            <a:ext cx="10944224" cy="10944224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73A6457-6DB7-221A-A4E9-669F4F9B0F92}"/>
              </a:ext>
            </a:extLst>
          </p:cNvPr>
          <p:cNvCxnSpPr>
            <a:cxnSpLocks/>
          </p:cNvCxnSpPr>
          <p:nvPr/>
        </p:nvCxnSpPr>
        <p:spPr>
          <a:xfrm>
            <a:off x="930093" y="2259013"/>
            <a:ext cx="0" cy="3608868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50000">
                  <a:srgbClr val="FFFFFF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625DED-9486-CF5C-6A24-D845310D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90" y="1020716"/>
            <a:ext cx="4235494" cy="1238197"/>
          </a:xfrm>
        </p:spPr>
        <p:txBody>
          <a:bodyPr>
            <a:normAutofit/>
          </a:bodyPr>
          <a:lstStyle/>
          <a:p>
            <a:r>
              <a:rPr lang="en-ID" dirty="0"/>
              <a:t>Meet your AI</a:t>
            </a:r>
            <a:br>
              <a:rPr lang="en-ID" dirty="0"/>
            </a:br>
            <a:r>
              <a:rPr lang="en-ID" dirty="0"/>
              <a:t>meeting co-pilot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272EC-F7B3-4891-B237-6F979666B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631016"/>
            <a:ext cx="4230578" cy="336724"/>
          </a:xfrm>
        </p:spPr>
        <p:txBody>
          <a:bodyPr/>
          <a:lstStyle/>
          <a:p>
            <a:r>
              <a:rPr lang="en-ID" dirty="0"/>
              <a:t>Introducing </a:t>
            </a:r>
            <a:r>
              <a:rPr lang="en-ID" dirty="0" err="1"/>
              <a:t>ArcAI</a:t>
            </a:r>
            <a:endParaRPr lang="en-US" dirty="0"/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38BDCBE9-60A1-17A9-16C7-8FDEC80F420A}"/>
              </a:ext>
            </a:extLst>
          </p:cNvPr>
          <p:cNvSpPr/>
          <p:nvPr/>
        </p:nvSpPr>
        <p:spPr>
          <a:xfrm>
            <a:off x="5470208" y="1335088"/>
            <a:ext cx="6097905" cy="780068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DCFBD-2462-3730-5576-4CDBB4F5E480}"/>
              </a:ext>
            </a:extLst>
          </p:cNvPr>
          <p:cNvGrpSpPr/>
          <p:nvPr/>
        </p:nvGrpSpPr>
        <p:grpSpPr>
          <a:xfrm>
            <a:off x="5730483" y="1603551"/>
            <a:ext cx="243142" cy="2431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A360391-DAB6-DF20-E358-773CCABBABF4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6BD7975-F12C-2D41-28AE-F001F7538822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974CF82-7EFB-1737-BB31-DBFF6DE89A9D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B7B7826-51FE-4524-7843-19DD6CDCFFAE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0C6C604-88EA-D274-A33C-C683C11E3DD3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676D0E-E1E4-E51D-AEE6-581EFE055ACD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A3CE54A-ECE8-DE87-1CD2-57870A4C92E1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7D478D0-C17C-A2E9-A7FA-618A5CC50A4F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9FE76BC-EF16-EEAE-517D-D10511D29143}"/>
              </a:ext>
            </a:extLst>
          </p:cNvPr>
          <p:cNvSpPr txBox="1"/>
          <p:nvPr/>
        </p:nvSpPr>
        <p:spPr>
          <a:xfrm>
            <a:off x="6617680" y="1586623"/>
            <a:ext cx="380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Weekly Product Sync · 45 min · 6 attendees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FF519E-3FF7-E86C-38C2-7B6E6BDEB587}"/>
              </a:ext>
            </a:extLst>
          </p:cNvPr>
          <p:cNvSpPr/>
          <p:nvPr/>
        </p:nvSpPr>
        <p:spPr>
          <a:xfrm>
            <a:off x="623888" y="2750925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5746A-958A-564C-8EB5-9F092D91017B}"/>
              </a:ext>
            </a:extLst>
          </p:cNvPr>
          <p:cNvSpPr txBox="1"/>
          <p:nvPr/>
        </p:nvSpPr>
        <p:spPr>
          <a:xfrm>
            <a:off x="1339212" y="2753917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Action items auto-assigned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5938C7-B648-E58D-E153-B52BF0380247}"/>
              </a:ext>
            </a:extLst>
          </p:cNvPr>
          <p:cNvSpPr txBox="1"/>
          <p:nvPr/>
        </p:nvSpPr>
        <p:spPr>
          <a:xfrm>
            <a:off x="1339212" y="3083526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Owner + deadline extracted by AI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1F7023-5A1A-C39D-7224-E745534242CC}"/>
              </a:ext>
            </a:extLst>
          </p:cNvPr>
          <p:cNvSpPr/>
          <p:nvPr/>
        </p:nvSpPr>
        <p:spPr>
          <a:xfrm>
            <a:off x="623888" y="3667520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57A86F-9943-0B47-10CF-A4D4BF1442E4}"/>
              </a:ext>
            </a:extLst>
          </p:cNvPr>
          <p:cNvSpPr txBox="1"/>
          <p:nvPr/>
        </p:nvSpPr>
        <p:spPr>
          <a:xfrm>
            <a:off x="1339212" y="3661207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Speaker identification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340A83-CE1B-EDE2-D0B6-59B2F0DD4977}"/>
              </a:ext>
            </a:extLst>
          </p:cNvPr>
          <p:cNvSpPr txBox="1"/>
          <p:nvPr/>
        </p:nvSpPr>
        <p:spPr>
          <a:xfrm>
            <a:off x="1339212" y="3990816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Know who said what, always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230433-E575-0E81-6866-FDC68E789C22}"/>
              </a:ext>
            </a:extLst>
          </p:cNvPr>
          <p:cNvSpPr/>
          <p:nvPr/>
        </p:nvSpPr>
        <p:spPr>
          <a:xfrm>
            <a:off x="623888" y="4602804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684C6E-33AF-9835-F009-691AFDE86728}"/>
              </a:ext>
            </a:extLst>
          </p:cNvPr>
          <p:cNvSpPr txBox="1"/>
          <p:nvPr/>
        </p:nvSpPr>
        <p:spPr>
          <a:xfrm>
            <a:off x="1339212" y="4602804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Synced in 60 seconds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47C8CB-B5F2-4444-567E-67089CBC2115}"/>
              </a:ext>
            </a:extLst>
          </p:cNvPr>
          <p:cNvSpPr txBox="1"/>
          <p:nvPr/>
        </p:nvSpPr>
        <p:spPr>
          <a:xfrm>
            <a:off x="1339212" y="4932413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Before </a:t>
            </a:r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audiens</a:t>
            </a:r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close their laptop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3DD4026-FD8F-AA58-EF19-49D99CB2DB07}"/>
              </a:ext>
            </a:extLst>
          </p:cNvPr>
          <p:cNvSpPr/>
          <p:nvPr/>
        </p:nvSpPr>
        <p:spPr>
          <a:xfrm>
            <a:off x="628196" y="5867881"/>
            <a:ext cx="333420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75A099-9102-9754-1FB8-18A49E8B6122}"/>
              </a:ext>
            </a:extLst>
          </p:cNvPr>
          <p:cNvSpPr txBox="1"/>
          <p:nvPr/>
        </p:nvSpPr>
        <p:spPr>
          <a:xfrm>
            <a:off x="706405" y="5908618"/>
            <a:ext cx="3175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94% accuracy · trained on B2B meeting data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A36E022-F788-BC4C-14B7-FFE2E4C036BF}"/>
              </a:ext>
            </a:extLst>
          </p:cNvPr>
          <p:cNvSpPr/>
          <p:nvPr/>
        </p:nvSpPr>
        <p:spPr>
          <a:xfrm>
            <a:off x="792860" y="4777422"/>
            <a:ext cx="271656" cy="260364"/>
          </a:xfrm>
          <a:custGeom>
            <a:avLst/>
            <a:gdLst>
              <a:gd name="csX0" fmla="*/ 114276 w 228576"/>
              <a:gd name="csY0" fmla="*/ 52295 h 219075"/>
              <a:gd name="csX1" fmla="*/ 114276 w 228576"/>
              <a:gd name="csY1" fmla="*/ 106755 h 219075"/>
              <a:gd name="csX2" fmla="*/ 159591 w 228576"/>
              <a:gd name="csY2" fmla="*/ 133936 h 219075"/>
              <a:gd name="csX3" fmla="*/ 161761 w 228576"/>
              <a:gd name="csY3" fmla="*/ 136867 h 219075"/>
              <a:gd name="csX4" fmla="*/ 161223 w 228576"/>
              <a:gd name="csY4" fmla="*/ 140473 h 219075"/>
              <a:gd name="csX5" fmla="*/ 158292 w 228576"/>
              <a:gd name="csY5" fmla="*/ 142642 h 219075"/>
              <a:gd name="csX6" fmla="*/ 154686 w 228576"/>
              <a:gd name="csY6" fmla="*/ 142104 h 219075"/>
              <a:gd name="csX7" fmla="*/ 107061 w 228576"/>
              <a:gd name="csY7" fmla="*/ 113529 h 219075"/>
              <a:gd name="csX8" fmla="*/ 105368 w 228576"/>
              <a:gd name="csY8" fmla="*/ 111791 h 219075"/>
              <a:gd name="csX9" fmla="*/ 104751 w 228576"/>
              <a:gd name="csY9" fmla="*/ 109445 h 219075"/>
              <a:gd name="csX10" fmla="*/ 104751 w 228576"/>
              <a:gd name="csY10" fmla="*/ 52295 h 219075"/>
              <a:gd name="csX11" fmla="*/ 106146 w 228576"/>
              <a:gd name="csY11" fmla="*/ 48928 h 219075"/>
              <a:gd name="csX12" fmla="*/ 109514 w 228576"/>
              <a:gd name="csY12" fmla="*/ 47533 h 219075"/>
              <a:gd name="csX13" fmla="*/ 112882 w 228576"/>
              <a:gd name="csY13" fmla="*/ 48928 h 219075"/>
              <a:gd name="csX14" fmla="*/ 114276 w 228576"/>
              <a:gd name="csY14" fmla="*/ 52295 h 219075"/>
              <a:gd name="csX15" fmla="*/ 223814 w 228576"/>
              <a:gd name="csY15" fmla="*/ 28483 h 219075"/>
              <a:gd name="csX16" fmla="*/ 220447 w 228576"/>
              <a:gd name="csY16" fmla="*/ 29878 h 219075"/>
              <a:gd name="csX17" fmla="*/ 219051 w 228576"/>
              <a:gd name="csY17" fmla="*/ 33245 h 219075"/>
              <a:gd name="csX18" fmla="*/ 219051 w 228576"/>
              <a:gd name="csY18" fmla="*/ 67595 h 219075"/>
              <a:gd name="csX19" fmla="*/ 186964 w 228576"/>
              <a:gd name="csY19" fmla="*/ 32055 h 219075"/>
              <a:gd name="csX20" fmla="*/ 131264 w 228576"/>
              <a:gd name="csY20" fmla="*/ 2176 h 219075"/>
              <a:gd name="csX21" fmla="*/ 68330 w 228576"/>
              <a:gd name="csY21" fmla="*/ 8047 h 219075"/>
              <a:gd name="csX22" fmla="*/ 19117 w 228576"/>
              <a:gd name="csY22" fmla="*/ 47710 h 219075"/>
              <a:gd name="csX23" fmla="*/ 11 w 228576"/>
              <a:gd name="csY23" fmla="*/ 107961 h 219075"/>
              <a:gd name="csX24" fmla="*/ 17375 w 228576"/>
              <a:gd name="csY24" fmla="*/ 168737 h 219075"/>
              <a:gd name="csX25" fmla="*/ 65426 w 228576"/>
              <a:gd name="csY25" fmla="*/ 209801 h 219075"/>
              <a:gd name="csX26" fmla="*/ 128166 w 228576"/>
              <a:gd name="csY26" fmla="*/ 217480 h 219075"/>
              <a:gd name="csX27" fmla="*/ 184702 w 228576"/>
              <a:gd name="csY27" fmla="*/ 189217 h 219075"/>
              <a:gd name="csX28" fmla="*/ 185778 w 228576"/>
              <a:gd name="csY28" fmla="*/ 187700 h 219075"/>
              <a:gd name="csX29" fmla="*/ 186193 w 228576"/>
              <a:gd name="csY29" fmla="*/ 185887 h 219075"/>
              <a:gd name="csX30" fmla="*/ 185881 w 228576"/>
              <a:gd name="csY30" fmla="*/ 184053 h 219075"/>
              <a:gd name="csX31" fmla="*/ 184893 w 228576"/>
              <a:gd name="csY31" fmla="*/ 182478 h 219075"/>
              <a:gd name="csX32" fmla="*/ 183375 w 228576"/>
              <a:gd name="csY32" fmla="*/ 181401 h 219075"/>
              <a:gd name="csX33" fmla="*/ 181562 w 228576"/>
              <a:gd name="csY33" fmla="*/ 180987 h 219075"/>
              <a:gd name="csX34" fmla="*/ 179728 w 228576"/>
              <a:gd name="csY34" fmla="*/ 181298 h 219075"/>
              <a:gd name="csX35" fmla="*/ 178154 w 228576"/>
              <a:gd name="csY35" fmla="*/ 182288 h 219075"/>
              <a:gd name="csX36" fmla="*/ 126534 w 228576"/>
              <a:gd name="csY36" fmla="*/ 208104 h 219075"/>
              <a:gd name="csX37" fmla="*/ 69245 w 228576"/>
              <a:gd name="csY37" fmla="*/ 201102 h 219075"/>
              <a:gd name="csX38" fmla="*/ 25365 w 228576"/>
              <a:gd name="csY38" fmla="*/ 163610 h 219075"/>
              <a:gd name="csX39" fmla="*/ 9507 w 228576"/>
              <a:gd name="csY39" fmla="*/ 108117 h 219075"/>
              <a:gd name="csX40" fmla="*/ 26951 w 228576"/>
              <a:gd name="csY40" fmla="*/ 53100 h 219075"/>
              <a:gd name="csX41" fmla="*/ 71890 w 228576"/>
              <a:gd name="csY41" fmla="*/ 16884 h 219075"/>
              <a:gd name="csX42" fmla="*/ 129356 w 228576"/>
              <a:gd name="csY42" fmla="*/ 11529 h 219075"/>
              <a:gd name="csX43" fmla="*/ 180213 w 228576"/>
              <a:gd name="csY43" fmla="*/ 38817 h 219075"/>
              <a:gd name="csX44" fmla="*/ 213730 w 228576"/>
              <a:gd name="csY44" fmla="*/ 76108 h 219075"/>
              <a:gd name="csX45" fmla="*/ 176189 w 228576"/>
              <a:gd name="csY45" fmla="*/ 76108 h 219075"/>
              <a:gd name="csX46" fmla="*/ 172822 w 228576"/>
              <a:gd name="csY46" fmla="*/ 77502 h 219075"/>
              <a:gd name="csX47" fmla="*/ 171426 w 228576"/>
              <a:gd name="csY47" fmla="*/ 80870 h 219075"/>
              <a:gd name="csX48" fmla="*/ 172822 w 228576"/>
              <a:gd name="csY48" fmla="*/ 84238 h 219075"/>
              <a:gd name="csX49" fmla="*/ 176189 w 228576"/>
              <a:gd name="csY49" fmla="*/ 85633 h 219075"/>
              <a:gd name="csX50" fmla="*/ 223814 w 228576"/>
              <a:gd name="csY50" fmla="*/ 85633 h 219075"/>
              <a:gd name="csX51" fmla="*/ 227182 w 228576"/>
              <a:gd name="csY51" fmla="*/ 84238 h 219075"/>
              <a:gd name="csX52" fmla="*/ 228576 w 228576"/>
              <a:gd name="csY52" fmla="*/ 80870 h 219075"/>
              <a:gd name="csX53" fmla="*/ 228576 w 228576"/>
              <a:gd name="csY53" fmla="*/ 33245 h 219075"/>
              <a:gd name="csX54" fmla="*/ 227182 w 228576"/>
              <a:gd name="csY54" fmla="*/ 29878 h 219075"/>
              <a:gd name="csX55" fmla="*/ 223814 w 228576"/>
              <a:gd name="csY55" fmla="*/ 28483 h 219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28576" h="219075">
                <a:moveTo>
                  <a:pt x="114276" y="52295"/>
                </a:moveTo>
                <a:lnTo>
                  <a:pt x="114276" y="106755"/>
                </a:lnTo>
                <a:lnTo>
                  <a:pt x="159591" y="133936"/>
                </a:lnTo>
                <a:cubicBezTo>
                  <a:pt x="160674" y="134587"/>
                  <a:pt x="161454" y="135641"/>
                  <a:pt x="161761" y="136867"/>
                </a:cubicBezTo>
                <a:cubicBezTo>
                  <a:pt x="162067" y="138093"/>
                  <a:pt x="161873" y="139390"/>
                  <a:pt x="161223" y="140473"/>
                </a:cubicBezTo>
                <a:cubicBezTo>
                  <a:pt x="160572" y="141556"/>
                  <a:pt x="159518" y="142336"/>
                  <a:pt x="158292" y="142642"/>
                </a:cubicBezTo>
                <a:cubicBezTo>
                  <a:pt x="157066" y="142948"/>
                  <a:pt x="155769" y="142754"/>
                  <a:pt x="154686" y="142104"/>
                </a:cubicBezTo>
                <a:lnTo>
                  <a:pt x="107061" y="113529"/>
                </a:lnTo>
                <a:cubicBezTo>
                  <a:pt x="106356" y="113106"/>
                  <a:pt x="105773" y="112507"/>
                  <a:pt x="105368" y="111791"/>
                </a:cubicBezTo>
                <a:cubicBezTo>
                  <a:pt x="104964" y="111075"/>
                  <a:pt x="104751" y="110267"/>
                  <a:pt x="104751" y="109445"/>
                </a:cubicBezTo>
                <a:lnTo>
                  <a:pt x="104751" y="52295"/>
                </a:lnTo>
                <a:cubicBezTo>
                  <a:pt x="104751" y="51032"/>
                  <a:pt x="105253" y="49821"/>
                  <a:pt x="106146" y="48928"/>
                </a:cubicBezTo>
                <a:cubicBezTo>
                  <a:pt x="107039" y="48034"/>
                  <a:pt x="108251" y="47533"/>
                  <a:pt x="109514" y="47533"/>
                </a:cubicBezTo>
                <a:cubicBezTo>
                  <a:pt x="110777" y="47533"/>
                  <a:pt x="111988" y="48034"/>
                  <a:pt x="112882" y="48928"/>
                </a:cubicBezTo>
                <a:cubicBezTo>
                  <a:pt x="113774" y="49821"/>
                  <a:pt x="114276" y="51032"/>
                  <a:pt x="114276" y="52295"/>
                </a:cubicBezTo>
                <a:close/>
                <a:moveTo>
                  <a:pt x="223814" y="28483"/>
                </a:moveTo>
                <a:cubicBezTo>
                  <a:pt x="222551" y="28483"/>
                  <a:pt x="221339" y="28984"/>
                  <a:pt x="220447" y="29878"/>
                </a:cubicBezTo>
                <a:cubicBezTo>
                  <a:pt x="219553" y="30771"/>
                  <a:pt x="219051" y="31982"/>
                  <a:pt x="219051" y="33245"/>
                </a:cubicBezTo>
                <a:lnTo>
                  <a:pt x="219051" y="67595"/>
                </a:lnTo>
                <a:cubicBezTo>
                  <a:pt x="208729" y="55224"/>
                  <a:pt x="198811" y="43961"/>
                  <a:pt x="186964" y="32055"/>
                </a:cubicBezTo>
                <a:cubicBezTo>
                  <a:pt x="171737" y="16838"/>
                  <a:pt x="152363" y="6446"/>
                  <a:pt x="131264" y="2176"/>
                </a:cubicBezTo>
                <a:cubicBezTo>
                  <a:pt x="110165" y="-2093"/>
                  <a:pt x="88276" y="-52"/>
                  <a:pt x="68330" y="8047"/>
                </a:cubicBezTo>
                <a:cubicBezTo>
                  <a:pt x="48385" y="16145"/>
                  <a:pt x="31268" y="29941"/>
                  <a:pt x="19117" y="47710"/>
                </a:cubicBezTo>
                <a:cubicBezTo>
                  <a:pt x="6967" y="65480"/>
                  <a:pt x="321" y="86437"/>
                  <a:pt x="11" y="107961"/>
                </a:cubicBezTo>
                <a:cubicBezTo>
                  <a:pt x="-298" y="129486"/>
                  <a:pt x="5741" y="150624"/>
                  <a:pt x="17375" y="168737"/>
                </a:cubicBezTo>
                <a:cubicBezTo>
                  <a:pt x="29009" y="186848"/>
                  <a:pt x="45722" y="201131"/>
                  <a:pt x="65426" y="209801"/>
                </a:cubicBezTo>
                <a:cubicBezTo>
                  <a:pt x="85131" y="218470"/>
                  <a:pt x="106951" y="221140"/>
                  <a:pt x="128166" y="217480"/>
                </a:cubicBezTo>
                <a:cubicBezTo>
                  <a:pt x="149379" y="213818"/>
                  <a:pt x="169043" y="203989"/>
                  <a:pt x="184702" y="189217"/>
                </a:cubicBezTo>
                <a:cubicBezTo>
                  <a:pt x="185156" y="188787"/>
                  <a:pt x="185522" y="188272"/>
                  <a:pt x="185778" y="187700"/>
                </a:cubicBezTo>
                <a:cubicBezTo>
                  <a:pt x="186034" y="187128"/>
                  <a:pt x="186175" y="186513"/>
                  <a:pt x="186193" y="185887"/>
                </a:cubicBezTo>
                <a:cubicBezTo>
                  <a:pt x="186210" y="185262"/>
                  <a:pt x="186104" y="184638"/>
                  <a:pt x="185881" y="184053"/>
                </a:cubicBezTo>
                <a:cubicBezTo>
                  <a:pt x="185658" y="183468"/>
                  <a:pt x="185322" y="182933"/>
                  <a:pt x="184893" y="182478"/>
                </a:cubicBezTo>
                <a:cubicBezTo>
                  <a:pt x="184462" y="182023"/>
                  <a:pt x="183947" y="181657"/>
                  <a:pt x="183375" y="181401"/>
                </a:cubicBezTo>
                <a:cubicBezTo>
                  <a:pt x="182804" y="181146"/>
                  <a:pt x="182188" y="181005"/>
                  <a:pt x="181562" y="180987"/>
                </a:cubicBezTo>
                <a:cubicBezTo>
                  <a:pt x="180936" y="180970"/>
                  <a:pt x="180313" y="181075"/>
                  <a:pt x="179728" y="181298"/>
                </a:cubicBezTo>
                <a:cubicBezTo>
                  <a:pt x="179143" y="181521"/>
                  <a:pt x="178608" y="181857"/>
                  <a:pt x="178154" y="182288"/>
                </a:cubicBezTo>
                <a:cubicBezTo>
                  <a:pt x="163858" y="195779"/>
                  <a:pt x="145904" y="204758"/>
                  <a:pt x="126534" y="208104"/>
                </a:cubicBezTo>
                <a:cubicBezTo>
                  <a:pt x="107165" y="211451"/>
                  <a:pt x="87239" y="209015"/>
                  <a:pt x="69245" y="201102"/>
                </a:cubicBezTo>
                <a:cubicBezTo>
                  <a:pt x="51252" y="193188"/>
                  <a:pt x="35990" y="180148"/>
                  <a:pt x="25365" y="163610"/>
                </a:cubicBezTo>
                <a:cubicBezTo>
                  <a:pt x="14740" y="147073"/>
                  <a:pt x="9225" y="127771"/>
                  <a:pt x="9507" y="108117"/>
                </a:cubicBezTo>
                <a:cubicBezTo>
                  <a:pt x="9789" y="88462"/>
                  <a:pt x="15856" y="69326"/>
                  <a:pt x="26951" y="53100"/>
                </a:cubicBezTo>
                <a:cubicBezTo>
                  <a:pt x="38046" y="36875"/>
                  <a:pt x="53677" y="24278"/>
                  <a:pt x="71890" y="16884"/>
                </a:cubicBezTo>
                <a:cubicBezTo>
                  <a:pt x="90103" y="9491"/>
                  <a:pt x="110091" y="7628"/>
                  <a:pt x="129356" y="11529"/>
                </a:cubicBezTo>
                <a:cubicBezTo>
                  <a:pt x="148621" y="15430"/>
                  <a:pt x="166310" y="24921"/>
                  <a:pt x="180213" y="38817"/>
                </a:cubicBezTo>
                <a:cubicBezTo>
                  <a:pt x="192500" y="51105"/>
                  <a:pt x="202847" y="63011"/>
                  <a:pt x="213730" y="76108"/>
                </a:cubicBezTo>
                <a:lnTo>
                  <a:pt x="176189" y="76108"/>
                </a:lnTo>
                <a:cubicBezTo>
                  <a:pt x="174926" y="76108"/>
                  <a:pt x="173714" y="76609"/>
                  <a:pt x="172822" y="77502"/>
                </a:cubicBezTo>
                <a:cubicBezTo>
                  <a:pt x="171928" y="78396"/>
                  <a:pt x="171426" y="79607"/>
                  <a:pt x="171426" y="80870"/>
                </a:cubicBezTo>
                <a:cubicBezTo>
                  <a:pt x="171426" y="82133"/>
                  <a:pt x="171928" y="83345"/>
                  <a:pt x="172822" y="84238"/>
                </a:cubicBezTo>
                <a:cubicBezTo>
                  <a:pt x="173714" y="85131"/>
                  <a:pt x="174926" y="85633"/>
                  <a:pt x="176189" y="85633"/>
                </a:cubicBezTo>
                <a:lnTo>
                  <a:pt x="223814" y="85633"/>
                </a:lnTo>
                <a:cubicBezTo>
                  <a:pt x="225077" y="85633"/>
                  <a:pt x="226288" y="85131"/>
                  <a:pt x="227182" y="84238"/>
                </a:cubicBezTo>
                <a:cubicBezTo>
                  <a:pt x="228074" y="83345"/>
                  <a:pt x="228576" y="82133"/>
                  <a:pt x="228576" y="80870"/>
                </a:cubicBezTo>
                <a:lnTo>
                  <a:pt x="228576" y="33245"/>
                </a:lnTo>
                <a:cubicBezTo>
                  <a:pt x="228576" y="31982"/>
                  <a:pt x="228074" y="30771"/>
                  <a:pt x="227182" y="29878"/>
                </a:cubicBezTo>
                <a:cubicBezTo>
                  <a:pt x="226288" y="28984"/>
                  <a:pt x="225077" y="28483"/>
                  <a:pt x="223814" y="2848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Graphic 39">
            <a:extLst>
              <a:ext uri="{FF2B5EF4-FFF2-40B4-BE49-F238E27FC236}">
                <a16:creationId xmlns:a16="http://schemas.microsoft.com/office/drawing/2014/main" id="{2EEE103E-3AA3-28F5-9F2D-EE9B7D448C38}"/>
              </a:ext>
            </a:extLst>
          </p:cNvPr>
          <p:cNvSpPr/>
          <p:nvPr/>
        </p:nvSpPr>
        <p:spPr>
          <a:xfrm>
            <a:off x="781524" y="2914223"/>
            <a:ext cx="294328" cy="283004"/>
          </a:xfrm>
          <a:custGeom>
            <a:avLst/>
            <a:gdLst>
              <a:gd name="csX0" fmla="*/ 230981 w 247652"/>
              <a:gd name="csY0" fmla="*/ 95330 h 238125"/>
              <a:gd name="csX1" fmla="*/ 229244 w 247652"/>
              <a:gd name="csY1" fmla="*/ 95991 h 238125"/>
              <a:gd name="csX2" fmla="*/ 227891 w 247652"/>
              <a:gd name="csY2" fmla="*/ 97266 h 238125"/>
              <a:gd name="csX3" fmla="*/ 227130 w 247652"/>
              <a:gd name="csY3" fmla="*/ 98961 h 238125"/>
              <a:gd name="csX4" fmla="*/ 227076 w 247652"/>
              <a:gd name="csY4" fmla="*/ 100820 h 238125"/>
              <a:gd name="csX5" fmla="*/ 228600 w 247652"/>
              <a:gd name="csY5" fmla="*/ 119084 h 238125"/>
              <a:gd name="csX6" fmla="*/ 220310 w 247652"/>
              <a:gd name="csY6" fmla="*/ 160879 h 238125"/>
              <a:gd name="csX7" fmla="*/ 196656 w 247652"/>
              <a:gd name="csY7" fmla="*/ 196319 h 238125"/>
              <a:gd name="csX8" fmla="*/ 143661 w 247652"/>
              <a:gd name="csY8" fmla="*/ 155838 h 238125"/>
              <a:gd name="csX9" fmla="*/ 166923 w 247652"/>
              <a:gd name="csY9" fmla="*/ 130890 h 238125"/>
              <a:gd name="csX10" fmla="*/ 169894 w 247652"/>
              <a:gd name="csY10" fmla="*/ 96909 h 238125"/>
              <a:gd name="csX11" fmla="*/ 151315 w 247652"/>
              <a:gd name="csY11" fmla="*/ 68302 h 238125"/>
              <a:gd name="csX12" fmla="*/ 119062 w 247652"/>
              <a:gd name="csY12" fmla="*/ 57197 h 238125"/>
              <a:gd name="csX13" fmla="*/ 86811 w 247652"/>
              <a:gd name="csY13" fmla="*/ 68302 h 238125"/>
              <a:gd name="csX14" fmla="*/ 68231 w 247652"/>
              <a:gd name="csY14" fmla="*/ 96909 h 238125"/>
              <a:gd name="csX15" fmla="*/ 71203 w 247652"/>
              <a:gd name="csY15" fmla="*/ 130890 h 238125"/>
              <a:gd name="csX16" fmla="*/ 94464 w 247652"/>
              <a:gd name="csY16" fmla="*/ 155838 h 238125"/>
              <a:gd name="csX17" fmla="*/ 41470 w 247652"/>
              <a:gd name="csY17" fmla="*/ 196319 h 238125"/>
              <a:gd name="csX18" fmla="*/ 11669 w 247652"/>
              <a:gd name="csY18" fmla="*/ 140246 h 238125"/>
              <a:gd name="csX19" fmla="*/ 17987 w 247652"/>
              <a:gd name="csY19" fmla="*/ 77060 h 238125"/>
              <a:gd name="csX20" fmla="*/ 58301 w 247652"/>
              <a:gd name="csY20" fmla="*/ 27997 h 238125"/>
              <a:gd name="csX21" fmla="*/ 119062 w 247652"/>
              <a:gd name="csY21" fmla="*/ 9546 h 238125"/>
              <a:gd name="csX22" fmla="*/ 137327 w 247652"/>
              <a:gd name="csY22" fmla="*/ 11058 h 238125"/>
              <a:gd name="csX23" fmla="*/ 140853 w 247652"/>
              <a:gd name="csY23" fmla="*/ 10218 h 238125"/>
              <a:gd name="csX24" fmla="*/ 142766 w 247652"/>
              <a:gd name="csY24" fmla="*/ 7140 h 238125"/>
              <a:gd name="csX25" fmla="*/ 141959 w 247652"/>
              <a:gd name="csY25" fmla="*/ 3606 h 238125"/>
              <a:gd name="csX26" fmla="*/ 138898 w 247652"/>
              <a:gd name="csY26" fmla="*/ 1664 h 238125"/>
              <a:gd name="csX27" fmla="*/ 68072 w 247652"/>
              <a:gd name="csY27" fmla="*/ 11471 h 238125"/>
              <a:gd name="csX28" fmla="*/ 15636 w 247652"/>
              <a:gd name="csY28" fmla="*/ 60081 h 238125"/>
              <a:gd name="csX29" fmla="*/ 500 w 247652"/>
              <a:gd name="csY29" fmla="*/ 129962 h 238125"/>
              <a:gd name="csX30" fmla="*/ 28123 w 247652"/>
              <a:gd name="csY30" fmla="*/ 195913 h 238125"/>
              <a:gd name="csX31" fmla="*/ 88542 w 247652"/>
              <a:gd name="csY31" fmla="*/ 234147 h 238125"/>
              <a:gd name="csX32" fmla="*/ 159970 w 247652"/>
              <a:gd name="csY32" fmla="*/ 230877 h 238125"/>
              <a:gd name="csX33" fmla="*/ 216643 w 247652"/>
              <a:gd name="csY33" fmla="*/ 187282 h 238125"/>
              <a:gd name="csX34" fmla="*/ 238125 w 247652"/>
              <a:gd name="csY34" fmla="*/ 119084 h 238125"/>
              <a:gd name="csX35" fmla="*/ 236482 w 247652"/>
              <a:gd name="csY35" fmla="*/ 99248 h 238125"/>
              <a:gd name="csX36" fmla="*/ 235824 w 247652"/>
              <a:gd name="csY36" fmla="*/ 97503 h 238125"/>
              <a:gd name="csX37" fmla="*/ 234546 w 247652"/>
              <a:gd name="csY37" fmla="*/ 96146 h 238125"/>
              <a:gd name="csX38" fmla="*/ 232845 w 247652"/>
              <a:gd name="csY38" fmla="*/ 95383 h 238125"/>
              <a:gd name="csX39" fmla="*/ 230981 w 247652"/>
              <a:gd name="csY39" fmla="*/ 95330 h 238125"/>
              <a:gd name="csX40" fmla="*/ 76200 w 247652"/>
              <a:gd name="csY40" fmla="*/ 109559 h 238125"/>
              <a:gd name="csX41" fmla="*/ 83424 w 247652"/>
              <a:gd name="csY41" fmla="*/ 85745 h 238125"/>
              <a:gd name="csX42" fmla="*/ 102659 w 247652"/>
              <a:gd name="csY42" fmla="*/ 69959 h 238125"/>
              <a:gd name="csX43" fmla="*/ 127424 w 247652"/>
              <a:gd name="csY43" fmla="*/ 67519 h 238125"/>
              <a:gd name="csX44" fmla="*/ 149371 w 247652"/>
              <a:gd name="csY44" fmla="*/ 79250 h 238125"/>
              <a:gd name="csX45" fmla="*/ 161101 w 247652"/>
              <a:gd name="csY45" fmla="*/ 101197 h 238125"/>
              <a:gd name="csX46" fmla="*/ 158663 w 247652"/>
              <a:gd name="csY46" fmla="*/ 125961 h 238125"/>
              <a:gd name="csX47" fmla="*/ 142876 w 247652"/>
              <a:gd name="csY47" fmla="*/ 145198 h 238125"/>
              <a:gd name="csX48" fmla="*/ 119062 w 247652"/>
              <a:gd name="csY48" fmla="*/ 152421 h 238125"/>
              <a:gd name="csX49" fmla="*/ 88754 w 247652"/>
              <a:gd name="csY49" fmla="*/ 139866 h 238125"/>
              <a:gd name="csX50" fmla="*/ 76200 w 247652"/>
              <a:gd name="csY50" fmla="*/ 109559 h 238125"/>
              <a:gd name="csX51" fmla="*/ 48661 w 247652"/>
              <a:gd name="csY51" fmla="*/ 202928 h 238125"/>
              <a:gd name="csX52" fmla="*/ 78333 w 247652"/>
              <a:gd name="csY52" fmla="*/ 172938 h 238125"/>
              <a:gd name="csX53" fmla="*/ 119062 w 247652"/>
              <a:gd name="csY53" fmla="*/ 161946 h 238125"/>
              <a:gd name="csX54" fmla="*/ 159793 w 247652"/>
              <a:gd name="csY54" fmla="*/ 172938 h 238125"/>
              <a:gd name="csX55" fmla="*/ 189465 w 247652"/>
              <a:gd name="csY55" fmla="*/ 202928 h 238125"/>
              <a:gd name="csX56" fmla="*/ 119062 w 247652"/>
              <a:gd name="csY56" fmla="*/ 228620 h 238125"/>
              <a:gd name="csX57" fmla="*/ 48661 w 247652"/>
              <a:gd name="csY57" fmla="*/ 202928 h 238125"/>
              <a:gd name="csX58" fmla="*/ 246305 w 247652"/>
              <a:gd name="csY58" fmla="*/ 17678 h 238125"/>
              <a:gd name="csX59" fmla="*/ 208205 w 247652"/>
              <a:gd name="csY59" fmla="*/ 55778 h 238125"/>
              <a:gd name="csX60" fmla="*/ 206659 w 247652"/>
              <a:gd name="csY60" fmla="*/ 56812 h 238125"/>
              <a:gd name="csX61" fmla="*/ 204835 w 247652"/>
              <a:gd name="csY61" fmla="*/ 57175 h 238125"/>
              <a:gd name="csX62" fmla="*/ 203011 w 247652"/>
              <a:gd name="csY62" fmla="*/ 56812 h 238125"/>
              <a:gd name="csX63" fmla="*/ 201466 w 247652"/>
              <a:gd name="csY63" fmla="*/ 55778 h 238125"/>
              <a:gd name="csX64" fmla="*/ 182416 w 247652"/>
              <a:gd name="csY64" fmla="*/ 36728 h 238125"/>
              <a:gd name="csX65" fmla="*/ 181020 w 247652"/>
              <a:gd name="csY65" fmla="*/ 33358 h 238125"/>
              <a:gd name="csX66" fmla="*/ 182416 w 247652"/>
              <a:gd name="csY66" fmla="*/ 29989 h 238125"/>
              <a:gd name="csX67" fmla="*/ 185785 w 247652"/>
              <a:gd name="csY67" fmla="*/ 28593 h 238125"/>
              <a:gd name="csX68" fmla="*/ 189155 w 247652"/>
              <a:gd name="csY68" fmla="*/ 29989 h 238125"/>
              <a:gd name="csX69" fmla="*/ 204787 w 247652"/>
              <a:gd name="csY69" fmla="*/ 45670 h 238125"/>
              <a:gd name="csX70" fmla="*/ 239518 w 247652"/>
              <a:gd name="csY70" fmla="*/ 10939 h 238125"/>
              <a:gd name="csX71" fmla="*/ 241064 w 247652"/>
              <a:gd name="csY71" fmla="*/ 9906 h 238125"/>
              <a:gd name="csX72" fmla="*/ 242887 w 247652"/>
              <a:gd name="csY72" fmla="*/ 9543 h 238125"/>
              <a:gd name="csX73" fmla="*/ 244712 w 247652"/>
              <a:gd name="csY73" fmla="*/ 9906 h 238125"/>
              <a:gd name="csX74" fmla="*/ 246257 w 247652"/>
              <a:gd name="csY74" fmla="*/ 10939 h 238125"/>
              <a:gd name="csX75" fmla="*/ 247290 w 247652"/>
              <a:gd name="csY75" fmla="*/ 12485 h 238125"/>
              <a:gd name="csX76" fmla="*/ 247653 w 247652"/>
              <a:gd name="csY76" fmla="*/ 14308 h 238125"/>
              <a:gd name="csX77" fmla="*/ 247290 w 247652"/>
              <a:gd name="csY77" fmla="*/ 16132 h 238125"/>
              <a:gd name="csX78" fmla="*/ 246257 w 247652"/>
              <a:gd name="csY78" fmla="*/ 17678 h 238125"/>
              <a:gd name="csX79" fmla="*/ 246305 w 247652"/>
              <a:gd name="csY79" fmla="*/ 17678 h 238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247652" h="238125">
                <a:moveTo>
                  <a:pt x="230981" y="95330"/>
                </a:moveTo>
                <a:cubicBezTo>
                  <a:pt x="230364" y="95434"/>
                  <a:pt x="229774" y="95659"/>
                  <a:pt x="229244" y="95991"/>
                </a:cubicBezTo>
                <a:cubicBezTo>
                  <a:pt x="228714" y="96323"/>
                  <a:pt x="228254" y="96756"/>
                  <a:pt x="227891" y="97266"/>
                </a:cubicBezTo>
                <a:cubicBezTo>
                  <a:pt x="227529" y="97775"/>
                  <a:pt x="227270" y="98352"/>
                  <a:pt x="227130" y="98961"/>
                </a:cubicBezTo>
                <a:cubicBezTo>
                  <a:pt x="226990" y="99571"/>
                  <a:pt x="226972" y="100202"/>
                  <a:pt x="227076" y="100820"/>
                </a:cubicBezTo>
                <a:cubicBezTo>
                  <a:pt x="228086" y="106855"/>
                  <a:pt x="228595" y="112964"/>
                  <a:pt x="228600" y="119084"/>
                </a:cubicBezTo>
                <a:cubicBezTo>
                  <a:pt x="228609" y="133425"/>
                  <a:pt x="225791" y="147627"/>
                  <a:pt x="220310" y="160879"/>
                </a:cubicBezTo>
                <a:cubicBezTo>
                  <a:pt x="214830" y="174131"/>
                  <a:pt x="206792" y="186174"/>
                  <a:pt x="196656" y="196319"/>
                </a:cubicBezTo>
                <a:cubicBezTo>
                  <a:pt x="184824" y="176539"/>
                  <a:pt x="165857" y="162050"/>
                  <a:pt x="143661" y="155838"/>
                </a:cubicBezTo>
                <a:cubicBezTo>
                  <a:pt x="153981" y="150350"/>
                  <a:pt x="162169" y="141568"/>
                  <a:pt x="166923" y="130890"/>
                </a:cubicBezTo>
                <a:cubicBezTo>
                  <a:pt x="171676" y="120212"/>
                  <a:pt x="172722" y="108250"/>
                  <a:pt x="169894" y="96909"/>
                </a:cubicBezTo>
                <a:cubicBezTo>
                  <a:pt x="167066" y="85567"/>
                  <a:pt x="160526" y="75498"/>
                  <a:pt x="151315" y="68302"/>
                </a:cubicBezTo>
                <a:cubicBezTo>
                  <a:pt x="142103" y="61106"/>
                  <a:pt x="130751" y="57197"/>
                  <a:pt x="119062" y="57197"/>
                </a:cubicBezTo>
                <a:cubicBezTo>
                  <a:pt x="107374" y="57197"/>
                  <a:pt x="96022" y="61106"/>
                  <a:pt x="86811" y="68302"/>
                </a:cubicBezTo>
                <a:cubicBezTo>
                  <a:pt x="77599" y="75498"/>
                  <a:pt x="71060" y="85567"/>
                  <a:pt x="68231" y="96909"/>
                </a:cubicBezTo>
                <a:cubicBezTo>
                  <a:pt x="65403" y="108250"/>
                  <a:pt x="66449" y="120212"/>
                  <a:pt x="71203" y="130890"/>
                </a:cubicBezTo>
                <a:cubicBezTo>
                  <a:pt x="75956" y="141568"/>
                  <a:pt x="84145" y="150350"/>
                  <a:pt x="94464" y="155838"/>
                </a:cubicBezTo>
                <a:cubicBezTo>
                  <a:pt x="72268" y="162050"/>
                  <a:pt x="53301" y="176539"/>
                  <a:pt x="41470" y="196319"/>
                </a:cubicBezTo>
                <a:cubicBezTo>
                  <a:pt x="26217" y="180980"/>
                  <a:pt x="15848" y="161469"/>
                  <a:pt x="11669" y="140246"/>
                </a:cubicBezTo>
                <a:cubicBezTo>
                  <a:pt x="7490" y="119022"/>
                  <a:pt x="9688" y="97035"/>
                  <a:pt x="17987" y="77060"/>
                </a:cubicBezTo>
                <a:cubicBezTo>
                  <a:pt x="26286" y="57083"/>
                  <a:pt x="40313" y="40012"/>
                  <a:pt x="58301" y="27997"/>
                </a:cubicBezTo>
                <a:cubicBezTo>
                  <a:pt x="76289" y="15982"/>
                  <a:pt x="97431" y="9562"/>
                  <a:pt x="119062" y="9546"/>
                </a:cubicBezTo>
                <a:cubicBezTo>
                  <a:pt x="125182" y="9547"/>
                  <a:pt x="131291" y="10052"/>
                  <a:pt x="137327" y="11058"/>
                </a:cubicBezTo>
                <a:cubicBezTo>
                  <a:pt x="138567" y="11254"/>
                  <a:pt x="139834" y="10952"/>
                  <a:pt x="140853" y="10218"/>
                </a:cubicBezTo>
                <a:cubicBezTo>
                  <a:pt x="141871" y="9484"/>
                  <a:pt x="142559" y="8378"/>
                  <a:pt x="142766" y="7140"/>
                </a:cubicBezTo>
                <a:cubicBezTo>
                  <a:pt x="142973" y="5901"/>
                  <a:pt x="142684" y="4631"/>
                  <a:pt x="141959" y="3606"/>
                </a:cubicBezTo>
                <a:cubicBezTo>
                  <a:pt x="141235" y="2581"/>
                  <a:pt x="140135" y="1883"/>
                  <a:pt x="138898" y="1664"/>
                </a:cubicBezTo>
                <a:cubicBezTo>
                  <a:pt x="114843" y="-2400"/>
                  <a:pt x="90119" y="1023"/>
                  <a:pt x="68072" y="11471"/>
                </a:cubicBezTo>
                <a:cubicBezTo>
                  <a:pt x="46026" y="21919"/>
                  <a:pt x="27722" y="38888"/>
                  <a:pt x="15636" y="60081"/>
                </a:cubicBezTo>
                <a:cubicBezTo>
                  <a:pt x="3550" y="81273"/>
                  <a:pt x="-1733" y="105668"/>
                  <a:pt x="500" y="129962"/>
                </a:cubicBezTo>
                <a:cubicBezTo>
                  <a:pt x="2733" y="154256"/>
                  <a:pt x="12376" y="177278"/>
                  <a:pt x="28123" y="195913"/>
                </a:cubicBezTo>
                <a:cubicBezTo>
                  <a:pt x="43870" y="214546"/>
                  <a:pt x="64961" y="227894"/>
                  <a:pt x="88542" y="234147"/>
                </a:cubicBezTo>
                <a:cubicBezTo>
                  <a:pt x="112124" y="240401"/>
                  <a:pt x="137058" y="239259"/>
                  <a:pt x="159970" y="230877"/>
                </a:cubicBezTo>
                <a:cubicBezTo>
                  <a:pt x="182881" y="222495"/>
                  <a:pt x="202664" y="207277"/>
                  <a:pt x="216643" y="187282"/>
                </a:cubicBezTo>
                <a:cubicBezTo>
                  <a:pt x="230622" y="167287"/>
                  <a:pt x="238121" y="143480"/>
                  <a:pt x="238125" y="119084"/>
                </a:cubicBezTo>
                <a:cubicBezTo>
                  <a:pt x="238122" y="112437"/>
                  <a:pt x="237573" y="105803"/>
                  <a:pt x="236482" y="99248"/>
                </a:cubicBezTo>
                <a:cubicBezTo>
                  <a:pt x="236380" y="98629"/>
                  <a:pt x="236156" y="98036"/>
                  <a:pt x="235824" y="97503"/>
                </a:cubicBezTo>
                <a:cubicBezTo>
                  <a:pt x="235491" y="96971"/>
                  <a:pt x="235057" y="96510"/>
                  <a:pt x="234546" y="96146"/>
                </a:cubicBezTo>
                <a:cubicBezTo>
                  <a:pt x="234035" y="95782"/>
                  <a:pt x="233457" y="95522"/>
                  <a:pt x="232845" y="95383"/>
                </a:cubicBezTo>
                <a:cubicBezTo>
                  <a:pt x="232233" y="95243"/>
                  <a:pt x="231600" y="95225"/>
                  <a:pt x="230981" y="95330"/>
                </a:cubicBezTo>
                <a:close/>
                <a:moveTo>
                  <a:pt x="76200" y="109559"/>
                </a:moveTo>
                <a:cubicBezTo>
                  <a:pt x="76200" y="101081"/>
                  <a:pt x="78714" y="92794"/>
                  <a:pt x="83424" y="85745"/>
                </a:cubicBezTo>
                <a:cubicBezTo>
                  <a:pt x="88134" y="78697"/>
                  <a:pt x="94828" y="73203"/>
                  <a:pt x="102659" y="69959"/>
                </a:cubicBezTo>
                <a:cubicBezTo>
                  <a:pt x="110492" y="66714"/>
                  <a:pt x="119110" y="65866"/>
                  <a:pt x="127424" y="67519"/>
                </a:cubicBezTo>
                <a:cubicBezTo>
                  <a:pt x="135739" y="69174"/>
                  <a:pt x="143377" y="73255"/>
                  <a:pt x="149371" y="79250"/>
                </a:cubicBezTo>
                <a:cubicBezTo>
                  <a:pt x="155365" y="85244"/>
                  <a:pt x="159448" y="92882"/>
                  <a:pt x="161101" y="101197"/>
                </a:cubicBezTo>
                <a:cubicBezTo>
                  <a:pt x="162756" y="109511"/>
                  <a:pt x="161907" y="118129"/>
                  <a:pt x="158663" y="125961"/>
                </a:cubicBezTo>
                <a:cubicBezTo>
                  <a:pt x="155418" y="133793"/>
                  <a:pt x="149924" y="140488"/>
                  <a:pt x="142876" y="145198"/>
                </a:cubicBezTo>
                <a:cubicBezTo>
                  <a:pt x="135827" y="149907"/>
                  <a:pt x="127540" y="152421"/>
                  <a:pt x="119062" y="152421"/>
                </a:cubicBezTo>
                <a:cubicBezTo>
                  <a:pt x="107694" y="152421"/>
                  <a:pt x="96792" y="147906"/>
                  <a:pt x="88754" y="139866"/>
                </a:cubicBezTo>
                <a:cubicBezTo>
                  <a:pt x="80716" y="131828"/>
                  <a:pt x="76200" y="120926"/>
                  <a:pt x="76200" y="109559"/>
                </a:cubicBezTo>
                <a:close/>
                <a:moveTo>
                  <a:pt x="48661" y="202928"/>
                </a:moveTo>
                <a:cubicBezTo>
                  <a:pt x="55727" y="190484"/>
                  <a:pt x="65965" y="180136"/>
                  <a:pt x="78333" y="172938"/>
                </a:cubicBezTo>
                <a:cubicBezTo>
                  <a:pt x="90699" y="165739"/>
                  <a:pt x="104753" y="161946"/>
                  <a:pt x="119062" y="161946"/>
                </a:cubicBezTo>
                <a:cubicBezTo>
                  <a:pt x="133372" y="161946"/>
                  <a:pt x="147426" y="165739"/>
                  <a:pt x="159793" y="172938"/>
                </a:cubicBezTo>
                <a:cubicBezTo>
                  <a:pt x="172160" y="180136"/>
                  <a:pt x="182398" y="190484"/>
                  <a:pt x="189465" y="202928"/>
                </a:cubicBezTo>
                <a:cubicBezTo>
                  <a:pt x="169758" y="219521"/>
                  <a:pt x="144825" y="228620"/>
                  <a:pt x="119062" y="228620"/>
                </a:cubicBezTo>
                <a:cubicBezTo>
                  <a:pt x="93301" y="228620"/>
                  <a:pt x="68367" y="219521"/>
                  <a:pt x="48661" y="202928"/>
                </a:cubicBezTo>
                <a:close/>
                <a:moveTo>
                  <a:pt x="246305" y="17678"/>
                </a:moveTo>
                <a:lnTo>
                  <a:pt x="208205" y="55778"/>
                </a:lnTo>
                <a:cubicBezTo>
                  <a:pt x="207762" y="56221"/>
                  <a:pt x="207237" y="56572"/>
                  <a:pt x="206659" y="56812"/>
                </a:cubicBezTo>
                <a:cubicBezTo>
                  <a:pt x="206081" y="57051"/>
                  <a:pt x="205461" y="57175"/>
                  <a:pt x="204835" y="57175"/>
                </a:cubicBezTo>
                <a:cubicBezTo>
                  <a:pt x="204209" y="57175"/>
                  <a:pt x="203589" y="57051"/>
                  <a:pt x="203011" y="56812"/>
                </a:cubicBezTo>
                <a:cubicBezTo>
                  <a:pt x="202433" y="56572"/>
                  <a:pt x="201908" y="56221"/>
                  <a:pt x="201466" y="55778"/>
                </a:cubicBezTo>
                <a:lnTo>
                  <a:pt x="182416" y="36728"/>
                </a:lnTo>
                <a:cubicBezTo>
                  <a:pt x="181522" y="35834"/>
                  <a:pt x="181020" y="34622"/>
                  <a:pt x="181020" y="33358"/>
                </a:cubicBezTo>
                <a:cubicBezTo>
                  <a:pt x="181020" y="32095"/>
                  <a:pt x="181522" y="30883"/>
                  <a:pt x="182416" y="29989"/>
                </a:cubicBezTo>
                <a:cubicBezTo>
                  <a:pt x="183310" y="29095"/>
                  <a:pt x="184521" y="28593"/>
                  <a:pt x="185785" y="28593"/>
                </a:cubicBezTo>
                <a:cubicBezTo>
                  <a:pt x="187049" y="28593"/>
                  <a:pt x="188261" y="29095"/>
                  <a:pt x="189155" y="29989"/>
                </a:cubicBezTo>
                <a:lnTo>
                  <a:pt x="204787" y="45670"/>
                </a:lnTo>
                <a:lnTo>
                  <a:pt x="239518" y="10939"/>
                </a:lnTo>
                <a:cubicBezTo>
                  <a:pt x="239960" y="10497"/>
                  <a:pt x="240486" y="10146"/>
                  <a:pt x="241064" y="9906"/>
                </a:cubicBezTo>
                <a:cubicBezTo>
                  <a:pt x="241643" y="9667"/>
                  <a:pt x="242262" y="9543"/>
                  <a:pt x="242887" y="9543"/>
                </a:cubicBezTo>
                <a:cubicBezTo>
                  <a:pt x="243513" y="9543"/>
                  <a:pt x="244133" y="9667"/>
                  <a:pt x="244712" y="9906"/>
                </a:cubicBezTo>
                <a:cubicBezTo>
                  <a:pt x="245290" y="10146"/>
                  <a:pt x="245815" y="10497"/>
                  <a:pt x="246257" y="10939"/>
                </a:cubicBezTo>
                <a:cubicBezTo>
                  <a:pt x="246699" y="11382"/>
                  <a:pt x="247051" y="11907"/>
                  <a:pt x="247290" y="12485"/>
                </a:cubicBezTo>
                <a:cubicBezTo>
                  <a:pt x="247529" y="13063"/>
                  <a:pt x="247653" y="13683"/>
                  <a:pt x="247653" y="14308"/>
                </a:cubicBezTo>
                <a:cubicBezTo>
                  <a:pt x="247653" y="14934"/>
                  <a:pt x="247529" y="15554"/>
                  <a:pt x="247290" y="16132"/>
                </a:cubicBezTo>
                <a:cubicBezTo>
                  <a:pt x="247051" y="16710"/>
                  <a:pt x="246699" y="17236"/>
                  <a:pt x="246257" y="17678"/>
                </a:cubicBezTo>
                <a:lnTo>
                  <a:pt x="246305" y="1767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Graphic 43">
            <a:extLst>
              <a:ext uri="{FF2B5EF4-FFF2-40B4-BE49-F238E27FC236}">
                <a16:creationId xmlns:a16="http://schemas.microsoft.com/office/drawing/2014/main" id="{417A8DFF-FB42-595F-9DFA-C30BD4448476}"/>
              </a:ext>
            </a:extLst>
          </p:cNvPr>
          <p:cNvSpPr/>
          <p:nvPr/>
        </p:nvSpPr>
        <p:spPr>
          <a:xfrm>
            <a:off x="770125" y="3853360"/>
            <a:ext cx="317126" cy="237920"/>
          </a:xfrm>
          <a:custGeom>
            <a:avLst/>
            <a:gdLst>
              <a:gd name="csX0" fmla="*/ 134879 w 266836"/>
              <a:gd name="csY0" fmla="*/ 146260 h 200190"/>
              <a:gd name="csX1" fmla="*/ 172420 w 266836"/>
              <a:gd name="csY1" fmla="*/ 111540 h 200190"/>
              <a:gd name="csX2" fmla="*/ 179560 w 266836"/>
              <a:gd name="csY2" fmla="*/ 60905 h 200190"/>
              <a:gd name="csX3" fmla="*/ 153082 w 266836"/>
              <a:gd name="csY3" fmla="*/ 17158 h 200190"/>
              <a:gd name="csX4" fmla="*/ 104911 w 266836"/>
              <a:gd name="csY4" fmla="*/ 0 h 200190"/>
              <a:gd name="csX5" fmla="*/ 56740 w 266836"/>
              <a:gd name="csY5" fmla="*/ 17158 h 200190"/>
              <a:gd name="csX6" fmla="*/ 30262 w 266836"/>
              <a:gd name="csY6" fmla="*/ 60905 h 200190"/>
              <a:gd name="csX7" fmla="*/ 37401 w 266836"/>
              <a:gd name="csY7" fmla="*/ 111540 h 200190"/>
              <a:gd name="csX8" fmla="*/ 74943 w 266836"/>
              <a:gd name="csY8" fmla="*/ 146260 h 200190"/>
              <a:gd name="csX9" fmla="*/ 1255 w 266836"/>
              <a:gd name="csY9" fmla="*/ 192206 h 200190"/>
              <a:gd name="csX10" fmla="*/ 271 w 266836"/>
              <a:gd name="csY10" fmla="*/ 193843 h 200190"/>
              <a:gd name="csX11" fmla="*/ 10 w 266836"/>
              <a:gd name="csY11" fmla="*/ 195735 h 200190"/>
              <a:gd name="csX12" fmla="*/ 513 w 266836"/>
              <a:gd name="csY12" fmla="*/ 197578 h 200190"/>
              <a:gd name="csX13" fmla="*/ 1700 w 266836"/>
              <a:gd name="csY13" fmla="*/ 199074 h 200190"/>
              <a:gd name="csX14" fmla="*/ 3379 w 266836"/>
              <a:gd name="csY14" fmla="*/ 199985 h 200190"/>
              <a:gd name="csX15" fmla="*/ 5281 w 266836"/>
              <a:gd name="csY15" fmla="*/ 200162 h 200190"/>
              <a:gd name="csX16" fmla="*/ 7099 w 266836"/>
              <a:gd name="csY16" fmla="*/ 199577 h 200190"/>
              <a:gd name="csX17" fmla="*/ 8542 w 266836"/>
              <a:gd name="csY17" fmla="*/ 198326 h 200190"/>
              <a:gd name="csX18" fmla="*/ 104911 w 266836"/>
              <a:gd name="csY18" fmla="*/ 152404 h 200190"/>
              <a:gd name="csX19" fmla="*/ 201280 w 266836"/>
              <a:gd name="csY19" fmla="*/ 198326 h 200190"/>
              <a:gd name="csX20" fmla="*/ 204480 w 266836"/>
              <a:gd name="csY20" fmla="*/ 199856 h 200190"/>
              <a:gd name="csX21" fmla="*/ 207851 w 266836"/>
              <a:gd name="csY21" fmla="*/ 198750 h 200190"/>
              <a:gd name="csX22" fmla="*/ 209521 w 266836"/>
              <a:gd name="csY22" fmla="*/ 195622 h 200190"/>
              <a:gd name="csX23" fmla="*/ 208567 w 266836"/>
              <a:gd name="csY23" fmla="*/ 192206 h 200190"/>
              <a:gd name="csX24" fmla="*/ 134879 w 266836"/>
              <a:gd name="csY24" fmla="*/ 146260 h 200190"/>
              <a:gd name="csX25" fmla="*/ 38236 w 266836"/>
              <a:gd name="csY25" fmla="*/ 76204 h 200190"/>
              <a:gd name="csX26" fmla="*/ 49473 w 266836"/>
              <a:gd name="csY26" fmla="*/ 39161 h 200190"/>
              <a:gd name="csX27" fmla="*/ 79395 w 266836"/>
              <a:gd name="csY27" fmla="*/ 14604 h 200190"/>
              <a:gd name="csX28" fmla="*/ 117918 w 266836"/>
              <a:gd name="csY28" fmla="*/ 10809 h 200190"/>
              <a:gd name="csX29" fmla="*/ 152057 w 266836"/>
              <a:gd name="csY29" fmla="*/ 29057 h 200190"/>
              <a:gd name="csX30" fmla="*/ 170305 w 266836"/>
              <a:gd name="csY30" fmla="*/ 63195 h 200190"/>
              <a:gd name="csX31" fmla="*/ 166510 w 266836"/>
              <a:gd name="csY31" fmla="*/ 101718 h 200190"/>
              <a:gd name="csX32" fmla="*/ 141954 w 266836"/>
              <a:gd name="csY32" fmla="*/ 131641 h 200190"/>
              <a:gd name="csX33" fmla="*/ 104911 w 266836"/>
              <a:gd name="csY33" fmla="*/ 142879 h 200190"/>
              <a:gd name="csX34" fmla="*/ 57785 w 266836"/>
              <a:gd name="csY34" fmla="*/ 123329 h 200190"/>
              <a:gd name="csX35" fmla="*/ 38236 w 266836"/>
              <a:gd name="csY35" fmla="*/ 76204 h 200190"/>
              <a:gd name="csX36" fmla="*/ 218830 w 266836"/>
              <a:gd name="csY36" fmla="*/ 27590 h 200190"/>
              <a:gd name="csX37" fmla="*/ 228735 w 266836"/>
              <a:gd name="csY37" fmla="*/ 76204 h 200190"/>
              <a:gd name="csX38" fmla="*/ 218830 w 266836"/>
              <a:gd name="csY38" fmla="*/ 124816 h 200190"/>
              <a:gd name="csX39" fmla="*/ 217074 w 266836"/>
              <a:gd name="csY39" fmla="*/ 126921 h 200190"/>
              <a:gd name="csX40" fmla="*/ 214449 w 266836"/>
              <a:gd name="csY40" fmla="*/ 127710 h 200190"/>
              <a:gd name="csX41" fmla="*/ 212579 w 266836"/>
              <a:gd name="csY41" fmla="*/ 127329 h 200190"/>
              <a:gd name="csX42" fmla="*/ 211044 w 266836"/>
              <a:gd name="csY42" fmla="*/ 126280 h 200190"/>
              <a:gd name="csX43" fmla="*/ 210028 w 266836"/>
              <a:gd name="csY43" fmla="*/ 124724 h 200190"/>
              <a:gd name="csX44" fmla="*/ 209685 w 266836"/>
              <a:gd name="csY44" fmla="*/ 122897 h 200190"/>
              <a:gd name="csX45" fmla="*/ 210067 w 266836"/>
              <a:gd name="csY45" fmla="*/ 121078 h 200190"/>
              <a:gd name="csX46" fmla="*/ 219211 w 266836"/>
              <a:gd name="csY46" fmla="*/ 76204 h 200190"/>
              <a:gd name="csX47" fmla="*/ 210067 w 266836"/>
              <a:gd name="csY47" fmla="*/ 31329 h 200190"/>
              <a:gd name="csX48" fmla="*/ 210028 w 266836"/>
              <a:gd name="csY48" fmla="*/ 27683 h 200190"/>
              <a:gd name="csX49" fmla="*/ 212579 w 266836"/>
              <a:gd name="csY49" fmla="*/ 25078 h 200190"/>
              <a:gd name="csX50" fmla="*/ 216225 w 266836"/>
              <a:gd name="csY50" fmla="*/ 25039 h 200190"/>
              <a:gd name="csX51" fmla="*/ 218830 w 266836"/>
              <a:gd name="csY51" fmla="*/ 27590 h 200190"/>
              <a:gd name="csX52" fmla="*/ 266836 w 266836"/>
              <a:gd name="csY52" fmla="*/ 76204 h 200190"/>
              <a:gd name="csX53" fmla="*/ 253739 w 266836"/>
              <a:gd name="csY53" fmla="*/ 139997 h 200190"/>
              <a:gd name="csX54" fmla="*/ 251981 w 266836"/>
              <a:gd name="csY54" fmla="*/ 142095 h 200190"/>
              <a:gd name="csX55" fmla="*/ 249358 w 266836"/>
              <a:gd name="csY55" fmla="*/ 142879 h 200190"/>
              <a:gd name="csX56" fmla="*/ 247488 w 266836"/>
              <a:gd name="csY56" fmla="*/ 142498 h 200190"/>
              <a:gd name="csX57" fmla="*/ 245953 w 266836"/>
              <a:gd name="csY57" fmla="*/ 141445 h 200190"/>
              <a:gd name="csX58" fmla="*/ 244939 w 266836"/>
              <a:gd name="csY58" fmla="*/ 139885 h 200190"/>
              <a:gd name="csX59" fmla="*/ 244600 w 266836"/>
              <a:gd name="csY59" fmla="*/ 138054 h 200190"/>
              <a:gd name="csX60" fmla="*/ 244988 w 266836"/>
              <a:gd name="csY60" fmla="*/ 136235 h 200190"/>
              <a:gd name="csX61" fmla="*/ 257263 w 266836"/>
              <a:gd name="csY61" fmla="*/ 76204 h 200190"/>
              <a:gd name="csX62" fmla="*/ 244988 w 266836"/>
              <a:gd name="csY62" fmla="*/ 16172 h 200190"/>
              <a:gd name="csX63" fmla="*/ 244601 w 266836"/>
              <a:gd name="csY63" fmla="*/ 14354 h 200190"/>
              <a:gd name="csX64" fmla="*/ 244939 w 266836"/>
              <a:gd name="csY64" fmla="*/ 12527 h 200190"/>
              <a:gd name="csX65" fmla="*/ 245952 w 266836"/>
              <a:gd name="csY65" fmla="*/ 10968 h 200190"/>
              <a:gd name="csX66" fmla="*/ 247482 w 266836"/>
              <a:gd name="csY66" fmla="*/ 9915 h 200190"/>
              <a:gd name="csX67" fmla="*/ 249300 w 266836"/>
              <a:gd name="csY67" fmla="*/ 9528 h 200190"/>
              <a:gd name="csX68" fmla="*/ 251127 w 266836"/>
              <a:gd name="csY68" fmla="*/ 9867 h 200190"/>
              <a:gd name="csX69" fmla="*/ 252686 w 266836"/>
              <a:gd name="csY69" fmla="*/ 10878 h 200190"/>
              <a:gd name="csX70" fmla="*/ 253739 w 266836"/>
              <a:gd name="csY70" fmla="*/ 12410 h 200190"/>
              <a:gd name="csX71" fmla="*/ 266836 w 266836"/>
              <a:gd name="csY71" fmla="*/ 76204 h 2001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66836" h="200190">
                <a:moveTo>
                  <a:pt x="134879" y="146260"/>
                </a:moveTo>
                <a:cubicBezTo>
                  <a:pt x="151019" y="139356"/>
                  <a:pt x="164279" y="127092"/>
                  <a:pt x="172420" y="111540"/>
                </a:cubicBezTo>
                <a:cubicBezTo>
                  <a:pt x="180561" y="95987"/>
                  <a:pt x="183084" y="78101"/>
                  <a:pt x="179560" y="60905"/>
                </a:cubicBezTo>
                <a:cubicBezTo>
                  <a:pt x="176036" y="43708"/>
                  <a:pt x="166684" y="28255"/>
                  <a:pt x="153082" y="17158"/>
                </a:cubicBezTo>
                <a:cubicBezTo>
                  <a:pt x="139481" y="6061"/>
                  <a:pt x="122465" y="0"/>
                  <a:pt x="104911" y="0"/>
                </a:cubicBezTo>
                <a:cubicBezTo>
                  <a:pt x="87356" y="0"/>
                  <a:pt x="70341" y="6061"/>
                  <a:pt x="56740" y="17158"/>
                </a:cubicBezTo>
                <a:cubicBezTo>
                  <a:pt x="43138" y="28255"/>
                  <a:pt x="33785" y="43708"/>
                  <a:pt x="30262" y="60905"/>
                </a:cubicBezTo>
                <a:cubicBezTo>
                  <a:pt x="26738" y="78101"/>
                  <a:pt x="29260" y="95987"/>
                  <a:pt x="37401" y="111540"/>
                </a:cubicBezTo>
                <a:cubicBezTo>
                  <a:pt x="45542" y="127092"/>
                  <a:pt x="58803" y="139356"/>
                  <a:pt x="74943" y="146260"/>
                </a:cubicBezTo>
                <a:cubicBezTo>
                  <a:pt x="46654" y="152761"/>
                  <a:pt x="21150" y="168512"/>
                  <a:pt x="1255" y="192206"/>
                </a:cubicBezTo>
                <a:cubicBezTo>
                  <a:pt x="820" y="192679"/>
                  <a:pt x="485" y="193236"/>
                  <a:pt x="271" y="193843"/>
                </a:cubicBezTo>
                <a:cubicBezTo>
                  <a:pt x="57" y="194450"/>
                  <a:pt x="-32" y="195093"/>
                  <a:pt x="10" y="195735"/>
                </a:cubicBezTo>
                <a:cubicBezTo>
                  <a:pt x="51" y="196377"/>
                  <a:pt x="223" y="197004"/>
                  <a:pt x="513" y="197578"/>
                </a:cubicBezTo>
                <a:cubicBezTo>
                  <a:pt x="803" y="198151"/>
                  <a:pt x="1207" y="198661"/>
                  <a:pt x="1700" y="199074"/>
                </a:cubicBezTo>
                <a:cubicBezTo>
                  <a:pt x="2192" y="199489"/>
                  <a:pt x="2763" y="199798"/>
                  <a:pt x="3379" y="199985"/>
                </a:cubicBezTo>
                <a:cubicBezTo>
                  <a:pt x="3994" y="200172"/>
                  <a:pt x="4641" y="200232"/>
                  <a:pt x="5281" y="200162"/>
                </a:cubicBezTo>
                <a:cubicBezTo>
                  <a:pt x="5920" y="200092"/>
                  <a:pt x="6539" y="199893"/>
                  <a:pt x="7099" y="199577"/>
                </a:cubicBezTo>
                <a:cubicBezTo>
                  <a:pt x="7660" y="199262"/>
                  <a:pt x="8150" y="198836"/>
                  <a:pt x="8542" y="198326"/>
                </a:cubicBezTo>
                <a:cubicBezTo>
                  <a:pt x="33473" y="168715"/>
                  <a:pt x="67656" y="152404"/>
                  <a:pt x="104911" y="152404"/>
                </a:cubicBezTo>
                <a:cubicBezTo>
                  <a:pt x="142165" y="152404"/>
                  <a:pt x="176349" y="168715"/>
                  <a:pt x="201280" y="198326"/>
                </a:cubicBezTo>
                <a:cubicBezTo>
                  <a:pt x="202110" y="199229"/>
                  <a:pt x="203256" y="199777"/>
                  <a:pt x="204480" y="199856"/>
                </a:cubicBezTo>
                <a:cubicBezTo>
                  <a:pt x="205704" y="199935"/>
                  <a:pt x="206911" y="199540"/>
                  <a:pt x="207851" y="198750"/>
                </a:cubicBezTo>
                <a:cubicBezTo>
                  <a:pt x="208790" y="197962"/>
                  <a:pt x="209388" y="196842"/>
                  <a:pt x="209521" y="195622"/>
                </a:cubicBezTo>
                <a:cubicBezTo>
                  <a:pt x="209656" y="194403"/>
                  <a:pt x="209313" y="193179"/>
                  <a:pt x="208567" y="192206"/>
                </a:cubicBezTo>
                <a:cubicBezTo>
                  <a:pt x="188671" y="168512"/>
                  <a:pt x="163168" y="152761"/>
                  <a:pt x="134879" y="146260"/>
                </a:cubicBezTo>
                <a:close/>
                <a:moveTo>
                  <a:pt x="38236" y="76204"/>
                </a:moveTo>
                <a:cubicBezTo>
                  <a:pt x="38236" y="63016"/>
                  <a:pt x="42146" y="50125"/>
                  <a:pt x="49473" y="39161"/>
                </a:cubicBezTo>
                <a:cubicBezTo>
                  <a:pt x="56799" y="28196"/>
                  <a:pt x="67212" y="19650"/>
                  <a:pt x="79395" y="14604"/>
                </a:cubicBezTo>
                <a:cubicBezTo>
                  <a:pt x="91579" y="9557"/>
                  <a:pt x="104985" y="8237"/>
                  <a:pt x="117918" y="10809"/>
                </a:cubicBezTo>
                <a:cubicBezTo>
                  <a:pt x="130852" y="13382"/>
                  <a:pt x="142733" y="19732"/>
                  <a:pt x="152057" y="29057"/>
                </a:cubicBezTo>
                <a:cubicBezTo>
                  <a:pt x="161382" y="38382"/>
                  <a:pt x="167732" y="50262"/>
                  <a:pt x="170305" y="63195"/>
                </a:cubicBezTo>
                <a:cubicBezTo>
                  <a:pt x="172878" y="76129"/>
                  <a:pt x="171557" y="89536"/>
                  <a:pt x="166510" y="101718"/>
                </a:cubicBezTo>
                <a:cubicBezTo>
                  <a:pt x="161464" y="113902"/>
                  <a:pt x="152918" y="124315"/>
                  <a:pt x="141954" y="131641"/>
                </a:cubicBezTo>
                <a:cubicBezTo>
                  <a:pt x="130989" y="138968"/>
                  <a:pt x="118098" y="142879"/>
                  <a:pt x="104911" y="142879"/>
                </a:cubicBezTo>
                <a:cubicBezTo>
                  <a:pt x="87234" y="142860"/>
                  <a:pt x="70285" y="135828"/>
                  <a:pt x="57785" y="123329"/>
                </a:cubicBezTo>
                <a:cubicBezTo>
                  <a:pt x="45286" y="110829"/>
                  <a:pt x="38255" y="93881"/>
                  <a:pt x="38236" y="76204"/>
                </a:cubicBezTo>
                <a:close/>
                <a:moveTo>
                  <a:pt x="218830" y="27590"/>
                </a:moveTo>
                <a:cubicBezTo>
                  <a:pt x="225366" y="42963"/>
                  <a:pt x="228735" y="59498"/>
                  <a:pt x="228735" y="76204"/>
                </a:cubicBezTo>
                <a:cubicBezTo>
                  <a:pt x="228735" y="92909"/>
                  <a:pt x="225366" y="109443"/>
                  <a:pt x="218830" y="124816"/>
                </a:cubicBezTo>
                <a:cubicBezTo>
                  <a:pt x="218463" y="125675"/>
                  <a:pt x="217853" y="126407"/>
                  <a:pt x="217074" y="126921"/>
                </a:cubicBezTo>
                <a:cubicBezTo>
                  <a:pt x="216294" y="127436"/>
                  <a:pt x="215382" y="127710"/>
                  <a:pt x="214449" y="127710"/>
                </a:cubicBezTo>
                <a:cubicBezTo>
                  <a:pt x="213807" y="127706"/>
                  <a:pt x="213171" y="127577"/>
                  <a:pt x="212579" y="127329"/>
                </a:cubicBezTo>
                <a:cubicBezTo>
                  <a:pt x="212003" y="127083"/>
                  <a:pt x="211482" y="126727"/>
                  <a:pt x="211044" y="126280"/>
                </a:cubicBezTo>
                <a:cubicBezTo>
                  <a:pt x="210607" y="125833"/>
                  <a:pt x="210261" y="125304"/>
                  <a:pt x="210028" y="124724"/>
                </a:cubicBezTo>
                <a:cubicBezTo>
                  <a:pt x="209795" y="124143"/>
                  <a:pt x="209678" y="123523"/>
                  <a:pt x="209685" y="122897"/>
                </a:cubicBezTo>
                <a:cubicBezTo>
                  <a:pt x="209692" y="122271"/>
                  <a:pt x="209821" y="121653"/>
                  <a:pt x="210067" y="121078"/>
                </a:cubicBezTo>
                <a:cubicBezTo>
                  <a:pt x="216101" y="106887"/>
                  <a:pt x="219211" y="91624"/>
                  <a:pt x="219211" y="76204"/>
                </a:cubicBezTo>
                <a:cubicBezTo>
                  <a:pt x="219211" y="60783"/>
                  <a:pt x="216101" y="45520"/>
                  <a:pt x="210067" y="31329"/>
                </a:cubicBezTo>
                <a:cubicBezTo>
                  <a:pt x="209571" y="30167"/>
                  <a:pt x="209557" y="28855"/>
                  <a:pt x="210028" y="27683"/>
                </a:cubicBezTo>
                <a:cubicBezTo>
                  <a:pt x="210499" y="26511"/>
                  <a:pt x="211417" y="25574"/>
                  <a:pt x="212579" y="25078"/>
                </a:cubicBezTo>
                <a:cubicBezTo>
                  <a:pt x="213741" y="24582"/>
                  <a:pt x="215052" y="24568"/>
                  <a:pt x="216225" y="25039"/>
                </a:cubicBezTo>
                <a:cubicBezTo>
                  <a:pt x="217398" y="25511"/>
                  <a:pt x="218334" y="26428"/>
                  <a:pt x="218830" y="27590"/>
                </a:cubicBezTo>
                <a:close/>
                <a:moveTo>
                  <a:pt x="266836" y="76204"/>
                </a:moveTo>
                <a:cubicBezTo>
                  <a:pt x="266863" y="98138"/>
                  <a:pt x="262405" y="119847"/>
                  <a:pt x="253739" y="139997"/>
                </a:cubicBezTo>
                <a:cubicBezTo>
                  <a:pt x="253371" y="140854"/>
                  <a:pt x="252759" y="141582"/>
                  <a:pt x="251981" y="142095"/>
                </a:cubicBezTo>
                <a:cubicBezTo>
                  <a:pt x="251202" y="142607"/>
                  <a:pt x="250290" y="142880"/>
                  <a:pt x="249358" y="142879"/>
                </a:cubicBezTo>
                <a:cubicBezTo>
                  <a:pt x="248715" y="142881"/>
                  <a:pt x="248078" y="142751"/>
                  <a:pt x="247488" y="142498"/>
                </a:cubicBezTo>
                <a:cubicBezTo>
                  <a:pt x="246913" y="142251"/>
                  <a:pt x="246391" y="141893"/>
                  <a:pt x="245953" y="141445"/>
                </a:cubicBezTo>
                <a:cubicBezTo>
                  <a:pt x="245516" y="140997"/>
                  <a:pt x="245171" y="140466"/>
                  <a:pt x="244939" y="139885"/>
                </a:cubicBezTo>
                <a:cubicBezTo>
                  <a:pt x="244707" y="139303"/>
                  <a:pt x="244591" y="138681"/>
                  <a:pt x="244600" y="138054"/>
                </a:cubicBezTo>
                <a:cubicBezTo>
                  <a:pt x="244609" y="137429"/>
                  <a:pt x="244740" y="136810"/>
                  <a:pt x="244988" y="136235"/>
                </a:cubicBezTo>
                <a:cubicBezTo>
                  <a:pt x="253088" y="117257"/>
                  <a:pt x="257263" y="96837"/>
                  <a:pt x="257263" y="76204"/>
                </a:cubicBezTo>
                <a:cubicBezTo>
                  <a:pt x="257263" y="55570"/>
                  <a:pt x="253088" y="35149"/>
                  <a:pt x="244988" y="16172"/>
                </a:cubicBezTo>
                <a:cubicBezTo>
                  <a:pt x="244741" y="15597"/>
                  <a:pt x="244609" y="14980"/>
                  <a:pt x="244601" y="14354"/>
                </a:cubicBezTo>
                <a:cubicBezTo>
                  <a:pt x="244592" y="13729"/>
                  <a:pt x="244708" y="13108"/>
                  <a:pt x="244939" y="12527"/>
                </a:cubicBezTo>
                <a:cubicBezTo>
                  <a:pt x="245170" y="11946"/>
                  <a:pt x="245514" y="11416"/>
                  <a:pt x="245952" y="10968"/>
                </a:cubicBezTo>
                <a:cubicBezTo>
                  <a:pt x="246388" y="10520"/>
                  <a:pt x="246908" y="10162"/>
                  <a:pt x="247482" y="9915"/>
                </a:cubicBezTo>
                <a:cubicBezTo>
                  <a:pt x="248057" y="9668"/>
                  <a:pt x="248675" y="9537"/>
                  <a:pt x="249300" y="9528"/>
                </a:cubicBezTo>
                <a:cubicBezTo>
                  <a:pt x="249925" y="9520"/>
                  <a:pt x="250546" y="9635"/>
                  <a:pt x="251127" y="9867"/>
                </a:cubicBezTo>
                <a:cubicBezTo>
                  <a:pt x="251708" y="10098"/>
                  <a:pt x="252238" y="10442"/>
                  <a:pt x="252686" y="10878"/>
                </a:cubicBezTo>
                <a:cubicBezTo>
                  <a:pt x="253134" y="11315"/>
                  <a:pt x="253492" y="11835"/>
                  <a:pt x="253739" y="12410"/>
                </a:cubicBezTo>
                <a:cubicBezTo>
                  <a:pt x="262405" y="32560"/>
                  <a:pt x="266863" y="54269"/>
                  <a:pt x="266836" y="76204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C38B87D-2216-9A55-190B-FA9F10F897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8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B7A44739-52B9-CBD6-AA10-8DB3016929D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2027" y="2296043"/>
            <a:ext cx="7831006" cy="78310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D29562-7DE6-A216-864B-C90AA9BD079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558" y="42026"/>
            <a:ext cx="7910205" cy="7910205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ACE8E190-A6B2-E673-C551-01276515D7D5}"/>
              </a:ext>
            </a:extLst>
          </p:cNvPr>
          <p:cNvSpPr/>
          <p:nvPr/>
        </p:nvSpPr>
        <p:spPr>
          <a:xfrm>
            <a:off x="7320494" y="2296043"/>
            <a:ext cx="3340334" cy="334032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55C2F5-A64D-050E-B64A-5A0CD77D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>
                <a:effectLst/>
              </a:rPr>
              <a:t>18 months of B2B meeting data,</a:t>
            </a:r>
            <a:br>
              <a:rPr lang="en-ID" dirty="0"/>
            </a:br>
            <a:r>
              <a:rPr lang="en-ID" dirty="0">
                <a:effectLst/>
              </a:rPr>
              <a:t>a month that widens every day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10E49D-A222-1A7B-B7C3-575BC180F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>
                <a:effectLst/>
              </a:rPr>
              <a:t>Why we can’t be copied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170185-C097-378F-ED32-22E9A241B3F1}"/>
              </a:ext>
            </a:extLst>
          </p:cNvPr>
          <p:cNvSpPr/>
          <p:nvPr/>
        </p:nvSpPr>
        <p:spPr>
          <a:xfrm>
            <a:off x="623888" y="2623376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C26DB-E619-A2E0-AF31-C2F777EAFC0A}"/>
              </a:ext>
            </a:extLst>
          </p:cNvPr>
          <p:cNvSpPr txBox="1"/>
          <p:nvPr/>
        </p:nvSpPr>
        <p:spPr>
          <a:xfrm>
            <a:off x="1339212" y="2626368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Proprietary B2B training data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A8BE7-B9B4-3355-CACA-776576E5DFD3}"/>
              </a:ext>
            </a:extLst>
          </p:cNvPr>
          <p:cNvSpPr txBox="1"/>
          <p:nvPr/>
        </p:nvSpPr>
        <p:spPr>
          <a:xfrm>
            <a:off x="1339212" y="2955977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2M+ B2B meeting </a:t>
            </a:r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transcrips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B4B4A4-7201-CBAE-1DC8-1DD204C378D4}"/>
              </a:ext>
            </a:extLst>
          </p:cNvPr>
          <p:cNvSpPr/>
          <p:nvPr/>
        </p:nvSpPr>
        <p:spPr>
          <a:xfrm>
            <a:off x="623888" y="3667520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9E592-E599-8E38-432D-CBAFE80F4DA4}"/>
              </a:ext>
            </a:extLst>
          </p:cNvPr>
          <p:cNvSpPr txBox="1"/>
          <p:nvPr/>
        </p:nvSpPr>
        <p:spPr>
          <a:xfrm>
            <a:off x="1339212" y="3667520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94% accuracy vs 76% </a:t>
            </a:r>
            <a:r>
              <a:rPr lang="en-ID" sz="16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8E64C-7AAA-6C86-52C5-C05AC2A9FB79}"/>
              </a:ext>
            </a:extLst>
          </p:cNvPr>
          <p:cNvSpPr txBox="1"/>
          <p:nvPr/>
        </p:nvSpPr>
        <p:spPr>
          <a:xfrm>
            <a:off x="1339212" y="3997129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Third-party validated benchmark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406A6A-D7F1-DE3B-309A-AC41B2E8E21C}"/>
              </a:ext>
            </a:extLst>
          </p:cNvPr>
          <p:cNvSpPr/>
          <p:nvPr/>
        </p:nvSpPr>
        <p:spPr>
          <a:xfrm>
            <a:off x="623888" y="4711664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605E80-6444-12FC-48E2-246E4D0DE238}"/>
              </a:ext>
            </a:extLst>
          </p:cNvPr>
          <p:cNvSpPr txBox="1"/>
          <p:nvPr/>
        </p:nvSpPr>
        <p:spPr>
          <a:xfrm>
            <a:off x="1339212" y="4711762"/>
            <a:ext cx="351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18+ month start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934197-488E-7B8F-B4F6-13EAB7AA38D6}"/>
              </a:ext>
            </a:extLst>
          </p:cNvPr>
          <p:cNvSpPr txBox="1"/>
          <p:nvPr/>
        </p:nvSpPr>
        <p:spPr>
          <a:xfrm>
            <a:off x="1339212" y="5041371"/>
            <a:ext cx="3515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Competitors can’t replicate quickly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B537BA-B942-1F79-46F1-E8C44DFD90A2}"/>
              </a:ext>
            </a:extLst>
          </p:cNvPr>
          <p:cNvCxnSpPr>
            <a:cxnSpLocks/>
          </p:cNvCxnSpPr>
          <p:nvPr/>
        </p:nvCxnSpPr>
        <p:spPr>
          <a:xfrm>
            <a:off x="623887" y="3450248"/>
            <a:ext cx="4548187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3E3756-3939-29DC-979D-7662032A4220}"/>
              </a:ext>
            </a:extLst>
          </p:cNvPr>
          <p:cNvCxnSpPr>
            <a:cxnSpLocks/>
          </p:cNvCxnSpPr>
          <p:nvPr/>
        </p:nvCxnSpPr>
        <p:spPr>
          <a:xfrm>
            <a:off x="623887" y="4494392"/>
            <a:ext cx="4548187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1E2F34-20E0-F78A-7BFB-37FB4D14ECA8}"/>
              </a:ext>
            </a:extLst>
          </p:cNvPr>
          <p:cNvSpPr/>
          <p:nvPr/>
        </p:nvSpPr>
        <p:spPr>
          <a:xfrm>
            <a:off x="628196" y="5867881"/>
            <a:ext cx="333420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20120F-EB1A-B843-62F3-75A7072170A7}"/>
              </a:ext>
            </a:extLst>
          </p:cNvPr>
          <p:cNvSpPr txBox="1"/>
          <p:nvPr/>
        </p:nvSpPr>
        <p:spPr>
          <a:xfrm>
            <a:off x="706405" y="5908618"/>
            <a:ext cx="3175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94% accuracy · trained on B2B meeting data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E9ABE3-48CE-4A00-C43D-7B135190D8E9}"/>
              </a:ext>
            </a:extLst>
          </p:cNvPr>
          <p:cNvSpPr/>
          <p:nvPr/>
        </p:nvSpPr>
        <p:spPr>
          <a:xfrm>
            <a:off x="8347077" y="3343681"/>
            <a:ext cx="1266824" cy="126682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3C32AB-66C5-25B0-97E5-3BD301945699}"/>
              </a:ext>
            </a:extLst>
          </p:cNvPr>
          <p:cNvSpPr/>
          <p:nvPr/>
        </p:nvSpPr>
        <p:spPr>
          <a:xfrm>
            <a:off x="8347077" y="1853619"/>
            <a:ext cx="1266824" cy="126682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665FEE9-31EC-C8AD-6DC8-674089DC1CCB}"/>
              </a:ext>
            </a:extLst>
          </p:cNvPr>
          <p:cNvSpPr/>
          <p:nvPr/>
        </p:nvSpPr>
        <p:spPr>
          <a:xfrm>
            <a:off x="8347077" y="4853168"/>
            <a:ext cx="1266824" cy="126682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3CCAA4-39CF-7CB7-0F69-C296DE4BCC2D}"/>
              </a:ext>
            </a:extLst>
          </p:cNvPr>
          <p:cNvSpPr txBox="1"/>
          <p:nvPr/>
        </p:nvSpPr>
        <p:spPr>
          <a:xfrm>
            <a:off x="8367139" y="3715481"/>
            <a:ext cx="122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Data</a:t>
            </a:r>
            <a:b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Flywheel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A8FF9-4140-CF01-0D8E-B0A80EBB1BFF}"/>
              </a:ext>
            </a:extLst>
          </p:cNvPr>
          <p:cNvSpPr txBox="1"/>
          <p:nvPr/>
        </p:nvSpPr>
        <p:spPr>
          <a:xfrm>
            <a:off x="8367139" y="2225419"/>
            <a:ext cx="122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More </a:t>
            </a:r>
          </a:p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users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E595C-30FD-E411-4307-21B0982B8D82}"/>
              </a:ext>
            </a:extLst>
          </p:cNvPr>
          <p:cNvSpPr txBox="1"/>
          <p:nvPr/>
        </p:nvSpPr>
        <p:spPr>
          <a:xfrm>
            <a:off x="8367139" y="5224968"/>
            <a:ext cx="122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Better </a:t>
            </a:r>
          </a:p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AI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DB7E72C-A1BF-BCEB-3E93-ACB2C888776B}"/>
              </a:ext>
            </a:extLst>
          </p:cNvPr>
          <p:cNvSpPr/>
          <p:nvPr/>
        </p:nvSpPr>
        <p:spPr>
          <a:xfrm>
            <a:off x="6841592" y="3343681"/>
            <a:ext cx="1266824" cy="126682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7FA2D4-4DB1-3DB6-C4C3-491D37EA0BBC}"/>
              </a:ext>
            </a:extLst>
          </p:cNvPr>
          <p:cNvSpPr txBox="1"/>
          <p:nvPr/>
        </p:nvSpPr>
        <p:spPr>
          <a:xfrm>
            <a:off x="6861654" y="3715481"/>
            <a:ext cx="122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Higher</a:t>
            </a:r>
          </a:p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accuracy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10AED80-E59C-C76F-6FBB-5E8F6047DD71}"/>
              </a:ext>
            </a:extLst>
          </p:cNvPr>
          <p:cNvSpPr/>
          <p:nvPr/>
        </p:nvSpPr>
        <p:spPr>
          <a:xfrm>
            <a:off x="9852562" y="3343681"/>
            <a:ext cx="1266824" cy="126682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7C7D0-FAA5-D973-C642-8C421563F917}"/>
              </a:ext>
            </a:extLst>
          </p:cNvPr>
          <p:cNvSpPr txBox="1"/>
          <p:nvPr/>
        </p:nvSpPr>
        <p:spPr>
          <a:xfrm>
            <a:off x="9872624" y="3715481"/>
            <a:ext cx="122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More</a:t>
            </a:r>
          </a:p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data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7" name="Graphic 29">
            <a:extLst>
              <a:ext uri="{FF2B5EF4-FFF2-40B4-BE49-F238E27FC236}">
                <a16:creationId xmlns:a16="http://schemas.microsoft.com/office/drawing/2014/main" id="{9D744930-16FD-851B-2EE5-ECE7944A4938}"/>
              </a:ext>
            </a:extLst>
          </p:cNvPr>
          <p:cNvSpPr/>
          <p:nvPr/>
        </p:nvSpPr>
        <p:spPr>
          <a:xfrm>
            <a:off x="791126" y="3834759"/>
            <a:ext cx="275124" cy="275122"/>
          </a:xfrm>
          <a:custGeom>
            <a:avLst/>
            <a:gdLst>
              <a:gd name="csX0" fmla="*/ 241721 w 257223"/>
              <a:gd name="csY0" fmla="*/ 101918 h 257223"/>
              <a:gd name="csX1" fmla="*/ 229815 w 257223"/>
              <a:gd name="csY1" fmla="*/ 86678 h 257223"/>
              <a:gd name="csX2" fmla="*/ 227648 w 257223"/>
              <a:gd name="csY2" fmla="*/ 68330 h 257223"/>
              <a:gd name="csX3" fmla="*/ 219515 w 257223"/>
              <a:gd name="csY3" fmla="*/ 37683 h 257223"/>
              <a:gd name="csX4" fmla="*/ 188869 w 257223"/>
              <a:gd name="csY4" fmla="*/ 29551 h 257223"/>
              <a:gd name="csX5" fmla="*/ 170522 w 257223"/>
              <a:gd name="csY5" fmla="*/ 27384 h 257223"/>
              <a:gd name="csX6" fmla="*/ 155282 w 257223"/>
              <a:gd name="csY6" fmla="*/ 15478 h 257223"/>
              <a:gd name="csX7" fmla="*/ 128588 w 257223"/>
              <a:gd name="csY7" fmla="*/ 0 h 257223"/>
              <a:gd name="csX8" fmla="*/ 101894 w 257223"/>
              <a:gd name="csY8" fmla="*/ 15478 h 257223"/>
              <a:gd name="csX9" fmla="*/ 86654 w 257223"/>
              <a:gd name="csY9" fmla="*/ 27384 h 257223"/>
              <a:gd name="csX10" fmla="*/ 68306 w 257223"/>
              <a:gd name="csY10" fmla="*/ 29551 h 257223"/>
              <a:gd name="csX11" fmla="*/ 37659 w 257223"/>
              <a:gd name="csY11" fmla="*/ 37683 h 257223"/>
              <a:gd name="csX12" fmla="*/ 29551 w 257223"/>
              <a:gd name="csY12" fmla="*/ 68330 h 257223"/>
              <a:gd name="csX13" fmla="*/ 27384 w 257223"/>
              <a:gd name="csY13" fmla="*/ 86678 h 257223"/>
              <a:gd name="csX14" fmla="*/ 15478 w 257223"/>
              <a:gd name="csY14" fmla="*/ 101918 h 257223"/>
              <a:gd name="csX15" fmla="*/ 0 w 257223"/>
              <a:gd name="csY15" fmla="*/ 128612 h 257223"/>
              <a:gd name="csX16" fmla="*/ 15478 w 257223"/>
              <a:gd name="csY16" fmla="*/ 155306 h 257223"/>
              <a:gd name="csX17" fmla="*/ 27384 w 257223"/>
              <a:gd name="csY17" fmla="*/ 170546 h 257223"/>
              <a:gd name="csX18" fmla="*/ 29551 w 257223"/>
              <a:gd name="csY18" fmla="*/ 188893 h 257223"/>
              <a:gd name="csX19" fmla="*/ 37683 w 257223"/>
              <a:gd name="csY19" fmla="*/ 219539 h 257223"/>
              <a:gd name="csX20" fmla="*/ 68330 w 257223"/>
              <a:gd name="csY20" fmla="*/ 227672 h 257223"/>
              <a:gd name="csX21" fmla="*/ 86678 w 257223"/>
              <a:gd name="csY21" fmla="*/ 229839 h 257223"/>
              <a:gd name="csX22" fmla="*/ 101918 w 257223"/>
              <a:gd name="csY22" fmla="*/ 241745 h 257223"/>
              <a:gd name="csX23" fmla="*/ 128612 w 257223"/>
              <a:gd name="csY23" fmla="*/ 257223 h 257223"/>
              <a:gd name="csX24" fmla="*/ 155306 w 257223"/>
              <a:gd name="csY24" fmla="*/ 241745 h 257223"/>
              <a:gd name="csX25" fmla="*/ 170546 w 257223"/>
              <a:gd name="csY25" fmla="*/ 229839 h 257223"/>
              <a:gd name="csX26" fmla="*/ 188893 w 257223"/>
              <a:gd name="csY26" fmla="*/ 227672 h 257223"/>
              <a:gd name="csX27" fmla="*/ 219539 w 257223"/>
              <a:gd name="csY27" fmla="*/ 219539 h 257223"/>
              <a:gd name="csX28" fmla="*/ 227672 w 257223"/>
              <a:gd name="csY28" fmla="*/ 188893 h 257223"/>
              <a:gd name="csX29" fmla="*/ 229839 w 257223"/>
              <a:gd name="csY29" fmla="*/ 170546 h 257223"/>
              <a:gd name="csX30" fmla="*/ 241745 w 257223"/>
              <a:gd name="csY30" fmla="*/ 155306 h 257223"/>
              <a:gd name="csX31" fmla="*/ 257223 w 257223"/>
              <a:gd name="csY31" fmla="*/ 128612 h 257223"/>
              <a:gd name="csX32" fmla="*/ 241721 w 257223"/>
              <a:gd name="csY32" fmla="*/ 101918 h 257223"/>
              <a:gd name="csX33" fmla="*/ 234839 w 257223"/>
              <a:gd name="csY33" fmla="*/ 148709 h 257223"/>
              <a:gd name="csX34" fmla="*/ 221063 w 257223"/>
              <a:gd name="csY34" fmla="*/ 166902 h 257223"/>
              <a:gd name="csX35" fmla="*/ 218171 w 257223"/>
              <a:gd name="csY35" fmla="*/ 188750 h 257223"/>
              <a:gd name="csX36" fmla="*/ 212824 w 257223"/>
              <a:gd name="csY36" fmla="*/ 212800 h 257223"/>
              <a:gd name="csX37" fmla="*/ 188774 w 257223"/>
              <a:gd name="csY37" fmla="*/ 218147 h 257223"/>
              <a:gd name="csX38" fmla="*/ 166926 w 257223"/>
              <a:gd name="csY38" fmla="*/ 221039 h 257223"/>
              <a:gd name="csX39" fmla="*/ 148733 w 257223"/>
              <a:gd name="csY39" fmla="*/ 234815 h 257223"/>
              <a:gd name="csX40" fmla="*/ 128612 w 257223"/>
              <a:gd name="csY40" fmla="*/ 247674 h 257223"/>
              <a:gd name="csX41" fmla="*/ 108514 w 257223"/>
              <a:gd name="csY41" fmla="*/ 234815 h 257223"/>
              <a:gd name="csX42" fmla="*/ 90321 w 257223"/>
              <a:gd name="csY42" fmla="*/ 221039 h 257223"/>
              <a:gd name="csX43" fmla="*/ 68473 w 257223"/>
              <a:gd name="csY43" fmla="*/ 218147 h 257223"/>
              <a:gd name="csX44" fmla="*/ 44422 w 257223"/>
              <a:gd name="csY44" fmla="*/ 212800 h 257223"/>
              <a:gd name="csX45" fmla="*/ 39076 w 257223"/>
              <a:gd name="csY45" fmla="*/ 188750 h 257223"/>
              <a:gd name="csX46" fmla="*/ 36183 w 257223"/>
              <a:gd name="csY46" fmla="*/ 166902 h 257223"/>
              <a:gd name="csX47" fmla="*/ 22408 w 257223"/>
              <a:gd name="csY47" fmla="*/ 148709 h 257223"/>
              <a:gd name="csX48" fmla="*/ 9549 w 257223"/>
              <a:gd name="csY48" fmla="*/ 128612 h 257223"/>
              <a:gd name="csX49" fmla="*/ 22408 w 257223"/>
              <a:gd name="csY49" fmla="*/ 108514 h 257223"/>
              <a:gd name="csX50" fmla="*/ 36183 w 257223"/>
              <a:gd name="csY50" fmla="*/ 90321 h 257223"/>
              <a:gd name="csX51" fmla="*/ 39076 w 257223"/>
              <a:gd name="csY51" fmla="*/ 68473 h 257223"/>
              <a:gd name="csX52" fmla="*/ 44422 w 257223"/>
              <a:gd name="csY52" fmla="*/ 44422 h 257223"/>
              <a:gd name="csX53" fmla="*/ 68473 w 257223"/>
              <a:gd name="csY53" fmla="*/ 39076 h 257223"/>
              <a:gd name="csX54" fmla="*/ 90321 w 257223"/>
              <a:gd name="csY54" fmla="*/ 36183 h 257223"/>
              <a:gd name="csX55" fmla="*/ 108514 w 257223"/>
              <a:gd name="csY55" fmla="*/ 22408 h 257223"/>
              <a:gd name="csX56" fmla="*/ 128612 w 257223"/>
              <a:gd name="csY56" fmla="*/ 9549 h 257223"/>
              <a:gd name="csX57" fmla="*/ 148709 w 257223"/>
              <a:gd name="csY57" fmla="*/ 22408 h 257223"/>
              <a:gd name="csX58" fmla="*/ 166902 w 257223"/>
              <a:gd name="csY58" fmla="*/ 36183 h 257223"/>
              <a:gd name="csX59" fmla="*/ 188750 w 257223"/>
              <a:gd name="csY59" fmla="*/ 39076 h 257223"/>
              <a:gd name="csX60" fmla="*/ 212800 w 257223"/>
              <a:gd name="csY60" fmla="*/ 44422 h 257223"/>
              <a:gd name="csX61" fmla="*/ 218147 w 257223"/>
              <a:gd name="csY61" fmla="*/ 68473 h 257223"/>
              <a:gd name="csX62" fmla="*/ 221039 w 257223"/>
              <a:gd name="csY62" fmla="*/ 90321 h 257223"/>
              <a:gd name="csX63" fmla="*/ 234815 w 257223"/>
              <a:gd name="csY63" fmla="*/ 108514 h 257223"/>
              <a:gd name="csX64" fmla="*/ 247674 w 257223"/>
              <a:gd name="csY64" fmla="*/ 128612 h 257223"/>
              <a:gd name="csX65" fmla="*/ 234815 w 257223"/>
              <a:gd name="csY65" fmla="*/ 148709 h 257223"/>
              <a:gd name="csX66" fmla="*/ 234839 w 257223"/>
              <a:gd name="csY66" fmla="*/ 148709 h 257223"/>
              <a:gd name="csX67" fmla="*/ 114324 w 257223"/>
              <a:gd name="csY67" fmla="*/ 90512 h 257223"/>
              <a:gd name="csX68" fmla="*/ 110310 w 257223"/>
              <a:gd name="csY68" fmla="*/ 77281 h 257223"/>
              <a:gd name="csX69" fmla="*/ 99624 w 257223"/>
              <a:gd name="csY69" fmla="*/ 68511 h 257223"/>
              <a:gd name="csX70" fmla="*/ 85865 w 257223"/>
              <a:gd name="csY70" fmla="*/ 67156 h 257223"/>
              <a:gd name="csX71" fmla="*/ 73673 w 257223"/>
              <a:gd name="csY71" fmla="*/ 73673 h 257223"/>
              <a:gd name="csX72" fmla="*/ 67156 w 257223"/>
              <a:gd name="csY72" fmla="*/ 85865 h 257223"/>
              <a:gd name="csX73" fmla="*/ 68511 w 257223"/>
              <a:gd name="csY73" fmla="*/ 99624 h 257223"/>
              <a:gd name="csX74" fmla="*/ 77281 w 257223"/>
              <a:gd name="csY74" fmla="*/ 110310 h 257223"/>
              <a:gd name="csX75" fmla="*/ 90512 w 257223"/>
              <a:gd name="csY75" fmla="*/ 114324 h 257223"/>
              <a:gd name="csX76" fmla="*/ 107349 w 257223"/>
              <a:gd name="csY76" fmla="*/ 107349 h 257223"/>
              <a:gd name="csX77" fmla="*/ 114324 w 257223"/>
              <a:gd name="csY77" fmla="*/ 90512 h 257223"/>
              <a:gd name="csX78" fmla="*/ 76224 w 257223"/>
              <a:gd name="csY78" fmla="*/ 90512 h 257223"/>
              <a:gd name="csX79" fmla="*/ 78632 w 257223"/>
              <a:gd name="csY79" fmla="*/ 82574 h 257223"/>
              <a:gd name="csX80" fmla="*/ 85043 w 257223"/>
              <a:gd name="csY80" fmla="*/ 77311 h 257223"/>
              <a:gd name="csX81" fmla="*/ 93299 w 257223"/>
              <a:gd name="csY81" fmla="*/ 76499 h 257223"/>
              <a:gd name="csX82" fmla="*/ 100614 w 257223"/>
              <a:gd name="csY82" fmla="*/ 80409 h 257223"/>
              <a:gd name="csX83" fmla="*/ 104524 w 257223"/>
              <a:gd name="csY83" fmla="*/ 87724 h 257223"/>
              <a:gd name="csX84" fmla="*/ 103711 w 257223"/>
              <a:gd name="csY84" fmla="*/ 95979 h 257223"/>
              <a:gd name="csX85" fmla="*/ 98449 w 257223"/>
              <a:gd name="csY85" fmla="*/ 102391 h 257223"/>
              <a:gd name="csX86" fmla="*/ 90512 w 257223"/>
              <a:gd name="csY86" fmla="*/ 104799 h 257223"/>
              <a:gd name="csX87" fmla="*/ 80409 w 257223"/>
              <a:gd name="csY87" fmla="*/ 100614 h 257223"/>
              <a:gd name="csX88" fmla="*/ 76224 w 257223"/>
              <a:gd name="csY88" fmla="*/ 90512 h 257223"/>
              <a:gd name="csX89" fmla="*/ 166712 w 257223"/>
              <a:gd name="csY89" fmla="*/ 142899 h 257223"/>
              <a:gd name="csX90" fmla="*/ 153481 w 257223"/>
              <a:gd name="csY90" fmla="*/ 146912 h 257223"/>
              <a:gd name="csX91" fmla="*/ 144712 w 257223"/>
              <a:gd name="csY91" fmla="*/ 157599 h 257223"/>
              <a:gd name="csX92" fmla="*/ 143356 w 257223"/>
              <a:gd name="csY92" fmla="*/ 171357 h 257223"/>
              <a:gd name="csX93" fmla="*/ 149873 w 257223"/>
              <a:gd name="csY93" fmla="*/ 183549 h 257223"/>
              <a:gd name="csX94" fmla="*/ 162065 w 257223"/>
              <a:gd name="csY94" fmla="*/ 190066 h 257223"/>
              <a:gd name="csX95" fmla="*/ 175824 w 257223"/>
              <a:gd name="csY95" fmla="*/ 188712 h 257223"/>
              <a:gd name="csX96" fmla="*/ 186510 w 257223"/>
              <a:gd name="csY96" fmla="*/ 179941 h 257223"/>
              <a:gd name="csX97" fmla="*/ 190524 w 257223"/>
              <a:gd name="csY97" fmla="*/ 166712 h 257223"/>
              <a:gd name="csX98" fmla="*/ 183549 w 257223"/>
              <a:gd name="csY98" fmla="*/ 149873 h 257223"/>
              <a:gd name="csX99" fmla="*/ 166712 w 257223"/>
              <a:gd name="csY99" fmla="*/ 142899 h 257223"/>
              <a:gd name="csX100" fmla="*/ 166712 w 257223"/>
              <a:gd name="csY100" fmla="*/ 180999 h 257223"/>
              <a:gd name="csX101" fmla="*/ 158774 w 257223"/>
              <a:gd name="csY101" fmla="*/ 178591 h 257223"/>
              <a:gd name="csX102" fmla="*/ 153511 w 257223"/>
              <a:gd name="csY102" fmla="*/ 172179 h 257223"/>
              <a:gd name="csX103" fmla="*/ 152699 w 257223"/>
              <a:gd name="csY103" fmla="*/ 163924 h 257223"/>
              <a:gd name="csX104" fmla="*/ 156609 w 257223"/>
              <a:gd name="csY104" fmla="*/ 156609 h 257223"/>
              <a:gd name="csX105" fmla="*/ 163924 w 257223"/>
              <a:gd name="csY105" fmla="*/ 152699 h 257223"/>
              <a:gd name="csX106" fmla="*/ 172179 w 257223"/>
              <a:gd name="csY106" fmla="*/ 153511 h 257223"/>
              <a:gd name="csX107" fmla="*/ 178591 w 257223"/>
              <a:gd name="csY107" fmla="*/ 158774 h 257223"/>
              <a:gd name="csX108" fmla="*/ 180999 w 257223"/>
              <a:gd name="csY108" fmla="*/ 166712 h 257223"/>
              <a:gd name="csX109" fmla="*/ 176814 w 257223"/>
              <a:gd name="csY109" fmla="*/ 176814 h 257223"/>
              <a:gd name="csX110" fmla="*/ 166712 w 257223"/>
              <a:gd name="csY110" fmla="*/ 180999 h 257223"/>
              <a:gd name="csX111" fmla="*/ 179606 w 257223"/>
              <a:gd name="csY111" fmla="*/ 84356 h 257223"/>
              <a:gd name="csX112" fmla="*/ 84356 w 257223"/>
              <a:gd name="csY112" fmla="*/ 179606 h 257223"/>
              <a:gd name="csX113" fmla="*/ 80987 w 257223"/>
              <a:gd name="csY113" fmla="*/ 181001 h 257223"/>
              <a:gd name="csX114" fmla="*/ 77617 w 257223"/>
              <a:gd name="csY114" fmla="*/ 179606 h 257223"/>
              <a:gd name="csX115" fmla="*/ 76221 w 257223"/>
              <a:gd name="csY115" fmla="*/ 176237 h 257223"/>
              <a:gd name="csX116" fmla="*/ 77617 w 257223"/>
              <a:gd name="csY116" fmla="*/ 172867 h 257223"/>
              <a:gd name="csX117" fmla="*/ 172867 w 257223"/>
              <a:gd name="csY117" fmla="*/ 77617 h 257223"/>
              <a:gd name="csX118" fmla="*/ 174413 w 257223"/>
              <a:gd name="csY118" fmla="*/ 76584 h 257223"/>
              <a:gd name="csX119" fmla="*/ 176237 w 257223"/>
              <a:gd name="csY119" fmla="*/ 76221 h 257223"/>
              <a:gd name="csX120" fmla="*/ 178060 w 257223"/>
              <a:gd name="csY120" fmla="*/ 76584 h 257223"/>
              <a:gd name="csX121" fmla="*/ 179606 w 257223"/>
              <a:gd name="csY121" fmla="*/ 77617 h 257223"/>
              <a:gd name="csX122" fmla="*/ 180639 w 257223"/>
              <a:gd name="csY122" fmla="*/ 79163 h 257223"/>
              <a:gd name="csX123" fmla="*/ 181001 w 257223"/>
              <a:gd name="csY123" fmla="*/ 80987 h 257223"/>
              <a:gd name="csX124" fmla="*/ 180639 w 257223"/>
              <a:gd name="csY124" fmla="*/ 82810 h 257223"/>
              <a:gd name="csX125" fmla="*/ 179606 w 257223"/>
              <a:gd name="csY125" fmla="*/ 84356 h 257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257223" h="257223">
                <a:moveTo>
                  <a:pt x="241721" y="101918"/>
                </a:moveTo>
                <a:cubicBezTo>
                  <a:pt x="236959" y="96917"/>
                  <a:pt x="231958" y="91750"/>
                  <a:pt x="229815" y="86678"/>
                </a:cubicBezTo>
                <a:cubicBezTo>
                  <a:pt x="227850" y="81915"/>
                  <a:pt x="227755" y="75331"/>
                  <a:pt x="227648" y="68330"/>
                </a:cubicBezTo>
                <a:cubicBezTo>
                  <a:pt x="227481" y="57614"/>
                  <a:pt x="227302" y="45482"/>
                  <a:pt x="219515" y="37683"/>
                </a:cubicBezTo>
                <a:cubicBezTo>
                  <a:pt x="211729" y="29885"/>
                  <a:pt x="199584" y="29718"/>
                  <a:pt x="188869" y="29551"/>
                </a:cubicBezTo>
                <a:cubicBezTo>
                  <a:pt x="181868" y="29444"/>
                  <a:pt x="175260" y="29349"/>
                  <a:pt x="170522" y="27384"/>
                </a:cubicBezTo>
                <a:cubicBezTo>
                  <a:pt x="165450" y="25289"/>
                  <a:pt x="160282" y="20324"/>
                  <a:pt x="155282" y="15478"/>
                </a:cubicBezTo>
                <a:cubicBezTo>
                  <a:pt x="147328" y="7858"/>
                  <a:pt x="139101" y="0"/>
                  <a:pt x="128588" y="0"/>
                </a:cubicBezTo>
                <a:cubicBezTo>
                  <a:pt x="118074" y="0"/>
                  <a:pt x="109847" y="7882"/>
                  <a:pt x="101894" y="15478"/>
                </a:cubicBezTo>
                <a:cubicBezTo>
                  <a:pt x="96893" y="20241"/>
                  <a:pt x="91726" y="25241"/>
                  <a:pt x="86654" y="27384"/>
                </a:cubicBezTo>
                <a:cubicBezTo>
                  <a:pt x="81892" y="29349"/>
                  <a:pt x="75307" y="29444"/>
                  <a:pt x="68306" y="29551"/>
                </a:cubicBezTo>
                <a:cubicBezTo>
                  <a:pt x="57591" y="29718"/>
                  <a:pt x="45458" y="29897"/>
                  <a:pt x="37659" y="37683"/>
                </a:cubicBezTo>
                <a:cubicBezTo>
                  <a:pt x="29861" y="45470"/>
                  <a:pt x="29718" y="57614"/>
                  <a:pt x="29551" y="68330"/>
                </a:cubicBezTo>
                <a:cubicBezTo>
                  <a:pt x="29444" y="75331"/>
                  <a:pt x="29349" y="81939"/>
                  <a:pt x="27384" y="86678"/>
                </a:cubicBezTo>
                <a:cubicBezTo>
                  <a:pt x="25289" y="91750"/>
                  <a:pt x="20324" y="96917"/>
                  <a:pt x="15478" y="101918"/>
                </a:cubicBezTo>
                <a:cubicBezTo>
                  <a:pt x="7858" y="109871"/>
                  <a:pt x="0" y="118098"/>
                  <a:pt x="0" y="128612"/>
                </a:cubicBezTo>
                <a:cubicBezTo>
                  <a:pt x="0" y="139124"/>
                  <a:pt x="7882" y="147352"/>
                  <a:pt x="15478" y="155306"/>
                </a:cubicBezTo>
                <a:cubicBezTo>
                  <a:pt x="20241" y="160306"/>
                  <a:pt x="25241" y="165473"/>
                  <a:pt x="27384" y="170546"/>
                </a:cubicBezTo>
                <a:cubicBezTo>
                  <a:pt x="29349" y="175308"/>
                  <a:pt x="29444" y="181892"/>
                  <a:pt x="29551" y="188893"/>
                </a:cubicBezTo>
                <a:cubicBezTo>
                  <a:pt x="29718" y="199608"/>
                  <a:pt x="29897" y="211741"/>
                  <a:pt x="37683" y="219539"/>
                </a:cubicBezTo>
                <a:cubicBezTo>
                  <a:pt x="45470" y="227338"/>
                  <a:pt x="57614" y="227505"/>
                  <a:pt x="68330" y="227672"/>
                </a:cubicBezTo>
                <a:cubicBezTo>
                  <a:pt x="75331" y="227778"/>
                  <a:pt x="81939" y="227874"/>
                  <a:pt x="86678" y="229839"/>
                </a:cubicBezTo>
                <a:cubicBezTo>
                  <a:pt x="91750" y="231934"/>
                  <a:pt x="96917" y="236899"/>
                  <a:pt x="101918" y="241745"/>
                </a:cubicBezTo>
                <a:cubicBezTo>
                  <a:pt x="109871" y="249365"/>
                  <a:pt x="118098" y="257223"/>
                  <a:pt x="128612" y="257223"/>
                </a:cubicBezTo>
                <a:cubicBezTo>
                  <a:pt x="139124" y="257223"/>
                  <a:pt x="147352" y="249341"/>
                  <a:pt x="155306" y="241745"/>
                </a:cubicBezTo>
                <a:cubicBezTo>
                  <a:pt x="160306" y="236982"/>
                  <a:pt x="165473" y="231982"/>
                  <a:pt x="170546" y="229839"/>
                </a:cubicBezTo>
                <a:cubicBezTo>
                  <a:pt x="175308" y="227874"/>
                  <a:pt x="181892" y="227778"/>
                  <a:pt x="188893" y="227672"/>
                </a:cubicBezTo>
                <a:cubicBezTo>
                  <a:pt x="199608" y="227505"/>
                  <a:pt x="211741" y="227326"/>
                  <a:pt x="219539" y="219539"/>
                </a:cubicBezTo>
                <a:cubicBezTo>
                  <a:pt x="227338" y="211753"/>
                  <a:pt x="227505" y="199608"/>
                  <a:pt x="227672" y="188893"/>
                </a:cubicBezTo>
                <a:cubicBezTo>
                  <a:pt x="227778" y="181892"/>
                  <a:pt x="227874" y="175284"/>
                  <a:pt x="229839" y="170546"/>
                </a:cubicBezTo>
                <a:cubicBezTo>
                  <a:pt x="231934" y="165473"/>
                  <a:pt x="236899" y="160306"/>
                  <a:pt x="241745" y="155306"/>
                </a:cubicBezTo>
                <a:cubicBezTo>
                  <a:pt x="249365" y="147352"/>
                  <a:pt x="257223" y="139124"/>
                  <a:pt x="257223" y="128612"/>
                </a:cubicBezTo>
                <a:cubicBezTo>
                  <a:pt x="257223" y="118098"/>
                  <a:pt x="249317" y="109871"/>
                  <a:pt x="241721" y="101918"/>
                </a:cubicBezTo>
                <a:close/>
                <a:moveTo>
                  <a:pt x="234839" y="148709"/>
                </a:moveTo>
                <a:cubicBezTo>
                  <a:pt x="229434" y="154341"/>
                  <a:pt x="223838" y="160175"/>
                  <a:pt x="221063" y="166902"/>
                </a:cubicBezTo>
                <a:cubicBezTo>
                  <a:pt x="218409" y="173319"/>
                  <a:pt x="218290" y="181190"/>
                  <a:pt x="218171" y="188750"/>
                </a:cubicBezTo>
                <a:cubicBezTo>
                  <a:pt x="218028" y="198513"/>
                  <a:pt x="217885" y="207800"/>
                  <a:pt x="212824" y="212800"/>
                </a:cubicBezTo>
                <a:cubicBezTo>
                  <a:pt x="207764" y="217801"/>
                  <a:pt x="198537" y="218004"/>
                  <a:pt x="188774" y="218147"/>
                </a:cubicBezTo>
                <a:cubicBezTo>
                  <a:pt x="181190" y="218266"/>
                  <a:pt x="173295" y="218385"/>
                  <a:pt x="166926" y="221039"/>
                </a:cubicBezTo>
                <a:cubicBezTo>
                  <a:pt x="160199" y="223826"/>
                  <a:pt x="154364" y="229374"/>
                  <a:pt x="148733" y="234815"/>
                </a:cubicBezTo>
                <a:cubicBezTo>
                  <a:pt x="141815" y="241423"/>
                  <a:pt x="135303" y="247674"/>
                  <a:pt x="128612" y="247674"/>
                </a:cubicBezTo>
                <a:cubicBezTo>
                  <a:pt x="121920" y="247674"/>
                  <a:pt x="115407" y="241423"/>
                  <a:pt x="108514" y="234815"/>
                </a:cubicBezTo>
                <a:cubicBezTo>
                  <a:pt x="102882" y="229410"/>
                  <a:pt x="97048" y="223826"/>
                  <a:pt x="90321" y="221039"/>
                </a:cubicBezTo>
                <a:cubicBezTo>
                  <a:pt x="83903" y="218385"/>
                  <a:pt x="76034" y="218266"/>
                  <a:pt x="68473" y="218147"/>
                </a:cubicBezTo>
                <a:cubicBezTo>
                  <a:pt x="58710" y="218004"/>
                  <a:pt x="49482" y="217861"/>
                  <a:pt x="44422" y="212800"/>
                </a:cubicBezTo>
                <a:cubicBezTo>
                  <a:pt x="39362" y="207741"/>
                  <a:pt x="39219" y="198513"/>
                  <a:pt x="39076" y="188750"/>
                </a:cubicBezTo>
                <a:cubicBezTo>
                  <a:pt x="38957" y="181166"/>
                  <a:pt x="38838" y="173272"/>
                  <a:pt x="36183" y="166902"/>
                </a:cubicBezTo>
                <a:cubicBezTo>
                  <a:pt x="33409" y="160175"/>
                  <a:pt x="27849" y="154341"/>
                  <a:pt x="22408" y="148709"/>
                </a:cubicBezTo>
                <a:cubicBezTo>
                  <a:pt x="15800" y="141815"/>
                  <a:pt x="9549" y="135303"/>
                  <a:pt x="9549" y="128612"/>
                </a:cubicBezTo>
                <a:cubicBezTo>
                  <a:pt x="9549" y="121920"/>
                  <a:pt x="15800" y="115407"/>
                  <a:pt x="22408" y="108514"/>
                </a:cubicBezTo>
                <a:cubicBezTo>
                  <a:pt x="27813" y="102882"/>
                  <a:pt x="33409" y="97048"/>
                  <a:pt x="36183" y="90321"/>
                </a:cubicBezTo>
                <a:cubicBezTo>
                  <a:pt x="38838" y="83903"/>
                  <a:pt x="38957" y="76034"/>
                  <a:pt x="39076" y="68473"/>
                </a:cubicBezTo>
                <a:cubicBezTo>
                  <a:pt x="39219" y="58710"/>
                  <a:pt x="39362" y="49482"/>
                  <a:pt x="44422" y="44422"/>
                </a:cubicBezTo>
                <a:cubicBezTo>
                  <a:pt x="49482" y="39362"/>
                  <a:pt x="58710" y="39219"/>
                  <a:pt x="68473" y="39076"/>
                </a:cubicBezTo>
                <a:cubicBezTo>
                  <a:pt x="76058" y="38957"/>
                  <a:pt x="83951" y="38838"/>
                  <a:pt x="90321" y="36183"/>
                </a:cubicBezTo>
                <a:cubicBezTo>
                  <a:pt x="97048" y="33397"/>
                  <a:pt x="102882" y="27849"/>
                  <a:pt x="108514" y="22408"/>
                </a:cubicBezTo>
                <a:cubicBezTo>
                  <a:pt x="115407" y="15800"/>
                  <a:pt x="121920" y="9549"/>
                  <a:pt x="128612" y="9549"/>
                </a:cubicBezTo>
                <a:cubicBezTo>
                  <a:pt x="135303" y="9549"/>
                  <a:pt x="141815" y="15800"/>
                  <a:pt x="148709" y="22408"/>
                </a:cubicBezTo>
                <a:cubicBezTo>
                  <a:pt x="154341" y="27813"/>
                  <a:pt x="160175" y="33397"/>
                  <a:pt x="166902" y="36183"/>
                </a:cubicBezTo>
                <a:cubicBezTo>
                  <a:pt x="173319" y="38838"/>
                  <a:pt x="181190" y="38957"/>
                  <a:pt x="188750" y="39076"/>
                </a:cubicBezTo>
                <a:cubicBezTo>
                  <a:pt x="198513" y="39219"/>
                  <a:pt x="207800" y="39362"/>
                  <a:pt x="212800" y="44422"/>
                </a:cubicBezTo>
                <a:cubicBezTo>
                  <a:pt x="217801" y="49482"/>
                  <a:pt x="218004" y="58710"/>
                  <a:pt x="218147" y="68473"/>
                </a:cubicBezTo>
                <a:cubicBezTo>
                  <a:pt x="218266" y="76058"/>
                  <a:pt x="218385" y="83951"/>
                  <a:pt x="221039" y="90321"/>
                </a:cubicBezTo>
                <a:cubicBezTo>
                  <a:pt x="223814" y="97048"/>
                  <a:pt x="229374" y="102882"/>
                  <a:pt x="234815" y="108514"/>
                </a:cubicBezTo>
                <a:cubicBezTo>
                  <a:pt x="241423" y="115407"/>
                  <a:pt x="247674" y="121920"/>
                  <a:pt x="247674" y="128612"/>
                </a:cubicBezTo>
                <a:cubicBezTo>
                  <a:pt x="247674" y="135303"/>
                  <a:pt x="241423" y="141815"/>
                  <a:pt x="234815" y="148709"/>
                </a:cubicBezTo>
                <a:lnTo>
                  <a:pt x="234839" y="148709"/>
                </a:lnTo>
                <a:close/>
                <a:moveTo>
                  <a:pt x="114324" y="90512"/>
                </a:moveTo>
                <a:cubicBezTo>
                  <a:pt x="114324" y="85802"/>
                  <a:pt x="112927" y="81198"/>
                  <a:pt x="110310" y="77281"/>
                </a:cubicBezTo>
                <a:cubicBezTo>
                  <a:pt x="107694" y="73366"/>
                  <a:pt x="103975" y="70314"/>
                  <a:pt x="99624" y="68511"/>
                </a:cubicBezTo>
                <a:cubicBezTo>
                  <a:pt x="95273" y="66709"/>
                  <a:pt x="90485" y="66238"/>
                  <a:pt x="85865" y="67156"/>
                </a:cubicBezTo>
                <a:cubicBezTo>
                  <a:pt x="81247" y="68075"/>
                  <a:pt x="77003" y="70343"/>
                  <a:pt x="73673" y="73673"/>
                </a:cubicBezTo>
                <a:cubicBezTo>
                  <a:pt x="70343" y="77003"/>
                  <a:pt x="68075" y="81247"/>
                  <a:pt x="67156" y="85865"/>
                </a:cubicBezTo>
                <a:cubicBezTo>
                  <a:pt x="66238" y="90485"/>
                  <a:pt x="66709" y="95273"/>
                  <a:pt x="68511" y="99624"/>
                </a:cubicBezTo>
                <a:cubicBezTo>
                  <a:pt x="70314" y="103975"/>
                  <a:pt x="73366" y="107694"/>
                  <a:pt x="77281" y="110310"/>
                </a:cubicBezTo>
                <a:cubicBezTo>
                  <a:pt x="81198" y="112927"/>
                  <a:pt x="85802" y="114324"/>
                  <a:pt x="90512" y="114324"/>
                </a:cubicBezTo>
                <a:cubicBezTo>
                  <a:pt x="96827" y="114324"/>
                  <a:pt x="102884" y="111815"/>
                  <a:pt x="107349" y="107349"/>
                </a:cubicBezTo>
                <a:cubicBezTo>
                  <a:pt x="111815" y="102884"/>
                  <a:pt x="114324" y="96827"/>
                  <a:pt x="114324" y="90512"/>
                </a:cubicBezTo>
                <a:close/>
                <a:moveTo>
                  <a:pt x="76224" y="90512"/>
                </a:moveTo>
                <a:cubicBezTo>
                  <a:pt x="76224" y="87686"/>
                  <a:pt x="77061" y="84923"/>
                  <a:pt x="78632" y="82574"/>
                </a:cubicBezTo>
                <a:cubicBezTo>
                  <a:pt x="80202" y="80224"/>
                  <a:pt x="82433" y="78393"/>
                  <a:pt x="85043" y="77311"/>
                </a:cubicBezTo>
                <a:cubicBezTo>
                  <a:pt x="87654" y="76230"/>
                  <a:pt x="90527" y="75947"/>
                  <a:pt x="93299" y="76499"/>
                </a:cubicBezTo>
                <a:cubicBezTo>
                  <a:pt x="96070" y="77050"/>
                  <a:pt x="98616" y="78410"/>
                  <a:pt x="100614" y="80409"/>
                </a:cubicBezTo>
                <a:cubicBezTo>
                  <a:pt x="102612" y="82407"/>
                  <a:pt x="103973" y="84953"/>
                  <a:pt x="104524" y="87724"/>
                </a:cubicBezTo>
                <a:cubicBezTo>
                  <a:pt x="105075" y="90496"/>
                  <a:pt x="104793" y="93368"/>
                  <a:pt x="103711" y="95979"/>
                </a:cubicBezTo>
                <a:cubicBezTo>
                  <a:pt x="102629" y="98590"/>
                  <a:pt x="100799" y="100821"/>
                  <a:pt x="98449" y="102391"/>
                </a:cubicBezTo>
                <a:cubicBezTo>
                  <a:pt x="96099" y="103961"/>
                  <a:pt x="93337" y="104799"/>
                  <a:pt x="90512" y="104799"/>
                </a:cubicBezTo>
                <a:cubicBezTo>
                  <a:pt x="86722" y="104799"/>
                  <a:pt x="83088" y="103293"/>
                  <a:pt x="80409" y="100614"/>
                </a:cubicBezTo>
                <a:cubicBezTo>
                  <a:pt x="77729" y="97935"/>
                  <a:pt x="76224" y="94301"/>
                  <a:pt x="76224" y="90512"/>
                </a:cubicBezTo>
                <a:close/>
                <a:moveTo>
                  <a:pt x="166712" y="142899"/>
                </a:moveTo>
                <a:cubicBezTo>
                  <a:pt x="162002" y="142899"/>
                  <a:pt x="157398" y="144296"/>
                  <a:pt x="153481" y="146912"/>
                </a:cubicBezTo>
                <a:cubicBezTo>
                  <a:pt x="149566" y="149529"/>
                  <a:pt x="146514" y="153247"/>
                  <a:pt x="144712" y="157599"/>
                </a:cubicBezTo>
                <a:cubicBezTo>
                  <a:pt x="142909" y="161950"/>
                  <a:pt x="142437" y="166737"/>
                  <a:pt x="143356" y="171357"/>
                </a:cubicBezTo>
                <a:cubicBezTo>
                  <a:pt x="144276" y="175976"/>
                  <a:pt x="146543" y="180219"/>
                  <a:pt x="149873" y="183549"/>
                </a:cubicBezTo>
                <a:cubicBezTo>
                  <a:pt x="153203" y="186880"/>
                  <a:pt x="157447" y="189148"/>
                  <a:pt x="162065" y="190066"/>
                </a:cubicBezTo>
                <a:cubicBezTo>
                  <a:pt x="166685" y="190985"/>
                  <a:pt x="171473" y="190514"/>
                  <a:pt x="175824" y="188712"/>
                </a:cubicBezTo>
                <a:cubicBezTo>
                  <a:pt x="180175" y="186909"/>
                  <a:pt x="183894" y="183857"/>
                  <a:pt x="186510" y="179941"/>
                </a:cubicBezTo>
                <a:cubicBezTo>
                  <a:pt x="189127" y="176025"/>
                  <a:pt x="190524" y="171421"/>
                  <a:pt x="190524" y="166712"/>
                </a:cubicBezTo>
                <a:cubicBezTo>
                  <a:pt x="190524" y="160396"/>
                  <a:pt x="188015" y="154339"/>
                  <a:pt x="183549" y="149873"/>
                </a:cubicBezTo>
                <a:cubicBezTo>
                  <a:pt x="179084" y="145408"/>
                  <a:pt x="173027" y="142899"/>
                  <a:pt x="166712" y="142899"/>
                </a:cubicBezTo>
                <a:close/>
                <a:moveTo>
                  <a:pt x="166712" y="180999"/>
                </a:moveTo>
                <a:cubicBezTo>
                  <a:pt x="163886" y="180999"/>
                  <a:pt x="161123" y="180161"/>
                  <a:pt x="158774" y="178591"/>
                </a:cubicBezTo>
                <a:cubicBezTo>
                  <a:pt x="156424" y="177021"/>
                  <a:pt x="154593" y="174790"/>
                  <a:pt x="153511" y="172179"/>
                </a:cubicBezTo>
                <a:cubicBezTo>
                  <a:pt x="152430" y="169568"/>
                  <a:pt x="152147" y="166696"/>
                  <a:pt x="152699" y="163924"/>
                </a:cubicBezTo>
                <a:cubicBezTo>
                  <a:pt x="153250" y="161153"/>
                  <a:pt x="154610" y="158607"/>
                  <a:pt x="156609" y="156609"/>
                </a:cubicBezTo>
                <a:cubicBezTo>
                  <a:pt x="158607" y="154610"/>
                  <a:pt x="161153" y="153250"/>
                  <a:pt x="163924" y="152699"/>
                </a:cubicBezTo>
                <a:cubicBezTo>
                  <a:pt x="166696" y="152147"/>
                  <a:pt x="169568" y="152430"/>
                  <a:pt x="172179" y="153511"/>
                </a:cubicBezTo>
                <a:cubicBezTo>
                  <a:pt x="174790" y="154593"/>
                  <a:pt x="177021" y="156424"/>
                  <a:pt x="178591" y="158774"/>
                </a:cubicBezTo>
                <a:cubicBezTo>
                  <a:pt x="180161" y="161123"/>
                  <a:pt x="180999" y="163886"/>
                  <a:pt x="180999" y="166712"/>
                </a:cubicBezTo>
                <a:cubicBezTo>
                  <a:pt x="180999" y="170501"/>
                  <a:pt x="179493" y="174135"/>
                  <a:pt x="176814" y="176814"/>
                </a:cubicBezTo>
                <a:cubicBezTo>
                  <a:pt x="174135" y="179493"/>
                  <a:pt x="170501" y="180999"/>
                  <a:pt x="166712" y="180999"/>
                </a:cubicBezTo>
                <a:close/>
                <a:moveTo>
                  <a:pt x="179606" y="84356"/>
                </a:moveTo>
                <a:lnTo>
                  <a:pt x="84356" y="179606"/>
                </a:lnTo>
                <a:cubicBezTo>
                  <a:pt x="83462" y="180499"/>
                  <a:pt x="82250" y="181001"/>
                  <a:pt x="80987" y="181001"/>
                </a:cubicBezTo>
                <a:cubicBezTo>
                  <a:pt x="79723" y="181001"/>
                  <a:pt x="78510" y="180499"/>
                  <a:pt x="77617" y="179606"/>
                </a:cubicBezTo>
                <a:cubicBezTo>
                  <a:pt x="76723" y="178712"/>
                  <a:pt x="76221" y="177500"/>
                  <a:pt x="76221" y="176237"/>
                </a:cubicBezTo>
                <a:cubicBezTo>
                  <a:pt x="76221" y="174973"/>
                  <a:pt x="76723" y="173760"/>
                  <a:pt x="77617" y="172867"/>
                </a:cubicBezTo>
                <a:lnTo>
                  <a:pt x="172867" y="77617"/>
                </a:lnTo>
                <a:cubicBezTo>
                  <a:pt x="173310" y="77175"/>
                  <a:pt x="173834" y="76823"/>
                  <a:pt x="174413" y="76584"/>
                </a:cubicBezTo>
                <a:cubicBezTo>
                  <a:pt x="174991" y="76344"/>
                  <a:pt x="175611" y="76221"/>
                  <a:pt x="176237" y="76221"/>
                </a:cubicBezTo>
                <a:cubicBezTo>
                  <a:pt x="176862" y="76221"/>
                  <a:pt x="177482" y="76344"/>
                  <a:pt x="178060" y="76584"/>
                </a:cubicBezTo>
                <a:cubicBezTo>
                  <a:pt x="178638" y="76823"/>
                  <a:pt x="179164" y="77175"/>
                  <a:pt x="179606" y="77617"/>
                </a:cubicBezTo>
                <a:cubicBezTo>
                  <a:pt x="180049" y="78060"/>
                  <a:pt x="180399" y="78584"/>
                  <a:pt x="180639" y="79163"/>
                </a:cubicBezTo>
                <a:cubicBezTo>
                  <a:pt x="180878" y="79741"/>
                  <a:pt x="181001" y="80361"/>
                  <a:pt x="181001" y="80987"/>
                </a:cubicBezTo>
                <a:cubicBezTo>
                  <a:pt x="181001" y="81612"/>
                  <a:pt x="180878" y="82232"/>
                  <a:pt x="180639" y="82810"/>
                </a:cubicBezTo>
                <a:cubicBezTo>
                  <a:pt x="180399" y="83388"/>
                  <a:pt x="180049" y="83914"/>
                  <a:pt x="179606" y="843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" name="Graphic 33">
            <a:extLst>
              <a:ext uri="{FF2B5EF4-FFF2-40B4-BE49-F238E27FC236}">
                <a16:creationId xmlns:a16="http://schemas.microsoft.com/office/drawing/2014/main" id="{CD624173-EE0A-3805-506A-AC05F3D034AE}"/>
              </a:ext>
            </a:extLst>
          </p:cNvPr>
          <p:cNvSpPr/>
          <p:nvPr/>
        </p:nvSpPr>
        <p:spPr>
          <a:xfrm>
            <a:off x="791153" y="2831263"/>
            <a:ext cx="275072" cy="193568"/>
          </a:xfrm>
          <a:custGeom>
            <a:avLst/>
            <a:gdLst>
              <a:gd name="csX0" fmla="*/ 242888 w 257175"/>
              <a:gd name="csY0" fmla="*/ 0 h 180975"/>
              <a:gd name="csX1" fmla="*/ 14288 w 257175"/>
              <a:gd name="csY1" fmla="*/ 0 h 180975"/>
              <a:gd name="csX2" fmla="*/ 4185 w 257175"/>
              <a:gd name="csY2" fmla="*/ 4185 h 180975"/>
              <a:gd name="csX3" fmla="*/ 0 w 257175"/>
              <a:gd name="csY3" fmla="*/ 14288 h 180975"/>
              <a:gd name="csX4" fmla="*/ 0 w 257175"/>
              <a:gd name="csY4" fmla="*/ 166688 h 180975"/>
              <a:gd name="csX5" fmla="*/ 4185 w 257175"/>
              <a:gd name="csY5" fmla="*/ 176791 h 180975"/>
              <a:gd name="csX6" fmla="*/ 14288 w 257175"/>
              <a:gd name="csY6" fmla="*/ 180975 h 180975"/>
              <a:gd name="csX7" fmla="*/ 242888 w 257175"/>
              <a:gd name="csY7" fmla="*/ 180975 h 180975"/>
              <a:gd name="csX8" fmla="*/ 252991 w 257175"/>
              <a:gd name="csY8" fmla="*/ 176791 h 180975"/>
              <a:gd name="csX9" fmla="*/ 257175 w 257175"/>
              <a:gd name="csY9" fmla="*/ 166688 h 180975"/>
              <a:gd name="csX10" fmla="*/ 257175 w 257175"/>
              <a:gd name="csY10" fmla="*/ 14288 h 180975"/>
              <a:gd name="csX11" fmla="*/ 252991 w 257175"/>
              <a:gd name="csY11" fmla="*/ 4185 h 180975"/>
              <a:gd name="csX12" fmla="*/ 242888 w 257175"/>
              <a:gd name="csY12" fmla="*/ 0 h 180975"/>
              <a:gd name="csX13" fmla="*/ 247650 w 257175"/>
              <a:gd name="csY13" fmla="*/ 166688 h 180975"/>
              <a:gd name="csX14" fmla="*/ 246256 w 257175"/>
              <a:gd name="csY14" fmla="*/ 170056 h 180975"/>
              <a:gd name="csX15" fmla="*/ 242888 w 257175"/>
              <a:gd name="csY15" fmla="*/ 171450 h 180975"/>
              <a:gd name="csX16" fmla="*/ 14288 w 257175"/>
              <a:gd name="csY16" fmla="*/ 171450 h 180975"/>
              <a:gd name="csX17" fmla="*/ 10920 w 257175"/>
              <a:gd name="csY17" fmla="*/ 170056 h 180975"/>
              <a:gd name="csX18" fmla="*/ 9525 w 257175"/>
              <a:gd name="csY18" fmla="*/ 166688 h 180975"/>
              <a:gd name="csX19" fmla="*/ 9525 w 257175"/>
              <a:gd name="csY19" fmla="*/ 14288 h 180975"/>
              <a:gd name="csX20" fmla="*/ 10920 w 257175"/>
              <a:gd name="csY20" fmla="*/ 10920 h 180975"/>
              <a:gd name="csX21" fmla="*/ 14288 w 257175"/>
              <a:gd name="csY21" fmla="*/ 9525 h 180975"/>
              <a:gd name="csX22" fmla="*/ 242888 w 257175"/>
              <a:gd name="csY22" fmla="*/ 9525 h 180975"/>
              <a:gd name="csX23" fmla="*/ 246256 w 257175"/>
              <a:gd name="csY23" fmla="*/ 10920 h 180975"/>
              <a:gd name="csX24" fmla="*/ 247650 w 257175"/>
              <a:gd name="csY24" fmla="*/ 14288 h 180975"/>
              <a:gd name="csX25" fmla="*/ 247650 w 257175"/>
              <a:gd name="csY25" fmla="*/ 166688 h 180975"/>
              <a:gd name="csX26" fmla="*/ 38100 w 257175"/>
              <a:gd name="csY26" fmla="*/ 100013 h 180975"/>
              <a:gd name="csX27" fmla="*/ 39495 w 257175"/>
              <a:gd name="csY27" fmla="*/ 96644 h 180975"/>
              <a:gd name="csX28" fmla="*/ 42863 w 257175"/>
              <a:gd name="csY28" fmla="*/ 95250 h 180975"/>
              <a:gd name="csX29" fmla="*/ 61913 w 257175"/>
              <a:gd name="csY29" fmla="*/ 95250 h 180975"/>
              <a:gd name="csX30" fmla="*/ 65280 w 257175"/>
              <a:gd name="csY30" fmla="*/ 96644 h 180975"/>
              <a:gd name="csX31" fmla="*/ 66675 w 257175"/>
              <a:gd name="csY31" fmla="*/ 100013 h 180975"/>
              <a:gd name="csX32" fmla="*/ 65280 w 257175"/>
              <a:gd name="csY32" fmla="*/ 103381 h 180975"/>
              <a:gd name="csX33" fmla="*/ 61913 w 257175"/>
              <a:gd name="csY33" fmla="*/ 104775 h 180975"/>
              <a:gd name="csX34" fmla="*/ 42863 w 257175"/>
              <a:gd name="csY34" fmla="*/ 104775 h 180975"/>
              <a:gd name="csX35" fmla="*/ 39495 w 257175"/>
              <a:gd name="csY35" fmla="*/ 103381 h 180975"/>
              <a:gd name="csX36" fmla="*/ 38100 w 257175"/>
              <a:gd name="csY36" fmla="*/ 100013 h 180975"/>
              <a:gd name="csX37" fmla="*/ 219075 w 257175"/>
              <a:gd name="csY37" fmla="*/ 100013 h 180975"/>
              <a:gd name="csX38" fmla="*/ 217681 w 257175"/>
              <a:gd name="csY38" fmla="*/ 103381 h 180975"/>
              <a:gd name="csX39" fmla="*/ 214313 w 257175"/>
              <a:gd name="csY39" fmla="*/ 104775 h 180975"/>
              <a:gd name="csX40" fmla="*/ 100013 w 257175"/>
              <a:gd name="csY40" fmla="*/ 104775 h 180975"/>
              <a:gd name="csX41" fmla="*/ 96644 w 257175"/>
              <a:gd name="csY41" fmla="*/ 103381 h 180975"/>
              <a:gd name="csX42" fmla="*/ 95250 w 257175"/>
              <a:gd name="csY42" fmla="*/ 100013 h 180975"/>
              <a:gd name="csX43" fmla="*/ 96644 w 257175"/>
              <a:gd name="csY43" fmla="*/ 96644 h 180975"/>
              <a:gd name="csX44" fmla="*/ 100013 w 257175"/>
              <a:gd name="csY44" fmla="*/ 95250 h 180975"/>
              <a:gd name="csX45" fmla="*/ 214313 w 257175"/>
              <a:gd name="csY45" fmla="*/ 95250 h 180975"/>
              <a:gd name="csX46" fmla="*/ 217681 w 257175"/>
              <a:gd name="csY46" fmla="*/ 96644 h 180975"/>
              <a:gd name="csX47" fmla="*/ 219075 w 257175"/>
              <a:gd name="csY47" fmla="*/ 100013 h 180975"/>
              <a:gd name="csX48" fmla="*/ 161925 w 257175"/>
              <a:gd name="csY48" fmla="*/ 138113 h 180975"/>
              <a:gd name="csX49" fmla="*/ 160531 w 257175"/>
              <a:gd name="csY49" fmla="*/ 141481 h 180975"/>
              <a:gd name="csX50" fmla="*/ 157163 w 257175"/>
              <a:gd name="csY50" fmla="*/ 142875 h 180975"/>
              <a:gd name="csX51" fmla="*/ 42863 w 257175"/>
              <a:gd name="csY51" fmla="*/ 142875 h 180975"/>
              <a:gd name="csX52" fmla="*/ 39495 w 257175"/>
              <a:gd name="csY52" fmla="*/ 141481 h 180975"/>
              <a:gd name="csX53" fmla="*/ 38100 w 257175"/>
              <a:gd name="csY53" fmla="*/ 138113 h 180975"/>
              <a:gd name="csX54" fmla="*/ 39495 w 257175"/>
              <a:gd name="csY54" fmla="*/ 134744 h 180975"/>
              <a:gd name="csX55" fmla="*/ 42863 w 257175"/>
              <a:gd name="csY55" fmla="*/ 133350 h 180975"/>
              <a:gd name="csX56" fmla="*/ 157163 w 257175"/>
              <a:gd name="csY56" fmla="*/ 133350 h 180975"/>
              <a:gd name="csX57" fmla="*/ 160531 w 257175"/>
              <a:gd name="csY57" fmla="*/ 134744 h 180975"/>
              <a:gd name="csX58" fmla="*/ 161925 w 257175"/>
              <a:gd name="csY58" fmla="*/ 138113 h 180975"/>
              <a:gd name="csX59" fmla="*/ 219075 w 257175"/>
              <a:gd name="csY59" fmla="*/ 138113 h 180975"/>
              <a:gd name="csX60" fmla="*/ 217681 w 257175"/>
              <a:gd name="csY60" fmla="*/ 141481 h 180975"/>
              <a:gd name="csX61" fmla="*/ 214313 w 257175"/>
              <a:gd name="csY61" fmla="*/ 142875 h 180975"/>
              <a:gd name="csX62" fmla="*/ 195263 w 257175"/>
              <a:gd name="csY62" fmla="*/ 142875 h 180975"/>
              <a:gd name="csX63" fmla="*/ 191894 w 257175"/>
              <a:gd name="csY63" fmla="*/ 141481 h 180975"/>
              <a:gd name="csX64" fmla="*/ 190500 w 257175"/>
              <a:gd name="csY64" fmla="*/ 138113 h 180975"/>
              <a:gd name="csX65" fmla="*/ 191894 w 257175"/>
              <a:gd name="csY65" fmla="*/ 134744 h 180975"/>
              <a:gd name="csX66" fmla="*/ 195263 w 257175"/>
              <a:gd name="csY66" fmla="*/ 133350 h 180975"/>
              <a:gd name="csX67" fmla="*/ 214313 w 257175"/>
              <a:gd name="csY67" fmla="*/ 133350 h 180975"/>
              <a:gd name="csX68" fmla="*/ 217681 w 257175"/>
              <a:gd name="csY68" fmla="*/ 134744 h 180975"/>
              <a:gd name="csX69" fmla="*/ 219075 w 257175"/>
              <a:gd name="csY69" fmla="*/ 138113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257175" h="180975">
                <a:moveTo>
                  <a:pt x="24288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66688"/>
                </a:lnTo>
                <a:cubicBezTo>
                  <a:pt x="0" y="170477"/>
                  <a:pt x="1505" y="174111"/>
                  <a:pt x="4185" y="176791"/>
                </a:cubicBezTo>
                <a:cubicBezTo>
                  <a:pt x="6864" y="179470"/>
                  <a:pt x="10498" y="180975"/>
                  <a:pt x="14288" y="180975"/>
                </a:cubicBezTo>
                <a:lnTo>
                  <a:pt x="242888" y="180975"/>
                </a:lnTo>
                <a:cubicBezTo>
                  <a:pt x="246677" y="180975"/>
                  <a:pt x="250311" y="179470"/>
                  <a:pt x="252991" y="176791"/>
                </a:cubicBezTo>
                <a:cubicBezTo>
                  <a:pt x="255670" y="174111"/>
                  <a:pt x="257175" y="170477"/>
                  <a:pt x="257175" y="166688"/>
                </a:cubicBezTo>
                <a:lnTo>
                  <a:pt x="257175" y="14288"/>
                </a:lnTo>
                <a:cubicBezTo>
                  <a:pt x="257175" y="10498"/>
                  <a:pt x="255670" y="6864"/>
                  <a:pt x="252991" y="4185"/>
                </a:cubicBezTo>
                <a:cubicBezTo>
                  <a:pt x="250311" y="1505"/>
                  <a:pt x="246677" y="0"/>
                  <a:pt x="242888" y="0"/>
                </a:cubicBezTo>
                <a:close/>
                <a:moveTo>
                  <a:pt x="247650" y="166688"/>
                </a:moveTo>
                <a:cubicBezTo>
                  <a:pt x="247650" y="167951"/>
                  <a:pt x="247148" y="169162"/>
                  <a:pt x="246256" y="170056"/>
                </a:cubicBezTo>
                <a:cubicBezTo>
                  <a:pt x="245362" y="170948"/>
                  <a:pt x="244151" y="171450"/>
                  <a:pt x="242888" y="171450"/>
                </a:cubicBezTo>
                <a:lnTo>
                  <a:pt x="14288" y="171450"/>
                </a:lnTo>
                <a:cubicBezTo>
                  <a:pt x="13024" y="171450"/>
                  <a:pt x="11813" y="170948"/>
                  <a:pt x="10920" y="170056"/>
                </a:cubicBezTo>
                <a:cubicBezTo>
                  <a:pt x="10027" y="169162"/>
                  <a:pt x="9525" y="167951"/>
                  <a:pt x="9525" y="166688"/>
                </a:cubicBez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242888" y="9525"/>
                </a:lnTo>
                <a:cubicBezTo>
                  <a:pt x="244151" y="9525"/>
                  <a:pt x="245362" y="10027"/>
                  <a:pt x="246256" y="10920"/>
                </a:cubicBezTo>
                <a:cubicBezTo>
                  <a:pt x="247148" y="11813"/>
                  <a:pt x="247650" y="13024"/>
                  <a:pt x="247650" y="14288"/>
                </a:cubicBezTo>
                <a:lnTo>
                  <a:pt x="247650" y="166688"/>
                </a:lnTo>
                <a:close/>
                <a:moveTo>
                  <a:pt x="38100" y="100013"/>
                </a:moveTo>
                <a:cubicBezTo>
                  <a:pt x="38100" y="98749"/>
                  <a:pt x="38602" y="97538"/>
                  <a:pt x="39495" y="96644"/>
                </a:cubicBezTo>
                <a:cubicBezTo>
                  <a:pt x="40388" y="95752"/>
                  <a:pt x="41599" y="95250"/>
                  <a:pt x="42863" y="95250"/>
                </a:cubicBezTo>
                <a:lnTo>
                  <a:pt x="61913" y="95250"/>
                </a:lnTo>
                <a:cubicBezTo>
                  <a:pt x="63176" y="95250"/>
                  <a:pt x="64387" y="95752"/>
                  <a:pt x="65280" y="96644"/>
                </a:cubicBezTo>
                <a:cubicBezTo>
                  <a:pt x="66173" y="97538"/>
                  <a:pt x="66675" y="98749"/>
                  <a:pt x="66675" y="100013"/>
                </a:cubicBezTo>
                <a:cubicBezTo>
                  <a:pt x="66675" y="101276"/>
                  <a:pt x="66173" y="102487"/>
                  <a:pt x="65280" y="103381"/>
                </a:cubicBezTo>
                <a:cubicBezTo>
                  <a:pt x="64387" y="104273"/>
                  <a:pt x="63176" y="104775"/>
                  <a:pt x="61913" y="104775"/>
                </a:cubicBezTo>
                <a:lnTo>
                  <a:pt x="42863" y="104775"/>
                </a:lnTo>
                <a:cubicBezTo>
                  <a:pt x="41599" y="104775"/>
                  <a:pt x="40388" y="104273"/>
                  <a:pt x="39495" y="103381"/>
                </a:cubicBezTo>
                <a:cubicBezTo>
                  <a:pt x="38602" y="102487"/>
                  <a:pt x="38100" y="101276"/>
                  <a:pt x="38100" y="100013"/>
                </a:cubicBezTo>
                <a:close/>
                <a:moveTo>
                  <a:pt x="219075" y="100013"/>
                </a:moveTo>
                <a:cubicBezTo>
                  <a:pt x="219075" y="101276"/>
                  <a:pt x="218573" y="102487"/>
                  <a:pt x="217681" y="103381"/>
                </a:cubicBezTo>
                <a:cubicBezTo>
                  <a:pt x="216787" y="104273"/>
                  <a:pt x="215576" y="104775"/>
                  <a:pt x="214313" y="104775"/>
                </a:cubicBezTo>
                <a:lnTo>
                  <a:pt x="100013" y="104775"/>
                </a:lnTo>
                <a:cubicBezTo>
                  <a:pt x="98749" y="104775"/>
                  <a:pt x="97538" y="104273"/>
                  <a:pt x="96644" y="103381"/>
                </a:cubicBezTo>
                <a:cubicBezTo>
                  <a:pt x="95752" y="102487"/>
                  <a:pt x="95250" y="101276"/>
                  <a:pt x="95250" y="100013"/>
                </a:cubicBezTo>
                <a:cubicBezTo>
                  <a:pt x="95250" y="98749"/>
                  <a:pt x="95752" y="97538"/>
                  <a:pt x="96644" y="96644"/>
                </a:cubicBezTo>
                <a:cubicBezTo>
                  <a:pt x="97538" y="95752"/>
                  <a:pt x="98749" y="95250"/>
                  <a:pt x="100013" y="95250"/>
                </a:cubicBezTo>
                <a:lnTo>
                  <a:pt x="214313" y="95250"/>
                </a:lnTo>
                <a:cubicBezTo>
                  <a:pt x="215576" y="95250"/>
                  <a:pt x="216787" y="95752"/>
                  <a:pt x="217681" y="96644"/>
                </a:cubicBezTo>
                <a:cubicBezTo>
                  <a:pt x="218573" y="97538"/>
                  <a:pt x="219075" y="98749"/>
                  <a:pt x="219075" y="100013"/>
                </a:cubicBezTo>
                <a:close/>
                <a:moveTo>
                  <a:pt x="161925" y="138113"/>
                </a:moveTo>
                <a:cubicBezTo>
                  <a:pt x="161925" y="139376"/>
                  <a:pt x="161423" y="140587"/>
                  <a:pt x="160531" y="141481"/>
                </a:cubicBezTo>
                <a:cubicBezTo>
                  <a:pt x="159637" y="142373"/>
                  <a:pt x="158426" y="142875"/>
                  <a:pt x="157163" y="142875"/>
                </a:cubicBezTo>
                <a:lnTo>
                  <a:pt x="42863" y="142875"/>
                </a:lnTo>
                <a:cubicBezTo>
                  <a:pt x="41599" y="142875"/>
                  <a:pt x="40388" y="142373"/>
                  <a:pt x="39495" y="141481"/>
                </a:cubicBezTo>
                <a:cubicBezTo>
                  <a:pt x="38602" y="140587"/>
                  <a:pt x="38100" y="139376"/>
                  <a:pt x="38100" y="138113"/>
                </a:cubicBezTo>
                <a:cubicBezTo>
                  <a:pt x="38100" y="136849"/>
                  <a:pt x="38602" y="135638"/>
                  <a:pt x="39495" y="134744"/>
                </a:cubicBezTo>
                <a:cubicBezTo>
                  <a:pt x="40388" y="133852"/>
                  <a:pt x="41599" y="133350"/>
                  <a:pt x="42863" y="133350"/>
                </a:cubicBezTo>
                <a:lnTo>
                  <a:pt x="157163" y="133350"/>
                </a:lnTo>
                <a:cubicBezTo>
                  <a:pt x="158426" y="133350"/>
                  <a:pt x="159637" y="133852"/>
                  <a:pt x="160531" y="134744"/>
                </a:cubicBezTo>
                <a:cubicBezTo>
                  <a:pt x="161423" y="135638"/>
                  <a:pt x="161925" y="136849"/>
                  <a:pt x="161925" y="138113"/>
                </a:cubicBezTo>
                <a:close/>
                <a:moveTo>
                  <a:pt x="219075" y="138113"/>
                </a:moveTo>
                <a:cubicBezTo>
                  <a:pt x="219075" y="139376"/>
                  <a:pt x="218573" y="140587"/>
                  <a:pt x="217681" y="141481"/>
                </a:cubicBezTo>
                <a:cubicBezTo>
                  <a:pt x="216787" y="142373"/>
                  <a:pt x="215576" y="142875"/>
                  <a:pt x="214313" y="142875"/>
                </a:cubicBezTo>
                <a:lnTo>
                  <a:pt x="195263" y="142875"/>
                </a:lnTo>
                <a:cubicBezTo>
                  <a:pt x="193999" y="142875"/>
                  <a:pt x="192788" y="142373"/>
                  <a:pt x="191894" y="141481"/>
                </a:cubicBezTo>
                <a:cubicBezTo>
                  <a:pt x="191002" y="140587"/>
                  <a:pt x="190500" y="139376"/>
                  <a:pt x="190500" y="138113"/>
                </a:cubicBezTo>
                <a:cubicBezTo>
                  <a:pt x="190500" y="136849"/>
                  <a:pt x="191002" y="135638"/>
                  <a:pt x="191894" y="134744"/>
                </a:cubicBezTo>
                <a:cubicBezTo>
                  <a:pt x="192788" y="133852"/>
                  <a:pt x="193999" y="133350"/>
                  <a:pt x="195263" y="133350"/>
                </a:cubicBezTo>
                <a:lnTo>
                  <a:pt x="214313" y="133350"/>
                </a:lnTo>
                <a:cubicBezTo>
                  <a:pt x="215576" y="133350"/>
                  <a:pt x="216787" y="133852"/>
                  <a:pt x="217681" y="134744"/>
                </a:cubicBezTo>
                <a:cubicBezTo>
                  <a:pt x="218573" y="135638"/>
                  <a:pt x="219075" y="136849"/>
                  <a:pt x="219075" y="1381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" name="Graphic 35">
            <a:extLst>
              <a:ext uri="{FF2B5EF4-FFF2-40B4-BE49-F238E27FC236}">
                <a16:creationId xmlns:a16="http://schemas.microsoft.com/office/drawing/2014/main" id="{F55DAD26-5DAC-9963-BED3-57603E4ED6D7}"/>
              </a:ext>
            </a:extLst>
          </p:cNvPr>
          <p:cNvSpPr/>
          <p:nvPr/>
        </p:nvSpPr>
        <p:spPr>
          <a:xfrm>
            <a:off x="791153" y="4899263"/>
            <a:ext cx="275072" cy="234402"/>
          </a:xfrm>
          <a:custGeom>
            <a:avLst/>
            <a:gdLst>
              <a:gd name="csX0" fmla="*/ 38100 w 257175"/>
              <a:gd name="csY0" fmla="*/ 119098 h 219152"/>
              <a:gd name="csX1" fmla="*/ 39495 w 257175"/>
              <a:gd name="csY1" fmla="*/ 115730 h 219152"/>
              <a:gd name="csX2" fmla="*/ 42863 w 257175"/>
              <a:gd name="csY2" fmla="*/ 114335 h 219152"/>
              <a:gd name="csX3" fmla="*/ 61913 w 257175"/>
              <a:gd name="csY3" fmla="*/ 114335 h 219152"/>
              <a:gd name="csX4" fmla="*/ 65280 w 257175"/>
              <a:gd name="csY4" fmla="*/ 115730 h 219152"/>
              <a:gd name="csX5" fmla="*/ 66675 w 257175"/>
              <a:gd name="csY5" fmla="*/ 119098 h 219152"/>
              <a:gd name="csX6" fmla="*/ 65280 w 257175"/>
              <a:gd name="csY6" fmla="*/ 122465 h 219152"/>
              <a:gd name="csX7" fmla="*/ 61913 w 257175"/>
              <a:gd name="csY7" fmla="*/ 123860 h 219152"/>
              <a:gd name="csX8" fmla="*/ 42863 w 257175"/>
              <a:gd name="csY8" fmla="*/ 123860 h 219152"/>
              <a:gd name="csX9" fmla="*/ 39495 w 257175"/>
              <a:gd name="csY9" fmla="*/ 122465 h 219152"/>
              <a:gd name="csX10" fmla="*/ 38100 w 257175"/>
              <a:gd name="csY10" fmla="*/ 119098 h 219152"/>
              <a:gd name="csX11" fmla="*/ 227409 w 257175"/>
              <a:gd name="csY11" fmla="*/ 211145 h 219152"/>
              <a:gd name="csX12" fmla="*/ 228390 w 257175"/>
              <a:gd name="csY12" fmla="*/ 212739 h 219152"/>
              <a:gd name="csX13" fmla="*/ 228682 w 257175"/>
              <a:gd name="csY13" fmla="*/ 214589 h 219152"/>
              <a:gd name="csX14" fmla="*/ 228237 w 257175"/>
              <a:gd name="csY14" fmla="*/ 216407 h 219152"/>
              <a:gd name="csX15" fmla="*/ 227126 w 257175"/>
              <a:gd name="csY15" fmla="*/ 217914 h 219152"/>
              <a:gd name="csX16" fmla="*/ 225521 w 257175"/>
              <a:gd name="csY16" fmla="*/ 218877 h 219152"/>
              <a:gd name="csX17" fmla="*/ 223668 w 257175"/>
              <a:gd name="csY17" fmla="*/ 219146 h 219152"/>
              <a:gd name="csX18" fmla="*/ 221854 w 257175"/>
              <a:gd name="csY18" fmla="*/ 218679 h 219152"/>
              <a:gd name="csX19" fmla="*/ 220361 w 257175"/>
              <a:gd name="csY19" fmla="*/ 217550 h 219152"/>
              <a:gd name="csX20" fmla="*/ 204419 w 257175"/>
              <a:gd name="csY20" fmla="*/ 200060 h 219152"/>
              <a:gd name="csX21" fmla="*/ 14288 w 257175"/>
              <a:gd name="csY21" fmla="*/ 200060 h 219152"/>
              <a:gd name="csX22" fmla="*/ 4185 w 257175"/>
              <a:gd name="csY22" fmla="*/ 195875 h 219152"/>
              <a:gd name="csX23" fmla="*/ 0 w 257175"/>
              <a:gd name="csY23" fmla="*/ 185773 h 219152"/>
              <a:gd name="csX24" fmla="*/ 0 w 257175"/>
              <a:gd name="csY24" fmla="*/ 33373 h 219152"/>
              <a:gd name="csX25" fmla="*/ 4185 w 257175"/>
              <a:gd name="csY25" fmla="*/ 23270 h 219152"/>
              <a:gd name="csX26" fmla="*/ 14288 w 257175"/>
              <a:gd name="csY26" fmla="*/ 19085 h 219152"/>
              <a:gd name="csX27" fmla="*/ 39886 w 257175"/>
              <a:gd name="csY27" fmla="*/ 19085 h 219152"/>
              <a:gd name="csX28" fmla="*/ 29766 w 257175"/>
              <a:gd name="csY28" fmla="*/ 8000 h 219152"/>
              <a:gd name="csX29" fmla="*/ 28547 w 257175"/>
              <a:gd name="csY29" fmla="*/ 4537 h 219152"/>
              <a:gd name="csX30" fmla="*/ 30135 w 257175"/>
              <a:gd name="csY30" fmla="*/ 1226 h 219152"/>
              <a:gd name="csX31" fmla="*/ 33598 w 257175"/>
              <a:gd name="csY31" fmla="*/ 7 h 219152"/>
              <a:gd name="csX32" fmla="*/ 36909 w 257175"/>
              <a:gd name="csY32" fmla="*/ 1595 h 219152"/>
              <a:gd name="csX33" fmla="*/ 227409 w 257175"/>
              <a:gd name="csY33" fmla="*/ 211145 h 219152"/>
              <a:gd name="csX34" fmla="*/ 195751 w 257175"/>
              <a:gd name="csY34" fmla="*/ 190535 h 219152"/>
              <a:gd name="csX35" fmla="*/ 169771 w 257175"/>
              <a:gd name="csY35" fmla="*/ 161960 h 219152"/>
              <a:gd name="csX36" fmla="*/ 42863 w 257175"/>
              <a:gd name="csY36" fmla="*/ 161960 h 219152"/>
              <a:gd name="csX37" fmla="*/ 39495 w 257175"/>
              <a:gd name="csY37" fmla="*/ 160565 h 219152"/>
              <a:gd name="csX38" fmla="*/ 38100 w 257175"/>
              <a:gd name="csY38" fmla="*/ 157198 h 219152"/>
              <a:gd name="csX39" fmla="*/ 39495 w 257175"/>
              <a:gd name="csY39" fmla="*/ 153830 h 219152"/>
              <a:gd name="csX40" fmla="*/ 42863 w 257175"/>
              <a:gd name="csY40" fmla="*/ 152435 h 219152"/>
              <a:gd name="csX41" fmla="*/ 161115 w 257175"/>
              <a:gd name="csY41" fmla="*/ 152435 h 219152"/>
              <a:gd name="csX42" fmla="*/ 135136 w 257175"/>
              <a:gd name="csY42" fmla="*/ 123860 h 219152"/>
              <a:gd name="csX43" fmla="*/ 100013 w 257175"/>
              <a:gd name="csY43" fmla="*/ 123860 h 219152"/>
              <a:gd name="csX44" fmla="*/ 96644 w 257175"/>
              <a:gd name="csY44" fmla="*/ 122465 h 219152"/>
              <a:gd name="csX45" fmla="*/ 95250 w 257175"/>
              <a:gd name="csY45" fmla="*/ 119098 h 219152"/>
              <a:gd name="csX46" fmla="*/ 96644 w 257175"/>
              <a:gd name="csY46" fmla="*/ 115730 h 219152"/>
              <a:gd name="csX47" fmla="*/ 100013 w 257175"/>
              <a:gd name="csY47" fmla="*/ 114335 h 219152"/>
              <a:gd name="csX48" fmla="*/ 126481 w 257175"/>
              <a:gd name="csY48" fmla="*/ 114335 h 219152"/>
              <a:gd name="csX49" fmla="*/ 48554 w 257175"/>
              <a:gd name="csY49" fmla="*/ 28610 h 219152"/>
              <a:gd name="csX50" fmla="*/ 14288 w 257175"/>
              <a:gd name="csY50" fmla="*/ 28610 h 219152"/>
              <a:gd name="csX51" fmla="*/ 10920 w 257175"/>
              <a:gd name="csY51" fmla="*/ 30005 h 219152"/>
              <a:gd name="csX52" fmla="*/ 9525 w 257175"/>
              <a:gd name="csY52" fmla="*/ 33373 h 219152"/>
              <a:gd name="csX53" fmla="*/ 9525 w 257175"/>
              <a:gd name="csY53" fmla="*/ 185773 h 219152"/>
              <a:gd name="csX54" fmla="*/ 10920 w 257175"/>
              <a:gd name="csY54" fmla="*/ 189140 h 219152"/>
              <a:gd name="csX55" fmla="*/ 14288 w 257175"/>
              <a:gd name="csY55" fmla="*/ 190535 h 219152"/>
              <a:gd name="csX56" fmla="*/ 195751 w 257175"/>
              <a:gd name="csY56" fmla="*/ 190535 h 219152"/>
              <a:gd name="csX57" fmla="*/ 214313 w 257175"/>
              <a:gd name="csY57" fmla="*/ 123860 h 219152"/>
              <a:gd name="csX58" fmla="*/ 217681 w 257175"/>
              <a:gd name="csY58" fmla="*/ 122465 h 219152"/>
              <a:gd name="csX59" fmla="*/ 219075 w 257175"/>
              <a:gd name="csY59" fmla="*/ 119098 h 219152"/>
              <a:gd name="csX60" fmla="*/ 217681 w 257175"/>
              <a:gd name="csY60" fmla="*/ 115730 h 219152"/>
              <a:gd name="csX61" fmla="*/ 214313 w 257175"/>
              <a:gd name="csY61" fmla="*/ 114335 h 219152"/>
              <a:gd name="csX62" fmla="*/ 188738 w 257175"/>
              <a:gd name="csY62" fmla="*/ 114335 h 219152"/>
              <a:gd name="csX63" fmla="*/ 185370 w 257175"/>
              <a:gd name="csY63" fmla="*/ 115730 h 219152"/>
              <a:gd name="csX64" fmla="*/ 183975 w 257175"/>
              <a:gd name="csY64" fmla="*/ 119098 h 219152"/>
              <a:gd name="csX65" fmla="*/ 185370 w 257175"/>
              <a:gd name="csY65" fmla="*/ 122465 h 219152"/>
              <a:gd name="csX66" fmla="*/ 188738 w 257175"/>
              <a:gd name="csY66" fmla="*/ 123860 h 219152"/>
              <a:gd name="csX67" fmla="*/ 214313 w 257175"/>
              <a:gd name="csY67" fmla="*/ 123860 h 219152"/>
              <a:gd name="csX68" fmla="*/ 242888 w 257175"/>
              <a:gd name="csY68" fmla="*/ 19085 h 219152"/>
              <a:gd name="csX69" fmla="*/ 102144 w 257175"/>
              <a:gd name="csY69" fmla="*/ 19085 h 219152"/>
              <a:gd name="csX70" fmla="*/ 98776 w 257175"/>
              <a:gd name="csY70" fmla="*/ 20480 h 219152"/>
              <a:gd name="csX71" fmla="*/ 97382 w 257175"/>
              <a:gd name="csY71" fmla="*/ 23848 h 219152"/>
              <a:gd name="csX72" fmla="*/ 98776 w 257175"/>
              <a:gd name="csY72" fmla="*/ 27215 h 219152"/>
              <a:gd name="csX73" fmla="*/ 102144 w 257175"/>
              <a:gd name="csY73" fmla="*/ 28610 h 219152"/>
              <a:gd name="csX74" fmla="*/ 242888 w 257175"/>
              <a:gd name="csY74" fmla="*/ 28610 h 219152"/>
              <a:gd name="csX75" fmla="*/ 246256 w 257175"/>
              <a:gd name="csY75" fmla="*/ 30005 h 219152"/>
              <a:gd name="csX76" fmla="*/ 247650 w 257175"/>
              <a:gd name="csY76" fmla="*/ 33373 h 219152"/>
              <a:gd name="csX77" fmla="*/ 247650 w 257175"/>
              <a:gd name="csY77" fmla="*/ 189142 h 219152"/>
              <a:gd name="csX78" fmla="*/ 249044 w 257175"/>
              <a:gd name="csY78" fmla="*/ 192510 h 219152"/>
              <a:gd name="csX79" fmla="*/ 252413 w 257175"/>
              <a:gd name="csY79" fmla="*/ 193904 h 219152"/>
              <a:gd name="csX80" fmla="*/ 255781 w 257175"/>
              <a:gd name="csY80" fmla="*/ 192510 h 219152"/>
              <a:gd name="csX81" fmla="*/ 257175 w 257175"/>
              <a:gd name="csY81" fmla="*/ 189142 h 219152"/>
              <a:gd name="csX82" fmla="*/ 257175 w 257175"/>
              <a:gd name="csY82" fmla="*/ 33373 h 219152"/>
              <a:gd name="csX83" fmla="*/ 252991 w 257175"/>
              <a:gd name="csY83" fmla="*/ 23270 h 219152"/>
              <a:gd name="csX84" fmla="*/ 242888 w 257175"/>
              <a:gd name="csY84" fmla="*/ 19085 h 2191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</a:cxnLst>
            <a:rect l="l" t="t" r="r" b="b"/>
            <a:pathLst>
              <a:path w="257175" h="219152">
                <a:moveTo>
                  <a:pt x="38100" y="119098"/>
                </a:moveTo>
                <a:cubicBezTo>
                  <a:pt x="38100" y="117835"/>
                  <a:pt x="38602" y="116623"/>
                  <a:pt x="39495" y="115730"/>
                </a:cubicBezTo>
                <a:cubicBezTo>
                  <a:pt x="40388" y="114836"/>
                  <a:pt x="41599" y="114335"/>
                  <a:pt x="42863" y="114335"/>
                </a:cubicBezTo>
                <a:lnTo>
                  <a:pt x="61913" y="114335"/>
                </a:lnTo>
                <a:cubicBezTo>
                  <a:pt x="63176" y="114335"/>
                  <a:pt x="64387" y="114836"/>
                  <a:pt x="65280" y="115730"/>
                </a:cubicBezTo>
                <a:cubicBezTo>
                  <a:pt x="66173" y="116623"/>
                  <a:pt x="66675" y="117835"/>
                  <a:pt x="66675" y="119098"/>
                </a:cubicBezTo>
                <a:cubicBezTo>
                  <a:pt x="66675" y="120361"/>
                  <a:pt x="66173" y="121572"/>
                  <a:pt x="65280" y="122465"/>
                </a:cubicBezTo>
                <a:cubicBezTo>
                  <a:pt x="64387" y="123358"/>
                  <a:pt x="63176" y="123860"/>
                  <a:pt x="61913" y="123860"/>
                </a:cubicBezTo>
                <a:lnTo>
                  <a:pt x="42863" y="123860"/>
                </a:lnTo>
                <a:cubicBezTo>
                  <a:pt x="41599" y="123860"/>
                  <a:pt x="40388" y="123358"/>
                  <a:pt x="39495" y="122465"/>
                </a:cubicBezTo>
                <a:cubicBezTo>
                  <a:pt x="38602" y="121572"/>
                  <a:pt x="38100" y="120361"/>
                  <a:pt x="38100" y="119098"/>
                </a:cubicBezTo>
                <a:close/>
                <a:moveTo>
                  <a:pt x="227409" y="211145"/>
                </a:moveTo>
                <a:cubicBezTo>
                  <a:pt x="227839" y="211606"/>
                  <a:pt x="228172" y="212148"/>
                  <a:pt x="228390" y="212739"/>
                </a:cubicBezTo>
                <a:cubicBezTo>
                  <a:pt x="228610" y="213331"/>
                  <a:pt x="228709" y="213959"/>
                  <a:pt x="228682" y="214589"/>
                </a:cubicBezTo>
                <a:cubicBezTo>
                  <a:pt x="228655" y="215218"/>
                  <a:pt x="228505" y="215837"/>
                  <a:pt x="228237" y="216407"/>
                </a:cubicBezTo>
                <a:cubicBezTo>
                  <a:pt x="227970" y="216979"/>
                  <a:pt x="227593" y="217490"/>
                  <a:pt x="227126" y="217914"/>
                </a:cubicBezTo>
                <a:cubicBezTo>
                  <a:pt x="226660" y="218338"/>
                  <a:pt x="226114" y="218666"/>
                  <a:pt x="225521" y="218877"/>
                </a:cubicBezTo>
                <a:cubicBezTo>
                  <a:pt x="224927" y="219087"/>
                  <a:pt x="224297" y="219179"/>
                  <a:pt x="223668" y="219146"/>
                </a:cubicBezTo>
                <a:cubicBezTo>
                  <a:pt x="223038" y="219111"/>
                  <a:pt x="222422" y="218953"/>
                  <a:pt x="221854" y="218679"/>
                </a:cubicBezTo>
                <a:cubicBezTo>
                  <a:pt x="221287" y="218405"/>
                  <a:pt x="220779" y="218022"/>
                  <a:pt x="220361" y="217550"/>
                </a:cubicBezTo>
                <a:lnTo>
                  <a:pt x="204419" y="200060"/>
                </a:lnTo>
                <a:lnTo>
                  <a:pt x="14288" y="200060"/>
                </a:lnTo>
                <a:cubicBezTo>
                  <a:pt x="10498" y="200060"/>
                  <a:pt x="6864" y="198554"/>
                  <a:pt x="4185" y="195875"/>
                </a:cubicBezTo>
                <a:cubicBezTo>
                  <a:pt x="1505" y="193196"/>
                  <a:pt x="0" y="189562"/>
                  <a:pt x="0" y="185773"/>
                </a:cubicBezTo>
                <a:lnTo>
                  <a:pt x="0" y="33373"/>
                </a:lnTo>
                <a:cubicBezTo>
                  <a:pt x="0" y="29583"/>
                  <a:pt x="1505" y="25949"/>
                  <a:pt x="4185" y="23270"/>
                </a:cubicBezTo>
                <a:cubicBezTo>
                  <a:pt x="6864" y="20590"/>
                  <a:pt x="10498" y="19085"/>
                  <a:pt x="14288" y="19085"/>
                </a:cubicBezTo>
                <a:lnTo>
                  <a:pt x="39886" y="19085"/>
                </a:lnTo>
                <a:lnTo>
                  <a:pt x="29766" y="8000"/>
                </a:lnTo>
                <a:cubicBezTo>
                  <a:pt x="28916" y="7053"/>
                  <a:pt x="28478" y="5807"/>
                  <a:pt x="28547" y="4537"/>
                </a:cubicBezTo>
                <a:cubicBezTo>
                  <a:pt x="28616" y="3266"/>
                  <a:pt x="29187" y="2075"/>
                  <a:pt x="30135" y="1226"/>
                </a:cubicBezTo>
                <a:cubicBezTo>
                  <a:pt x="31082" y="376"/>
                  <a:pt x="32328" y="-62"/>
                  <a:pt x="33598" y="7"/>
                </a:cubicBezTo>
                <a:cubicBezTo>
                  <a:pt x="34869" y="76"/>
                  <a:pt x="36060" y="647"/>
                  <a:pt x="36909" y="1595"/>
                </a:cubicBezTo>
                <a:lnTo>
                  <a:pt x="227409" y="211145"/>
                </a:lnTo>
                <a:close/>
                <a:moveTo>
                  <a:pt x="195751" y="190535"/>
                </a:moveTo>
                <a:lnTo>
                  <a:pt x="169771" y="161960"/>
                </a:lnTo>
                <a:lnTo>
                  <a:pt x="42863" y="161960"/>
                </a:lnTo>
                <a:cubicBezTo>
                  <a:pt x="41599" y="161960"/>
                  <a:pt x="40388" y="161458"/>
                  <a:pt x="39495" y="160565"/>
                </a:cubicBezTo>
                <a:cubicBezTo>
                  <a:pt x="38602" y="159672"/>
                  <a:pt x="38100" y="158461"/>
                  <a:pt x="38100" y="157198"/>
                </a:cubicBezTo>
                <a:cubicBezTo>
                  <a:pt x="38100" y="155935"/>
                  <a:pt x="38602" y="154723"/>
                  <a:pt x="39495" y="153830"/>
                </a:cubicBezTo>
                <a:cubicBezTo>
                  <a:pt x="40388" y="152936"/>
                  <a:pt x="41599" y="152435"/>
                  <a:pt x="42863" y="152435"/>
                </a:cubicBezTo>
                <a:lnTo>
                  <a:pt x="161115" y="152435"/>
                </a:lnTo>
                <a:lnTo>
                  <a:pt x="135136" y="123860"/>
                </a:lnTo>
                <a:lnTo>
                  <a:pt x="100013" y="123860"/>
                </a:lnTo>
                <a:cubicBezTo>
                  <a:pt x="98749" y="123860"/>
                  <a:pt x="97538" y="123358"/>
                  <a:pt x="96644" y="122465"/>
                </a:cubicBezTo>
                <a:cubicBezTo>
                  <a:pt x="95752" y="121572"/>
                  <a:pt x="95250" y="120361"/>
                  <a:pt x="95250" y="119098"/>
                </a:cubicBezTo>
                <a:cubicBezTo>
                  <a:pt x="95250" y="117835"/>
                  <a:pt x="95752" y="116623"/>
                  <a:pt x="96644" y="115730"/>
                </a:cubicBezTo>
                <a:cubicBezTo>
                  <a:pt x="97538" y="114836"/>
                  <a:pt x="98749" y="114335"/>
                  <a:pt x="100013" y="114335"/>
                </a:cubicBezTo>
                <a:lnTo>
                  <a:pt x="126481" y="114335"/>
                </a:lnTo>
                <a:lnTo>
                  <a:pt x="48554" y="28610"/>
                </a:lnTo>
                <a:lnTo>
                  <a:pt x="14288" y="28610"/>
                </a:lnTo>
                <a:cubicBezTo>
                  <a:pt x="13024" y="28610"/>
                  <a:pt x="11813" y="29112"/>
                  <a:pt x="10920" y="30005"/>
                </a:cubicBezTo>
                <a:cubicBezTo>
                  <a:pt x="10027" y="30898"/>
                  <a:pt x="9525" y="32109"/>
                  <a:pt x="9525" y="33373"/>
                </a:cubicBezTo>
                <a:lnTo>
                  <a:pt x="9525" y="185773"/>
                </a:lnTo>
                <a:cubicBezTo>
                  <a:pt x="9525" y="187036"/>
                  <a:pt x="10027" y="188247"/>
                  <a:pt x="10920" y="189140"/>
                </a:cubicBezTo>
                <a:cubicBezTo>
                  <a:pt x="11813" y="190033"/>
                  <a:pt x="13024" y="190535"/>
                  <a:pt x="14288" y="190535"/>
                </a:cubicBezTo>
                <a:lnTo>
                  <a:pt x="195751" y="190535"/>
                </a:lnTo>
                <a:close/>
                <a:moveTo>
                  <a:pt x="214313" y="123860"/>
                </a:moveTo>
                <a:cubicBezTo>
                  <a:pt x="215576" y="123860"/>
                  <a:pt x="216787" y="123358"/>
                  <a:pt x="217681" y="122465"/>
                </a:cubicBezTo>
                <a:cubicBezTo>
                  <a:pt x="218573" y="121572"/>
                  <a:pt x="219075" y="120361"/>
                  <a:pt x="219075" y="119098"/>
                </a:cubicBezTo>
                <a:cubicBezTo>
                  <a:pt x="219075" y="117835"/>
                  <a:pt x="218573" y="116623"/>
                  <a:pt x="217681" y="115730"/>
                </a:cubicBezTo>
                <a:cubicBezTo>
                  <a:pt x="216787" y="114836"/>
                  <a:pt x="215576" y="114335"/>
                  <a:pt x="214313" y="114335"/>
                </a:cubicBezTo>
                <a:lnTo>
                  <a:pt x="188738" y="114335"/>
                </a:lnTo>
                <a:cubicBezTo>
                  <a:pt x="187475" y="114335"/>
                  <a:pt x="186263" y="114836"/>
                  <a:pt x="185370" y="115730"/>
                </a:cubicBezTo>
                <a:cubicBezTo>
                  <a:pt x="184477" y="116623"/>
                  <a:pt x="183975" y="117835"/>
                  <a:pt x="183975" y="119098"/>
                </a:cubicBezTo>
                <a:cubicBezTo>
                  <a:pt x="183975" y="120361"/>
                  <a:pt x="184477" y="121572"/>
                  <a:pt x="185370" y="122465"/>
                </a:cubicBezTo>
                <a:cubicBezTo>
                  <a:pt x="186263" y="123358"/>
                  <a:pt x="187475" y="123860"/>
                  <a:pt x="188738" y="123860"/>
                </a:cubicBezTo>
                <a:lnTo>
                  <a:pt x="214313" y="123860"/>
                </a:lnTo>
                <a:close/>
                <a:moveTo>
                  <a:pt x="242888" y="19085"/>
                </a:moveTo>
                <a:lnTo>
                  <a:pt x="102144" y="19085"/>
                </a:lnTo>
                <a:cubicBezTo>
                  <a:pt x="100880" y="19085"/>
                  <a:pt x="99670" y="19587"/>
                  <a:pt x="98776" y="20480"/>
                </a:cubicBezTo>
                <a:cubicBezTo>
                  <a:pt x="97883" y="21373"/>
                  <a:pt x="97382" y="22584"/>
                  <a:pt x="97382" y="23848"/>
                </a:cubicBezTo>
                <a:cubicBezTo>
                  <a:pt x="97382" y="25111"/>
                  <a:pt x="97883" y="26322"/>
                  <a:pt x="98776" y="27215"/>
                </a:cubicBezTo>
                <a:cubicBezTo>
                  <a:pt x="99670" y="28108"/>
                  <a:pt x="100880" y="28610"/>
                  <a:pt x="102144" y="28610"/>
                </a:cubicBezTo>
                <a:lnTo>
                  <a:pt x="242888" y="28610"/>
                </a:lnTo>
                <a:cubicBezTo>
                  <a:pt x="244151" y="28610"/>
                  <a:pt x="245362" y="29112"/>
                  <a:pt x="246256" y="30005"/>
                </a:cubicBezTo>
                <a:cubicBezTo>
                  <a:pt x="247148" y="30898"/>
                  <a:pt x="247650" y="32109"/>
                  <a:pt x="247650" y="33373"/>
                </a:cubicBezTo>
                <a:lnTo>
                  <a:pt x="247650" y="189142"/>
                </a:lnTo>
                <a:cubicBezTo>
                  <a:pt x="247650" y="190405"/>
                  <a:pt x="248152" y="191616"/>
                  <a:pt x="249044" y="192510"/>
                </a:cubicBezTo>
                <a:cubicBezTo>
                  <a:pt x="249938" y="193402"/>
                  <a:pt x="251149" y="193904"/>
                  <a:pt x="252413" y="193904"/>
                </a:cubicBezTo>
                <a:cubicBezTo>
                  <a:pt x="253676" y="193904"/>
                  <a:pt x="254887" y="193402"/>
                  <a:pt x="255781" y="192510"/>
                </a:cubicBezTo>
                <a:cubicBezTo>
                  <a:pt x="256673" y="191616"/>
                  <a:pt x="257175" y="190405"/>
                  <a:pt x="257175" y="189142"/>
                </a:cubicBezTo>
                <a:lnTo>
                  <a:pt x="257175" y="33373"/>
                </a:lnTo>
                <a:cubicBezTo>
                  <a:pt x="257175" y="29583"/>
                  <a:pt x="255670" y="25949"/>
                  <a:pt x="252991" y="23270"/>
                </a:cubicBezTo>
                <a:cubicBezTo>
                  <a:pt x="250311" y="20590"/>
                  <a:pt x="246677" y="19085"/>
                  <a:pt x="242888" y="1908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93E09F-8E18-EE6B-0FC2-39919C64644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2027" y="2296043"/>
            <a:ext cx="7831006" cy="7831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E5D042-D173-03C7-D1B4-C5734242186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753" y="-3084300"/>
            <a:ext cx="7831006" cy="783100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CE86CF2-DF85-9756-E85A-056D61CE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 anchor="t">
            <a:normAutofit/>
          </a:bodyPr>
          <a:lstStyle/>
          <a:p>
            <a:r>
              <a:rPr lang="en-ID" dirty="0"/>
              <a:t>A massive, underserved market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A951E-CB1D-8136-8F0D-B75CE3922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331296"/>
            <a:ext cx="10931524" cy="336724"/>
          </a:xfrm>
        </p:spPr>
        <p:txBody>
          <a:bodyPr/>
          <a:lstStyle/>
          <a:p>
            <a:r>
              <a:rPr lang="en-ID" dirty="0"/>
              <a:t>Meeting productivity software · Global addressable market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D4B94A-4A12-AC6E-5E68-C89A11FCA7B8}"/>
              </a:ext>
            </a:extLst>
          </p:cNvPr>
          <p:cNvSpPr/>
          <p:nvPr/>
        </p:nvSpPr>
        <p:spPr>
          <a:xfrm>
            <a:off x="8547847" y="2406217"/>
            <a:ext cx="1390834" cy="139083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A9C10B-D7FB-FE9B-7EC0-91A249BE6906}"/>
              </a:ext>
            </a:extLst>
          </p:cNvPr>
          <p:cNvSpPr/>
          <p:nvPr/>
        </p:nvSpPr>
        <p:spPr>
          <a:xfrm>
            <a:off x="1542119" y="2050618"/>
            <a:ext cx="2102034" cy="2102028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1AB93-520D-A9D4-37E4-6D4DC3532AAF}"/>
              </a:ext>
            </a:extLst>
          </p:cNvPr>
          <p:cNvSpPr txBox="1"/>
          <p:nvPr/>
        </p:nvSpPr>
        <p:spPr>
          <a:xfrm>
            <a:off x="1215887" y="4340928"/>
            <a:ext cx="2742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Total Addressable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6475B6-4AA0-3137-BB96-09E21771F516}"/>
              </a:ext>
            </a:extLst>
          </p:cNvPr>
          <p:cNvSpPr txBox="1"/>
          <p:nvPr/>
        </p:nvSpPr>
        <p:spPr>
          <a:xfrm>
            <a:off x="1215887" y="467053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Global meeting software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8E005-9643-5D60-02B5-7A479AA06931}"/>
              </a:ext>
            </a:extLst>
          </p:cNvPr>
          <p:cNvSpPr txBox="1"/>
          <p:nvPr/>
        </p:nvSpPr>
        <p:spPr>
          <a:xfrm>
            <a:off x="1215887" y="496222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 companies worldwide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3B1EAB-6979-A5AD-DA5C-31DEA01561E1}"/>
              </a:ext>
            </a:extLst>
          </p:cNvPr>
          <p:cNvSpPr/>
          <p:nvPr/>
        </p:nvSpPr>
        <p:spPr>
          <a:xfrm>
            <a:off x="5215467" y="2221102"/>
            <a:ext cx="1761066" cy="176106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0B29C-29A2-F30E-7EA5-B309A634D8B7}"/>
              </a:ext>
            </a:extLst>
          </p:cNvPr>
          <p:cNvSpPr txBox="1"/>
          <p:nvPr/>
        </p:nvSpPr>
        <p:spPr>
          <a:xfrm>
            <a:off x="4711441" y="4340928"/>
            <a:ext cx="2742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Serviceable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470959-2EE1-9337-3FBC-438B3ECF99A1}"/>
              </a:ext>
            </a:extLst>
          </p:cNvPr>
          <p:cNvSpPr txBox="1"/>
          <p:nvPr/>
        </p:nvSpPr>
        <p:spPr>
          <a:xfrm>
            <a:off x="4711441" y="467053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SMB 50–500 employees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66B1D-4CA0-E4FF-EBDB-F01DA604AAC9}"/>
              </a:ext>
            </a:extLst>
          </p:cNvPr>
          <p:cNvSpPr txBox="1"/>
          <p:nvPr/>
        </p:nvSpPr>
        <p:spPr>
          <a:xfrm>
            <a:off x="4711441" y="496222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English-speaking markets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DFC929-476A-5264-99CF-A44E7CBE1C14}"/>
              </a:ext>
            </a:extLst>
          </p:cNvPr>
          <p:cNvSpPr txBox="1"/>
          <p:nvPr/>
        </p:nvSpPr>
        <p:spPr>
          <a:xfrm>
            <a:off x="7836605" y="4340928"/>
            <a:ext cx="2742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SOM · Year 3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819A8E-6F02-EAE2-6877-ED49064EE1CF}"/>
              </a:ext>
            </a:extLst>
          </p:cNvPr>
          <p:cNvSpPr txBox="1"/>
          <p:nvPr/>
        </p:nvSpPr>
        <p:spPr>
          <a:xfrm>
            <a:off x="7836605" y="467053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4% of SAM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4B332D-43B9-A120-B360-A445F4670318}"/>
              </a:ext>
            </a:extLst>
          </p:cNvPr>
          <p:cNvSpPr txBox="1"/>
          <p:nvPr/>
        </p:nvSpPr>
        <p:spPr>
          <a:xfrm>
            <a:off x="7836605" y="4962227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1,000 customers · $480K ARR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0B3121-2255-2472-9D08-2749F0374806}"/>
              </a:ext>
            </a:extLst>
          </p:cNvPr>
          <p:cNvCxnSpPr>
            <a:cxnSpLocks/>
          </p:cNvCxnSpPr>
          <p:nvPr/>
        </p:nvCxnSpPr>
        <p:spPr>
          <a:xfrm>
            <a:off x="623887" y="5710576"/>
            <a:ext cx="10931526" cy="0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C1616D-ABD0-403D-C464-6021974D6DD5}"/>
              </a:ext>
            </a:extLst>
          </p:cNvPr>
          <p:cNvSpPr txBox="1"/>
          <p:nvPr/>
        </p:nvSpPr>
        <p:spPr>
          <a:xfrm>
            <a:off x="631687" y="5943143"/>
            <a:ext cx="5525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ICP: 350,000+ US companies · 50–500 employees · knowledge-worker heavy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B69AC-6113-63B8-EB73-92D3F30F9A92}"/>
              </a:ext>
            </a:extLst>
          </p:cNvPr>
          <p:cNvSpPr txBox="1"/>
          <p:nvPr/>
        </p:nvSpPr>
        <p:spPr>
          <a:xfrm>
            <a:off x="7197753" y="5943143"/>
            <a:ext cx="4376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contract value: $1,740/yr · 5 seats × $29 × 12 months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703A33-0B36-30F4-33B0-5E2E285A79AB}"/>
              </a:ext>
            </a:extLst>
          </p:cNvPr>
          <p:cNvCxnSpPr>
            <a:stCxn id="11" idx="6"/>
            <a:endCxn id="16" idx="2"/>
          </p:cNvCxnSpPr>
          <p:nvPr/>
        </p:nvCxnSpPr>
        <p:spPr>
          <a:xfrm>
            <a:off x="3644153" y="3101632"/>
            <a:ext cx="1571314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711CE7-C98F-C979-9C1C-1AF7F4F23A35}"/>
              </a:ext>
            </a:extLst>
          </p:cNvPr>
          <p:cNvCxnSpPr>
            <a:cxnSpLocks/>
            <a:stCxn id="16" idx="6"/>
            <a:endCxn id="10" idx="2"/>
          </p:cNvCxnSpPr>
          <p:nvPr/>
        </p:nvCxnSpPr>
        <p:spPr>
          <a:xfrm>
            <a:off x="6976533" y="3101632"/>
            <a:ext cx="1571314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D32E94E-9BDD-AD7A-E447-2081CB01003E}"/>
              </a:ext>
            </a:extLst>
          </p:cNvPr>
          <p:cNvSpPr txBox="1"/>
          <p:nvPr/>
        </p:nvSpPr>
        <p:spPr>
          <a:xfrm>
            <a:off x="1852650" y="2667916"/>
            <a:ext cx="1447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2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$47B</a:t>
            </a:r>
            <a:endParaRPr lang="en-US" sz="3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333E20-9E23-1901-74AA-E30ED6B6766B}"/>
              </a:ext>
            </a:extLst>
          </p:cNvPr>
          <p:cNvSpPr txBox="1"/>
          <p:nvPr/>
        </p:nvSpPr>
        <p:spPr>
          <a:xfrm>
            <a:off x="1874574" y="3161485"/>
            <a:ext cx="1425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TAM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6F239-15AC-9F47-31FC-8B113F27EEF0}"/>
              </a:ext>
            </a:extLst>
          </p:cNvPr>
          <p:cNvSpPr txBox="1"/>
          <p:nvPr/>
        </p:nvSpPr>
        <p:spPr>
          <a:xfrm>
            <a:off x="5370765" y="2728876"/>
            <a:ext cx="144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$12B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1F7353-03CE-07AF-D582-2EE522628B8B}"/>
              </a:ext>
            </a:extLst>
          </p:cNvPr>
          <p:cNvSpPr txBox="1"/>
          <p:nvPr/>
        </p:nvSpPr>
        <p:spPr>
          <a:xfrm>
            <a:off x="5392689" y="3161485"/>
            <a:ext cx="1425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SAM</a:t>
            </a:r>
            <a:endParaRPr lang="en-US" sz="14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9BDB01-D18A-EEAF-A897-8F3BAF3F1B5F}"/>
              </a:ext>
            </a:extLst>
          </p:cNvPr>
          <p:cNvSpPr txBox="1"/>
          <p:nvPr/>
        </p:nvSpPr>
        <p:spPr>
          <a:xfrm>
            <a:off x="8519693" y="2860956"/>
            <a:ext cx="1447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$480M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44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74D1E4-EFB9-D0E3-E801-25D04FA4B9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1016" y="-538534"/>
            <a:ext cx="8573256" cy="8573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59DBE7-8888-0BE6-A21C-6BE97FB1A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>
            <a:normAutofit/>
          </a:bodyPr>
          <a:lstStyle/>
          <a:p>
            <a:r>
              <a:rPr lang="en-ID" dirty="0"/>
              <a:t>A massive, underserved market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ACDAE-6524-EB2C-7394-F032FCC80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Meeting productivity software · Global addressable market</a:t>
            </a:r>
            <a:endParaRPr lang="en-US" dirty="0"/>
          </a:p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0A6254-AF5B-1EA4-6707-5B76DB79B349}"/>
              </a:ext>
            </a:extLst>
          </p:cNvPr>
          <p:cNvSpPr/>
          <p:nvPr/>
        </p:nvSpPr>
        <p:spPr>
          <a:xfrm>
            <a:off x="623887" y="2037740"/>
            <a:ext cx="5703451" cy="3420708"/>
          </a:xfrm>
          <a:prstGeom prst="roundRect">
            <a:avLst>
              <a:gd name="adj" fmla="val 15079"/>
            </a:avLst>
          </a:prstGeom>
          <a:gradFill flip="none" rotWithShape="1"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9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15000"/>
                  </a:srgbClr>
                </a:gs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61C63D-38C6-D5DF-FCF5-6342698CB93A}"/>
              </a:ext>
            </a:extLst>
          </p:cNvPr>
          <p:cNvSpPr/>
          <p:nvPr/>
        </p:nvSpPr>
        <p:spPr>
          <a:xfrm>
            <a:off x="6610351" y="2037740"/>
            <a:ext cx="2748802" cy="3420708"/>
          </a:xfrm>
          <a:prstGeom prst="roundRect">
            <a:avLst>
              <a:gd name="adj" fmla="val 1687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06CE04-5409-5D33-7F93-99149D6D5ABA}"/>
              </a:ext>
            </a:extLst>
          </p:cNvPr>
          <p:cNvSpPr/>
          <p:nvPr/>
        </p:nvSpPr>
        <p:spPr>
          <a:xfrm>
            <a:off x="9644063" y="2037740"/>
            <a:ext cx="1928811" cy="3420708"/>
          </a:xfrm>
          <a:prstGeom prst="roundRect">
            <a:avLst>
              <a:gd name="adj" fmla="val 1687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8175A2-2E10-7562-354A-918F3224A662}"/>
              </a:ext>
            </a:extLst>
          </p:cNvPr>
          <p:cNvSpPr/>
          <p:nvPr/>
        </p:nvSpPr>
        <p:spPr>
          <a:xfrm>
            <a:off x="623887" y="5716432"/>
            <a:ext cx="10931524" cy="5208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D5024-04FA-FB60-DB80-8DCB858E9671}"/>
              </a:ext>
            </a:extLst>
          </p:cNvPr>
          <p:cNvSpPr txBox="1"/>
          <p:nvPr/>
        </p:nvSpPr>
        <p:spPr>
          <a:xfrm>
            <a:off x="801506" y="5838360"/>
            <a:ext cx="5525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ICP: 350,000+ US companies · 50–500 employees · knowledge-worker heavy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2E046-F224-D9A7-89B2-4DD06C0E345E}"/>
              </a:ext>
            </a:extLst>
          </p:cNvPr>
          <p:cNvSpPr txBox="1"/>
          <p:nvPr/>
        </p:nvSpPr>
        <p:spPr>
          <a:xfrm>
            <a:off x="7001808" y="5838360"/>
            <a:ext cx="4376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contract value: $1,740/yr · 5 seats × $29 × 12 months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B5980-718E-54DE-0BB3-D975060B1919}"/>
              </a:ext>
            </a:extLst>
          </p:cNvPr>
          <p:cNvSpPr txBox="1"/>
          <p:nvPr/>
        </p:nvSpPr>
        <p:spPr>
          <a:xfrm>
            <a:off x="889188" y="2255835"/>
            <a:ext cx="2956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$47B</a:t>
            </a:r>
            <a:endParaRPr lang="en-US" sz="5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2DE0A-4EC5-48A3-95F8-D1489B56E9A2}"/>
              </a:ext>
            </a:extLst>
          </p:cNvPr>
          <p:cNvSpPr txBox="1"/>
          <p:nvPr/>
        </p:nvSpPr>
        <p:spPr>
          <a:xfrm>
            <a:off x="889188" y="3179165"/>
            <a:ext cx="1425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TAM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37EC5F-9F56-6F46-A13E-9F2B491E1CAD}"/>
              </a:ext>
            </a:extLst>
          </p:cNvPr>
          <p:cNvSpPr txBox="1"/>
          <p:nvPr/>
        </p:nvSpPr>
        <p:spPr>
          <a:xfrm>
            <a:off x="6851577" y="2272769"/>
            <a:ext cx="1628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bg1">
                    <a:lumMod val="8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$12B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64D573-6137-847D-C4E9-DA22A57C61B0}"/>
              </a:ext>
            </a:extLst>
          </p:cNvPr>
          <p:cNvSpPr txBox="1"/>
          <p:nvPr/>
        </p:nvSpPr>
        <p:spPr>
          <a:xfrm>
            <a:off x="6851577" y="2882949"/>
            <a:ext cx="1425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SAM</a:t>
            </a:r>
            <a:endParaRPr lang="en-US" sz="1600" b="1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69C60D-9012-8195-4D51-2AB02E21B7CB}"/>
              </a:ext>
            </a:extLst>
          </p:cNvPr>
          <p:cNvSpPr txBox="1"/>
          <p:nvPr/>
        </p:nvSpPr>
        <p:spPr>
          <a:xfrm>
            <a:off x="9807719" y="2272769"/>
            <a:ext cx="162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$480M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CDDCB-C218-B942-91B5-A03627CADECB}"/>
              </a:ext>
            </a:extLst>
          </p:cNvPr>
          <p:cNvSpPr txBox="1"/>
          <p:nvPr/>
        </p:nvSpPr>
        <p:spPr>
          <a:xfrm>
            <a:off x="9807719" y="2702191"/>
            <a:ext cx="1425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SOM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EDE099-20D0-9B1C-D053-21312E4BA007}"/>
              </a:ext>
            </a:extLst>
          </p:cNvPr>
          <p:cNvSpPr txBox="1"/>
          <p:nvPr/>
        </p:nvSpPr>
        <p:spPr>
          <a:xfrm>
            <a:off x="889188" y="4275360"/>
            <a:ext cx="2742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Total Addressable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DA1BA4-E410-D8C8-76A9-1C94704192EA}"/>
              </a:ext>
            </a:extLst>
          </p:cNvPr>
          <p:cNvSpPr txBox="1"/>
          <p:nvPr/>
        </p:nvSpPr>
        <p:spPr>
          <a:xfrm>
            <a:off x="889188" y="4604969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Global meeting software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A43AF-06D8-C848-BCD9-710752A3357D}"/>
              </a:ext>
            </a:extLst>
          </p:cNvPr>
          <p:cNvSpPr txBox="1"/>
          <p:nvPr/>
        </p:nvSpPr>
        <p:spPr>
          <a:xfrm>
            <a:off x="889188" y="4896659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 companies worldwide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0CFF4E-121E-19C1-F97C-644F684856D7}"/>
              </a:ext>
            </a:extLst>
          </p:cNvPr>
          <p:cNvSpPr txBox="1"/>
          <p:nvPr/>
        </p:nvSpPr>
        <p:spPr>
          <a:xfrm>
            <a:off x="6851577" y="4247650"/>
            <a:ext cx="2742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Serviceable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32E90-3345-78C7-1B0C-92DE42ACBCA0}"/>
              </a:ext>
            </a:extLst>
          </p:cNvPr>
          <p:cNvSpPr txBox="1"/>
          <p:nvPr/>
        </p:nvSpPr>
        <p:spPr>
          <a:xfrm>
            <a:off x="6851577" y="4577259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SMB 50–500 employees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A1771-67F7-2453-563E-B983063C1BEB}"/>
              </a:ext>
            </a:extLst>
          </p:cNvPr>
          <p:cNvSpPr txBox="1"/>
          <p:nvPr/>
        </p:nvSpPr>
        <p:spPr>
          <a:xfrm>
            <a:off x="6851577" y="4868949"/>
            <a:ext cx="274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English-speaking markets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BBD665-5DAB-BDFE-8C25-A1D34B26EE98}"/>
              </a:ext>
            </a:extLst>
          </p:cNvPr>
          <p:cNvSpPr txBox="1"/>
          <p:nvPr/>
        </p:nvSpPr>
        <p:spPr>
          <a:xfrm>
            <a:off x="9807719" y="4192230"/>
            <a:ext cx="157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SOM · Year 3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1B8774-A3AE-42BC-1235-9E92AEDA2083}"/>
              </a:ext>
            </a:extLst>
          </p:cNvPr>
          <p:cNvSpPr txBox="1"/>
          <p:nvPr/>
        </p:nvSpPr>
        <p:spPr>
          <a:xfrm>
            <a:off x="9807719" y="4521839"/>
            <a:ext cx="1570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4% of SAM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EBE558-C427-B028-B0B5-944BABAA0BBA}"/>
              </a:ext>
            </a:extLst>
          </p:cNvPr>
          <p:cNvSpPr txBox="1"/>
          <p:nvPr/>
        </p:nvSpPr>
        <p:spPr>
          <a:xfrm>
            <a:off x="9807719" y="4813529"/>
            <a:ext cx="1570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1,000 customers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9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A80CAD3-BA52-CB1C-03A6-6A0A717112F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2027" y="2296043"/>
            <a:ext cx="7831006" cy="78310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24B6E87-E9B7-E5A2-3BA2-5C1F4F445E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753" y="-3084300"/>
            <a:ext cx="7831006" cy="783100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2E1203-3A46-7EF5-2C47-F409E780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/>
          <a:lstStyle/>
          <a:p>
            <a:r>
              <a:rPr lang="en-ID" dirty="0"/>
              <a:t>Join a meeting. Leave with a plan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C0AB64-849C-063C-10B9-4056D0E14C94}"/>
              </a:ext>
            </a:extLst>
          </p:cNvPr>
          <p:cNvSpPr/>
          <p:nvPr/>
        </p:nvSpPr>
        <p:spPr>
          <a:xfrm>
            <a:off x="1605359" y="1816679"/>
            <a:ext cx="850180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6BBC0-36DF-A5FE-3DD6-95F83E8D7DD9}"/>
              </a:ext>
            </a:extLst>
          </p:cNvPr>
          <p:cNvSpPr txBox="1"/>
          <p:nvPr/>
        </p:nvSpPr>
        <p:spPr>
          <a:xfrm>
            <a:off x="1719306" y="1857416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Step 1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9ACA93-D558-2774-2719-861594D2AAF6}"/>
              </a:ext>
            </a:extLst>
          </p:cNvPr>
          <p:cNvSpPr/>
          <p:nvPr/>
        </p:nvSpPr>
        <p:spPr>
          <a:xfrm>
            <a:off x="1319398" y="2493957"/>
            <a:ext cx="1422102" cy="142209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54336-0A79-C2EA-D89C-BD93A09D78D7}"/>
              </a:ext>
            </a:extLst>
          </p:cNvPr>
          <p:cNvSpPr txBox="1"/>
          <p:nvPr/>
        </p:nvSpPr>
        <p:spPr>
          <a:xfrm>
            <a:off x="963212" y="4171799"/>
            <a:ext cx="2134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Join meeting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3227F-5C95-07EA-442A-1AC9E44B6834}"/>
              </a:ext>
            </a:extLst>
          </p:cNvPr>
          <p:cNvSpPr txBox="1"/>
          <p:nvPr/>
        </p:nvSpPr>
        <p:spPr>
          <a:xfrm>
            <a:off x="963212" y="4501408"/>
            <a:ext cx="213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ArcAI</a:t>
            </a:r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joins Zoom or Meet as a bot — no setup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20398F-41A8-5C6B-343B-2BA883E2E631}"/>
              </a:ext>
            </a:extLst>
          </p:cNvPr>
          <p:cNvSpPr/>
          <p:nvPr/>
        </p:nvSpPr>
        <p:spPr>
          <a:xfrm>
            <a:off x="4285497" y="1816679"/>
            <a:ext cx="850180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9F436C-BC64-1CC3-64D5-B146062EDA08}"/>
              </a:ext>
            </a:extLst>
          </p:cNvPr>
          <p:cNvSpPr txBox="1"/>
          <p:nvPr/>
        </p:nvSpPr>
        <p:spPr>
          <a:xfrm>
            <a:off x="4399444" y="1857416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Step 2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671C32-3E2A-62C2-8DF2-5E03FC1CCB65}"/>
              </a:ext>
            </a:extLst>
          </p:cNvPr>
          <p:cNvSpPr/>
          <p:nvPr/>
        </p:nvSpPr>
        <p:spPr>
          <a:xfrm>
            <a:off x="3999536" y="2493957"/>
            <a:ext cx="1422102" cy="142209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0F29CE-F8B7-2DDE-AC62-404CCB63A4F1}"/>
              </a:ext>
            </a:extLst>
          </p:cNvPr>
          <p:cNvSpPr txBox="1"/>
          <p:nvPr/>
        </p:nvSpPr>
        <p:spPr>
          <a:xfrm>
            <a:off x="3643350" y="4171799"/>
            <a:ext cx="2134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Transcribe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DEBC9-4ADF-094C-228E-439826DB505D}"/>
              </a:ext>
            </a:extLst>
          </p:cNvPr>
          <p:cNvSpPr txBox="1"/>
          <p:nvPr/>
        </p:nvSpPr>
        <p:spPr>
          <a:xfrm>
            <a:off x="3643350" y="4501408"/>
            <a:ext cx="213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Real-time, speaker-identified, 94% accuracy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52E5B9-D857-EB21-ECB3-16DC050BCEDE}"/>
              </a:ext>
            </a:extLst>
          </p:cNvPr>
          <p:cNvSpPr/>
          <p:nvPr/>
        </p:nvSpPr>
        <p:spPr>
          <a:xfrm>
            <a:off x="6969648" y="1816679"/>
            <a:ext cx="850180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79D099-A34B-1BAF-D6B3-DAD3BC68EE8E}"/>
              </a:ext>
            </a:extLst>
          </p:cNvPr>
          <p:cNvSpPr txBox="1"/>
          <p:nvPr/>
        </p:nvSpPr>
        <p:spPr>
          <a:xfrm>
            <a:off x="7083595" y="1857416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Step 3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F99F56-3E1C-3D09-6314-1CAA7B8CEE5E}"/>
              </a:ext>
            </a:extLst>
          </p:cNvPr>
          <p:cNvSpPr/>
          <p:nvPr/>
        </p:nvSpPr>
        <p:spPr>
          <a:xfrm>
            <a:off x="6683687" y="2493957"/>
            <a:ext cx="1422102" cy="142209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46B33B-90E1-8275-D477-F7EE837DF3C3}"/>
              </a:ext>
            </a:extLst>
          </p:cNvPr>
          <p:cNvSpPr txBox="1"/>
          <p:nvPr/>
        </p:nvSpPr>
        <p:spPr>
          <a:xfrm>
            <a:off x="6327501" y="4171799"/>
            <a:ext cx="2134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Generate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1B660B-5CC3-6D6C-2261-E510E7AE1AA7}"/>
              </a:ext>
            </a:extLst>
          </p:cNvPr>
          <p:cNvSpPr txBox="1"/>
          <p:nvPr/>
        </p:nvSpPr>
        <p:spPr>
          <a:xfrm>
            <a:off x="6327501" y="4501408"/>
            <a:ext cx="213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Action items + owners + deadlines in 60 sec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00F642-C3DB-FEA0-B5A8-F39445C6C70E}"/>
              </a:ext>
            </a:extLst>
          </p:cNvPr>
          <p:cNvSpPr/>
          <p:nvPr/>
        </p:nvSpPr>
        <p:spPr>
          <a:xfrm>
            <a:off x="9661538" y="1816679"/>
            <a:ext cx="850180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17A232-C458-11B6-6C88-A00F0D321900}"/>
              </a:ext>
            </a:extLst>
          </p:cNvPr>
          <p:cNvSpPr txBox="1"/>
          <p:nvPr/>
        </p:nvSpPr>
        <p:spPr>
          <a:xfrm>
            <a:off x="9775485" y="1857416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Step 4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E10B6F-6F58-425D-B62D-370D253FCDF7}"/>
              </a:ext>
            </a:extLst>
          </p:cNvPr>
          <p:cNvSpPr/>
          <p:nvPr/>
        </p:nvSpPr>
        <p:spPr>
          <a:xfrm>
            <a:off x="9375577" y="2493957"/>
            <a:ext cx="1422102" cy="1422098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62876F-9A5D-9A36-8E66-CDFB633B4F0E}"/>
              </a:ext>
            </a:extLst>
          </p:cNvPr>
          <p:cNvSpPr txBox="1"/>
          <p:nvPr/>
        </p:nvSpPr>
        <p:spPr>
          <a:xfrm>
            <a:off x="9019391" y="4171799"/>
            <a:ext cx="2134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Auto-sync</a:t>
            </a:r>
            <a:endParaRPr lang="en-US" sz="16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C54FAA-5D93-DF69-13FC-7EC496069614}"/>
              </a:ext>
            </a:extLst>
          </p:cNvPr>
          <p:cNvSpPr txBox="1"/>
          <p:nvPr/>
        </p:nvSpPr>
        <p:spPr>
          <a:xfrm>
            <a:off x="9019391" y="4501408"/>
            <a:ext cx="213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Pushes to Slack, Notion, Jira instantly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59BEF6E-1430-C4C3-BBC2-3A00DC329ABA}"/>
              </a:ext>
            </a:extLst>
          </p:cNvPr>
          <p:cNvCxnSpPr>
            <a:cxnSpLocks/>
          </p:cNvCxnSpPr>
          <p:nvPr/>
        </p:nvCxnSpPr>
        <p:spPr>
          <a:xfrm>
            <a:off x="623887" y="5532736"/>
            <a:ext cx="109315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A4A7DAA-695D-20AE-0003-41FD1CF6D476}"/>
              </a:ext>
            </a:extLst>
          </p:cNvPr>
          <p:cNvSpPr/>
          <p:nvPr/>
        </p:nvSpPr>
        <p:spPr>
          <a:xfrm>
            <a:off x="3128682" y="5875870"/>
            <a:ext cx="77877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6468D9-2ABC-66C0-B15C-39514921E03F}"/>
              </a:ext>
            </a:extLst>
          </p:cNvPr>
          <p:cNvSpPr txBox="1"/>
          <p:nvPr/>
        </p:nvSpPr>
        <p:spPr>
          <a:xfrm>
            <a:off x="3232573" y="5916607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Zoom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F31CF2-D072-83A7-D41B-E3568F4BE840}"/>
              </a:ext>
            </a:extLst>
          </p:cNvPr>
          <p:cNvSpPr txBox="1"/>
          <p:nvPr/>
        </p:nvSpPr>
        <p:spPr>
          <a:xfrm>
            <a:off x="623888" y="5916607"/>
            <a:ext cx="2228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Integrated with 10+ platform: 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F556B0-0036-AF0A-F2E6-F442D8A49784}"/>
              </a:ext>
            </a:extLst>
          </p:cNvPr>
          <p:cNvSpPr txBox="1"/>
          <p:nvPr/>
        </p:nvSpPr>
        <p:spPr>
          <a:xfrm>
            <a:off x="9339943" y="5916607"/>
            <a:ext cx="2228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 more platform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B20C548-11D0-6423-AC45-920B680920C5}"/>
              </a:ext>
            </a:extLst>
          </p:cNvPr>
          <p:cNvSpPr/>
          <p:nvPr/>
        </p:nvSpPr>
        <p:spPr>
          <a:xfrm>
            <a:off x="4044833" y="5875870"/>
            <a:ext cx="1166200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E42416-64C9-6320-1293-AF0DB33B0FE5}"/>
              </a:ext>
            </a:extLst>
          </p:cNvPr>
          <p:cNvSpPr txBox="1"/>
          <p:nvPr/>
        </p:nvSpPr>
        <p:spPr>
          <a:xfrm>
            <a:off x="4109201" y="5916607"/>
            <a:ext cx="1037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Google Meet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9B687E4-60B7-F8FE-25E2-7FDBFEEE629A}"/>
              </a:ext>
            </a:extLst>
          </p:cNvPr>
          <p:cNvSpPr/>
          <p:nvPr/>
        </p:nvSpPr>
        <p:spPr>
          <a:xfrm>
            <a:off x="5342493" y="5875870"/>
            <a:ext cx="77877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E8456F-6C8E-CE4C-3F4D-8976FA6A1A85}"/>
              </a:ext>
            </a:extLst>
          </p:cNvPr>
          <p:cNvSpPr txBox="1"/>
          <p:nvPr/>
        </p:nvSpPr>
        <p:spPr>
          <a:xfrm>
            <a:off x="5458406" y="5916607"/>
            <a:ext cx="546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Slack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5EF55E7-C567-B773-1BF0-7A540F44E19C}"/>
              </a:ext>
            </a:extLst>
          </p:cNvPr>
          <p:cNvSpPr/>
          <p:nvPr/>
        </p:nvSpPr>
        <p:spPr>
          <a:xfrm>
            <a:off x="6242277" y="5875870"/>
            <a:ext cx="77877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5E069E-F129-9078-FE4E-157E4845BD95}"/>
              </a:ext>
            </a:extLst>
          </p:cNvPr>
          <p:cNvSpPr txBox="1"/>
          <p:nvPr/>
        </p:nvSpPr>
        <p:spPr>
          <a:xfrm>
            <a:off x="6321322" y="5916607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Notion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B1DF9AB-56F8-FD20-1196-49792831F1CD}"/>
              </a:ext>
            </a:extLst>
          </p:cNvPr>
          <p:cNvSpPr/>
          <p:nvPr/>
        </p:nvSpPr>
        <p:spPr>
          <a:xfrm>
            <a:off x="7128455" y="5875870"/>
            <a:ext cx="66640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DC6304-61FD-56DA-F3FA-9AB722B9FB52}"/>
              </a:ext>
            </a:extLst>
          </p:cNvPr>
          <p:cNvSpPr txBox="1"/>
          <p:nvPr/>
        </p:nvSpPr>
        <p:spPr>
          <a:xfrm>
            <a:off x="7252304" y="5916607"/>
            <a:ext cx="418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Jira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61655F8-64C2-A487-F4AC-092F73803B4E}"/>
              </a:ext>
            </a:extLst>
          </p:cNvPr>
          <p:cNvSpPr/>
          <p:nvPr/>
        </p:nvSpPr>
        <p:spPr>
          <a:xfrm>
            <a:off x="7918706" y="5875870"/>
            <a:ext cx="744738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157BE7-AFD2-8917-C5D4-59CA3736B9BA}"/>
              </a:ext>
            </a:extLst>
          </p:cNvPr>
          <p:cNvSpPr txBox="1"/>
          <p:nvPr/>
        </p:nvSpPr>
        <p:spPr>
          <a:xfrm>
            <a:off x="7957874" y="5916607"/>
            <a:ext cx="666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Asana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F7D5A9-BBEB-18FB-960E-8652BC216619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455539" y="1995915"/>
            <a:ext cx="1829958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1AB32C-DC94-0C3C-47B9-075FC84FD4EC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135677" y="1995915"/>
            <a:ext cx="1833971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A3ED5A-A9F9-8BFC-2478-6B2BDDDF3A94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7819828" y="1995915"/>
            <a:ext cx="1841710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raphic 3">
            <a:extLst>
              <a:ext uri="{FF2B5EF4-FFF2-40B4-BE49-F238E27FC236}">
                <a16:creationId xmlns:a16="http://schemas.microsoft.com/office/drawing/2014/main" id="{1B5515D6-2B93-64C8-4A8D-2D817EC31795}"/>
              </a:ext>
            </a:extLst>
          </p:cNvPr>
          <p:cNvSpPr/>
          <p:nvPr/>
        </p:nvSpPr>
        <p:spPr>
          <a:xfrm>
            <a:off x="9865979" y="2989012"/>
            <a:ext cx="441298" cy="431988"/>
          </a:xfrm>
          <a:custGeom>
            <a:avLst/>
            <a:gdLst>
              <a:gd name="csX0" fmla="*/ 61913 w 219075"/>
              <a:gd name="csY0" fmla="*/ 73890 h 214455"/>
              <a:gd name="csX1" fmla="*/ 4763 w 219075"/>
              <a:gd name="csY1" fmla="*/ 73890 h 214455"/>
              <a:gd name="csX2" fmla="*/ 1395 w 219075"/>
              <a:gd name="csY2" fmla="*/ 72496 h 214455"/>
              <a:gd name="csX3" fmla="*/ 0 w 219075"/>
              <a:gd name="csY3" fmla="*/ 69128 h 214455"/>
              <a:gd name="csX4" fmla="*/ 0 w 219075"/>
              <a:gd name="csY4" fmla="*/ 11978 h 214455"/>
              <a:gd name="csX5" fmla="*/ 1395 w 219075"/>
              <a:gd name="csY5" fmla="*/ 8610 h 214455"/>
              <a:gd name="csX6" fmla="*/ 4763 w 219075"/>
              <a:gd name="csY6" fmla="*/ 7216 h 214455"/>
              <a:gd name="csX7" fmla="*/ 8130 w 219075"/>
              <a:gd name="csY7" fmla="*/ 8610 h 214455"/>
              <a:gd name="csX8" fmla="*/ 9525 w 219075"/>
              <a:gd name="csY8" fmla="*/ 11978 h 214455"/>
              <a:gd name="csX9" fmla="*/ 9525 w 219075"/>
              <a:gd name="csY9" fmla="*/ 57627 h 214455"/>
              <a:gd name="csX10" fmla="*/ 35076 w 219075"/>
              <a:gd name="csY10" fmla="*/ 32088 h 214455"/>
              <a:gd name="csX11" fmla="*/ 111919 w 219075"/>
              <a:gd name="csY11" fmla="*/ 0 h 214455"/>
              <a:gd name="csX12" fmla="*/ 112525 w 219075"/>
              <a:gd name="csY12" fmla="*/ 0 h 214455"/>
              <a:gd name="csX13" fmla="*/ 189071 w 219075"/>
              <a:gd name="csY13" fmla="*/ 31183 h 214455"/>
              <a:gd name="csX14" fmla="*/ 190503 w 219075"/>
              <a:gd name="csY14" fmla="*/ 34538 h 214455"/>
              <a:gd name="csX15" fmla="*/ 189143 w 219075"/>
              <a:gd name="csY15" fmla="*/ 37922 h 214455"/>
              <a:gd name="csX16" fmla="*/ 185788 w 219075"/>
              <a:gd name="csY16" fmla="*/ 39353 h 214455"/>
              <a:gd name="csX17" fmla="*/ 182404 w 219075"/>
              <a:gd name="csY17" fmla="*/ 37993 h 214455"/>
              <a:gd name="csX18" fmla="*/ 112538 w 219075"/>
              <a:gd name="csY18" fmla="*/ 9525 h 214455"/>
              <a:gd name="csX19" fmla="*/ 111979 w 219075"/>
              <a:gd name="csY19" fmla="*/ 9525 h 214455"/>
              <a:gd name="csX20" fmla="*/ 41803 w 219075"/>
              <a:gd name="csY20" fmla="*/ 38815 h 214455"/>
              <a:gd name="csX21" fmla="*/ 16264 w 219075"/>
              <a:gd name="csY21" fmla="*/ 64365 h 214455"/>
              <a:gd name="csX22" fmla="*/ 61913 w 219075"/>
              <a:gd name="csY22" fmla="*/ 64365 h 214455"/>
              <a:gd name="csX23" fmla="*/ 65281 w 219075"/>
              <a:gd name="csY23" fmla="*/ 65761 h 214455"/>
              <a:gd name="csX24" fmla="*/ 66675 w 219075"/>
              <a:gd name="csY24" fmla="*/ 69128 h 214455"/>
              <a:gd name="csX25" fmla="*/ 65281 w 219075"/>
              <a:gd name="csY25" fmla="*/ 72496 h 214455"/>
              <a:gd name="csX26" fmla="*/ 61913 w 219075"/>
              <a:gd name="csY26" fmla="*/ 73890 h 214455"/>
              <a:gd name="csX27" fmla="*/ 214313 w 219075"/>
              <a:gd name="csY27" fmla="*/ 140565 h 214455"/>
              <a:gd name="csX28" fmla="*/ 157163 w 219075"/>
              <a:gd name="csY28" fmla="*/ 140565 h 214455"/>
              <a:gd name="csX29" fmla="*/ 153794 w 219075"/>
              <a:gd name="csY29" fmla="*/ 141961 h 214455"/>
              <a:gd name="csX30" fmla="*/ 152400 w 219075"/>
              <a:gd name="csY30" fmla="*/ 145328 h 214455"/>
              <a:gd name="csX31" fmla="*/ 153794 w 219075"/>
              <a:gd name="csY31" fmla="*/ 148696 h 214455"/>
              <a:gd name="csX32" fmla="*/ 157163 w 219075"/>
              <a:gd name="csY32" fmla="*/ 150090 h 214455"/>
              <a:gd name="csX33" fmla="*/ 202811 w 219075"/>
              <a:gd name="csY33" fmla="*/ 150090 h 214455"/>
              <a:gd name="csX34" fmla="*/ 177272 w 219075"/>
              <a:gd name="csY34" fmla="*/ 175641 h 214455"/>
              <a:gd name="csX35" fmla="*/ 107156 w 219075"/>
              <a:gd name="csY35" fmla="*/ 204931 h 214455"/>
              <a:gd name="csX36" fmla="*/ 106596 w 219075"/>
              <a:gd name="csY36" fmla="*/ 204931 h 214455"/>
              <a:gd name="csX37" fmla="*/ 36671 w 219075"/>
              <a:gd name="csY37" fmla="*/ 176463 h 214455"/>
              <a:gd name="csX38" fmla="*/ 33287 w 219075"/>
              <a:gd name="csY38" fmla="*/ 175103 h 214455"/>
              <a:gd name="csX39" fmla="*/ 29932 w 219075"/>
              <a:gd name="csY39" fmla="*/ 176535 h 214455"/>
              <a:gd name="csX40" fmla="*/ 28572 w 219075"/>
              <a:gd name="csY40" fmla="*/ 179919 h 214455"/>
              <a:gd name="csX41" fmla="*/ 30004 w 219075"/>
              <a:gd name="csY41" fmla="*/ 183274 h 214455"/>
              <a:gd name="csX42" fmla="*/ 106537 w 219075"/>
              <a:gd name="csY42" fmla="*/ 214456 h 214455"/>
              <a:gd name="csX43" fmla="*/ 107156 w 219075"/>
              <a:gd name="csY43" fmla="*/ 214456 h 214455"/>
              <a:gd name="csX44" fmla="*/ 148775 w 219075"/>
              <a:gd name="csY44" fmla="*/ 206056 h 214455"/>
              <a:gd name="csX45" fmla="*/ 184012 w 219075"/>
              <a:gd name="csY45" fmla="*/ 182369 h 214455"/>
              <a:gd name="csX46" fmla="*/ 209550 w 219075"/>
              <a:gd name="csY46" fmla="*/ 156829 h 214455"/>
              <a:gd name="csX47" fmla="*/ 209550 w 219075"/>
              <a:gd name="csY47" fmla="*/ 202478 h 214455"/>
              <a:gd name="csX48" fmla="*/ 210944 w 219075"/>
              <a:gd name="csY48" fmla="*/ 205846 h 214455"/>
              <a:gd name="csX49" fmla="*/ 214313 w 219075"/>
              <a:gd name="csY49" fmla="*/ 207240 h 214455"/>
              <a:gd name="csX50" fmla="*/ 217681 w 219075"/>
              <a:gd name="csY50" fmla="*/ 205846 h 214455"/>
              <a:gd name="csX51" fmla="*/ 219075 w 219075"/>
              <a:gd name="csY51" fmla="*/ 202478 h 214455"/>
              <a:gd name="csX52" fmla="*/ 219075 w 219075"/>
              <a:gd name="csY52" fmla="*/ 145328 h 214455"/>
              <a:gd name="csX53" fmla="*/ 217681 w 219075"/>
              <a:gd name="csY53" fmla="*/ 141961 h 214455"/>
              <a:gd name="csX54" fmla="*/ 214313 w 219075"/>
              <a:gd name="csY54" fmla="*/ 140565 h 214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219075" h="214455">
                <a:moveTo>
                  <a:pt x="61913" y="73890"/>
                </a:moveTo>
                <a:lnTo>
                  <a:pt x="4763" y="73890"/>
                </a:lnTo>
                <a:cubicBezTo>
                  <a:pt x="3499" y="73890"/>
                  <a:pt x="2288" y="73388"/>
                  <a:pt x="1395" y="72496"/>
                </a:cubicBezTo>
                <a:cubicBezTo>
                  <a:pt x="502" y="71603"/>
                  <a:pt x="0" y="70391"/>
                  <a:pt x="0" y="69128"/>
                </a:cubicBezTo>
                <a:lnTo>
                  <a:pt x="0" y="11978"/>
                </a:lnTo>
                <a:cubicBezTo>
                  <a:pt x="0" y="10715"/>
                  <a:pt x="502" y="9504"/>
                  <a:pt x="1395" y="8610"/>
                </a:cubicBezTo>
                <a:cubicBezTo>
                  <a:pt x="2288" y="7717"/>
                  <a:pt x="3499" y="7216"/>
                  <a:pt x="4763" y="7216"/>
                </a:cubicBezTo>
                <a:cubicBezTo>
                  <a:pt x="6026" y="7216"/>
                  <a:pt x="7237" y="7717"/>
                  <a:pt x="8130" y="8610"/>
                </a:cubicBezTo>
                <a:cubicBezTo>
                  <a:pt x="9023" y="9504"/>
                  <a:pt x="9525" y="10715"/>
                  <a:pt x="9525" y="11978"/>
                </a:cubicBezTo>
                <a:lnTo>
                  <a:pt x="9525" y="57627"/>
                </a:lnTo>
                <a:lnTo>
                  <a:pt x="35076" y="32088"/>
                </a:lnTo>
                <a:cubicBezTo>
                  <a:pt x="55422" y="11626"/>
                  <a:pt x="83063" y="84"/>
                  <a:pt x="111919" y="0"/>
                </a:cubicBezTo>
                <a:lnTo>
                  <a:pt x="112525" y="0"/>
                </a:lnTo>
                <a:cubicBezTo>
                  <a:pt x="141148" y="-73"/>
                  <a:pt x="168648" y="11130"/>
                  <a:pt x="189071" y="31183"/>
                </a:cubicBezTo>
                <a:cubicBezTo>
                  <a:pt x="189974" y="32067"/>
                  <a:pt x="190490" y="33274"/>
                  <a:pt x="190503" y="34538"/>
                </a:cubicBezTo>
                <a:cubicBezTo>
                  <a:pt x="190516" y="35801"/>
                  <a:pt x="190027" y="37019"/>
                  <a:pt x="189143" y="37922"/>
                </a:cubicBezTo>
                <a:cubicBezTo>
                  <a:pt x="188259" y="38825"/>
                  <a:pt x="187052" y="39340"/>
                  <a:pt x="185788" y="39353"/>
                </a:cubicBezTo>
                <a:cubicBezTo>
                  <a:pt x="184524" y="39367"/>
                  <a:pt x="183307" y="38877"/>
                  <a:pt x="182404" y="37993"/>
                </a:cubicBezTo>
                <a:cubicBezTo>
                  <a:pt x="163764" y="19686"/>
                  <a:pt x="138664" y="9459"/>
                  <a:pt x="112538" y="9525"/>
                </a:cubicBezTo>
                <a:lnTo>
                  <a:pt x="111979" y="9525"/>
                </a:lnTo>
                <a:cubicBezTo>
                  <a:pt x="85630" y="9606"/>
                  <a:pt x="60390" y="20140"/>
                  <a:pt x="41803" y="38815"/>
                </a:cubicBezTo>
                <a:lnTo>
                  <a:pt x="16264" y="64365"/>
                </a:lnTo>
                <a:lnTo>
                  <a:pt x="61913" y="64365"/>
                </a:lnTo>
                <a:cubicBezTo>
                  <a:pt x="63176" y="64365"/>
                  <a:pt x="64387" y="64867"/>
                  <a:pt x="65281" y="65761"/>
                </a:cubicBezTo>
                <a:cubicBezTo>
                  <a:pt x="66173" y="66653"/>
                  <a:pt x="66675" y="67865"/>
                  <a:pt x="66675" y="69128"/>
                </a:cubicBezTo>
                <a:cubicBezTo>
                  <a:pt x="66675" y="70391"/>
                  <a:pt x="66173" y="71603"/>
                  <a:pt x="65281" y="72496"/>
                </a:cubicBezTo>
                <a:cubicBezTo>
                  <a:pt x="64387" y="73388"/>
                  <a:pt x="63176" y="73890"/>
                  <a:pt x="61913" y="73890"/>
                </a:cubicBezTo>
                <a:close/>
                <a:moveTo>
                  <a:pt x="214313" y="140565"/>
                </a:moveTo>
                <a:lnTo>
                  <a:pt x="157163" y="140565"/>
                </a:lnTo>
                <a:cubicBezTo>
                  <a:pt x="155899" y="140565"/>
                  <a:pt x="154688" y="141067"/>
                  <a:pt x="153794" y="141961"/>
                </a:cubicBezTo>
                <a:cubicBezTo>
                  <a:pt x="152902" y="142853"/>
                  <a:pt x="152400" y="144065"/>
                  <a:pt x="152400" y="145328"/>
                </a:cubicBezTo>
                <a:cubicBezTo>
                  <a:pt x="152400" y="146591"/>
                  <a:pt x="152902" y="147803"/>
                  <a:pt x="153794" y="148696"/>
                </a:cubicBezTo>
                <a:cubicBezTo>
                  <a:pt x="154688" y="149588"/>
                  <a:pt x="155899" y="150090"/>
                  <a:pt x="157163" y="150090"/>
                </a:cubicBezTo>
                <a:lnTo>
                  <a:pt x="202811" y="150090"/>
                </a:lnTo>
                <a:lnTo>
                  <a:pt x="177272" y="175641"/>
                </a:lnTo>
                <a:cubicBezTo>
                  <a:pt x="158699" y="194302"/>
                  <a:pt x="133484" y="204834"/>
                  <a:pt x="107156" y="204931"/>
                </a:cubicBezTo>
                <a:lnTo>
                  <a:pt x="106596" y="204931"/>
                </a:lnTo>
                <a:cubicBezTo>
                  <a:pt x="80450" y="205013"/>
                  <a:pt x="55325" y="194785"/>
                  <a:pt x="36671" y="176463"/>
                </a:cubicBezTo>
                <a:cubicBezTo>
                  <a:pt x="35768" y="175578"/>
                  <a:pt x="34551" y="175090"/>
                  <a:pt x="33287" y="175103"/>
                </a:cubicBezTo>
                <a:cubicBezTo>
                  <a:pt x="32023" y="175116"/>
                  <a:pt x="30817" y="175632"/>
                  <a:pt x="29932" y="176535"/>
                </a:cubicBezTo>
                <a:cubicBezTo>
                  <a:pt x="29048" y="177438"/>
                  <a:pt x="28559" y="178655"/>
                  <a:pt x="28572" y="179919"/>
                </a:cubicBezTo>
                <a:cubicBezTo>
                  <a:pt x="28586" y="181183"/>
                  <a:pt x="29101" y="182389"/>
                  <a:pt x="30004" y="183274"/>
                </a:cubicBezTo>
                <a:cubicBezTo>
                  <a:pt x="50424" y="203324"/>
                  <a:pt x="77919" y="214526"/>
                  <a:pt x="106537" y="214456"/>
                </a:cubicBezTo>
                <a:lnTo>
                  <a:pt x="107156" y="214456"/>
                </a:lnTo>
                <a:cubicBezTo>
                  <a:pt x="121447" y="214416"/>
                  <a:pt x="135588" y="211562"/>
                  <a:pt x="148775" y="206056"/>
                </a:cubicBezTo>
                <a:cubicBezTo>
                  <a:pt x="161962" y="200551"/>
                  <a:pt x="173935" y="192501"/>
                  <a:pt x="184012" y="182369"/>
                </a:cubicBezTo>
                <a:lnTo>
                  <a:pt x="209550" y="156829"/>
                </a:lnTo>
                <a:lnTo>
                  <a:pt x="209550" y="202478"/>
                </a:lnTo>
                <a:cubicBezTo>
                  <a:pt x="209550" y="203741"/>
                  <a:pt x="210052" y="204953"/>
                  <a:pt x="210944" y="205846"/>
                </a:cubicBezTo>
                <a:cubicBezTo>
                  <a:pt x="211838" y="206738"/>
                  <a:pt x="213049" y="207240"/>
                  <a:pt x="214313" y="207240"/>
                </a:cubicBezTo>
                <a:cubicBezTo>
                  <a:pt x="215576" y="207240"/>
                  <a:pt x="216787" y="206738"/>
                  <a:pt x="217681" y="205846"/>
                </a:cubicBezTo>
                <a:cubicBezTo>
                  <a:pt x="218573" y="204953"/>
                  <a:pt x="219075" y="203741"/>
                  <a:pt x="219075" y="202478"/>
                </a:cubicBezTo>
                <a:lnTo>
                  <a:pt x="219075" y="145328"/>
                </a:lnTo>
                <a:cubicBezTo>
                  <a:pt x="219075" y="144065"/>
                  <a:pt x="218573" y="142853"/>
                  <a:pt x="217681" y="141961"/>
                </a:cubicBezTo>
                <a:cubicBezTo>
                  <a:pt x="216787" y="141067"/>
                  <a:pt x="215576" y="140565"/>
                  <a:pt x="214313" y="14056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Graphic 31">
            <a:extLst>
              <a:ext uri="{FF2B5EF4-FFF2-40B4-BE49-F238E27FC236}">
                <a16:creationId xmlns:a16="http://schemas.microsoft.com/office/drawing/2014/main" id="{288F03E5-A7B0-6A0B-9F44-55535F25A1BB}"/>
              </a:ext>
            </a:extLst>
          </p:cNvPr>
          <p:cNvSpPr/>
          <p:nvPr/>
        </p:nvSpPr>
        <p:spPr>
          <a:xfrm>
            <a:off x="4441972" y="2965172"/>
            <a:ext cx="537230" cy="479668"/>
          </a:xfrm>
          <a:custGeom>
            <a:avLst/>
            <a:gdLst>
              <a:gd name="csX0" fmla="*/ 159258 w 266700"/>
              <a:gd name="csY0" fmla="*/ 489 h 238125"/>
              <a:gd name="csX1" fmla="*/ 156672 w 266700"/>
              <a:gd name="csY1" fmla="*/ 25 h 238125"/>
              <a:gd name="csX2" fmla="*/ 154234 w 266700"/>
              <a:gd name="csY2" fmla="*/ 1001 h 238125"/>
              <a:gd name="csX3" fmla="*/ 69806 w 266700"/>
              <a:gd name="csY3" fmla="*/ 66676 h 238125"/>
              <a:gd name="csX4" fmla="*/ 14288 w 266700"/>
              <a:gd name="csY4" fmla="*/ 66676 h 238125"/>
              <a:gd name="csX5" fmla="*/ 4185 w 266700"/>
              <a:gd name="csY5" fmla="*/ 70861 h 238125"/>
              <a:gd name="csX6" fmla="*/ 0 w 266700"/>
              <a:gd name="csY6" fmla="*/ 80963 h 238125"/>
              <a:gd name="csX7" fmla="*/ 0 w 266700"/>
              <a:gd name="csY7" fmla="*/ 157163 h 238125"/>
              <a:gd name="csX8" fmla="*/ 4185 w 266700"/>
              <a:gd name="csY8" fmla="*/ 167267 h 238125"/>
              <a:gd name="csX9" fmla="*/ 14288 w 266700"/>
              <a:gd name="csY9" fmla="*/ 171451 h 238125"/>
              <a:gd name="csX10" fmla="*/ 69806 w 266700"/>
              <a:gd name="csY10" fmla="*/ 171451 h 238125"/>
              <a:gd name="csX11" fmla="*/ 154234 w 266700"/>
              <a:gd name="csY11" fmla="*/ 237126 h 238125"/>
              <a:gd name="csX12" fmla="*/ 157163 w 266700"/>
              <a:gd name="csY12" fmla="*/ 238126 h 238125"/>
              <a:gd name="csX13" fmla="*/ 159258 w 266700"/>
              <a:gd name="csY13" fmla="*/ 237638 h 238125"/>
              <a:gd name="csX14" fmla="*/ 161203 w 266700"/>
              <a:gd name="csY14" fmla="*/ 235883 h 238125"/>
              <a:gd name="csX15" fmla="*/ 161925 w 266700"/>
              <a:gd name="csY15" fmla="*/ 233363 h 238125"/>
              <a:gd name="csX16" fmla="*/ 161925 w 266700"/>
              <a:gd name="csY16" fmla="*/ 4764 h 238125"/>
              <a:gd name="csX17" fmla="*/ 161203 w 266700"/>
              <a:gd name="csY17" fmla="*/ 2245 h 238125"/>
              <a:gd name="csX18" fmla="*/ 159258 w 266700"/>
              <a:gd name="csY18" fmla="*/ 489 h 238125"/>
              <a:gd name="csX19" fmla="*/ 9525 w 266700"/>
              <a:gd name="csY19" fmla="*/ 157163 h 238125"/>
              <a:gd name="csX20" fmla="*/ 9525 w 266700"/>
              <a:gd name="csY20" fmla="*/ 80963 h 238125"/>
              <a:gd name="csX21" fmla="*/ 10920 w 266700"/>
              <a:gd name="csY21" fmla="*/ 77596 h 238125"/>
              <a:gd name="csX22" fmla="*/ 14288 w 266700"/>
              <a:gd name="csY22" fmla="*/ 76201 h 238125"/>
              <a:gd name="csX23" fmla="*/ 66675 w 266700"/>
              <a:gd name="csY23" fmla="*/ 76201 h 238125"/>
              <a:gd name="csX24" fmla="*/ 66675 w 266700"/>
              <a:gd name="csY24" fmla="*/ 161926 h 238125"/>
              <a:gd name="csX25" fmla="*/ 14288 w 266700"/>
              <a:gd name="csY25" fmla="*/ 161926 h 238125"/>
              <a:gd name="csX26" fmla="*/ 10920 w 266700"/>
              <a:gd name="csY26" fmla="*/ 160531 h 238125"/>
              <a:gd name="csX27" fmla="*/ 9525 w 266700"/>
              <a:gd name="csY27" fmla="*/ 157163 h 238125"/>
              <a:gd name="csX28" fmla="*/ 152400 w 266700"/>
              <a:gd name="csY28" fmla="*/ 223624 h 238125"/>
              <a:gd name="csX29" fmla="*/ 76200 w 266700"/>
              <a:gd name="csY29" fmla="*/ 164307 h 238125"/>
              <a:gd name="csX30" fmla="*/ 76200 w 266700"/>
              <a:gd name="csY30" fmla="*/ 73820 h 238125"/>
              <a:gd name="csX31" fmla="*/ 152400 w 266700"/>
              <a:gd name="csY31" fmla="*/ 14551 h 238125"/>
              <a:gd name="csX32" fmla="*/ 152400 w 266700"/>
              <a:gd name="csY32" fmla="*/ 223624 h 238125"/>
              <a:gd name="csX33" fmla="*/ 208359 w 266700"/>
              <a:gd name="csY33" fmla="*/ 90739 h 238125"/>
              <a:gd name="csX34" fmla="*/ 219058 w 266700"/>
              <a:gd name="csY34" fmla="*/ 119070 h 238125"/>
              <a:gd name="csX35" fmla="*/ 208359 w 266700"/>
              <a:gd name="csY35" fmla="*/ 147400 h 238125"/>
              <a:gd name="csX36" fmla="*/ 206880 w 266700"/>
              <a:gd name="csY36" fmla="*/ 148527 h 238125"/>
              <a:gd name="csX37" fmla="*/ 205082 w 266700"/>
              <a:gd name="csY37" fmla="*/ 149002 h 238125"/>
              <a:gd name="csX38" fmla="*/ 203240 w 266700"/>
              <a:gd name="csY38" fmla="*/ 148753 h 238125"/>
              <a:gd name="csX39" fmla="*/ 201633 w 266700"/>
              <a:gd name="csY39" fmla="*/ 147818 h 238125"/>
              <a:gd name="csX40" fmla="*/ 200506 w 266700"/>
              <a:gd name="csY40" fmla="*/ 146338 h 238125"/>
              <a:gd name="csX41" fmla="*/ 200031 w 266700"/>
              <a:gd name="csY41" fmla="*/ 144540 h 238125"/>
              <a:gd name="csX42" fmla="*/ 200280 w 266700"/>
              <a:gd name="csY42" fmla="*/ 142698 h 238125"/>
              <a:gd name="csX43" fmla="*/ 201216 w 266700"/>
              <a:gd name="csY43" fmla="*/ 141090 h 238125"/>
              <a:gd name="csX44" fmla="*/ 209529 w 266700"/>
              <a:gd name="csY44" fmla="*/ 119063 h 238125"/>
              <a:gd name="csX45" fmla="*/ 201216 w 266700"/>
              <a:gd name="csY45" fmla="*/ 97037 h 238125"/>
              <a:gd name="csX46" fmla="*/ 200179 w 266700"/>
              <a:gd name="csY46" fmla="*/ 93643 h 238125"/>
              <a:gd name="csX47" fmla="*/ 201779 w 266700"/>
              <a:gd name="csY47" fmla="*/ 90474 h 238125"/>
              <a:gd name="csX48" fmla="*/ 205125 w 266700"/>
              <a:gd name="csY48" fmla="*/ 89291 h 238125"/>
              <a:gd name="csX49" fmla="*/ 208359 w 266700"/>
              <a:gd name="csY49" fmla="*/ 90750 h 238125"/>
              <a:gd name="csX50" fmla="*/ 208359 w 266700"/>
              <a:gd name="csY50" fmla="*/ 90739 h 238125"/>
              <a:gd name="csX51" fmla="*/ 266700 w 266700"/>
              <a:gd name="csY51" fmla="*/ 119063 h 238125"/>
              <a:gd name="csX52" fmla="*/ 243661 w 266700"/>
              <a:gd name="csY52" fmla="*/ 179393 h 238125"/>
              <a:gd name="csX53" fmla="*/ 240367 w 266700"/>
              <a:gd name="csY53" fmla="*/ 180987 h 238125"/>
              <a:gd name="csX54" fmla="*/ 236911 w 266700"/>
              <a:gd name="csY54" fmla="*/ 179785 h 238125"/>
              <a:gd name="csX55" fmla="*/ 235316 w 266700"/>
              <a:gd name="csY55" fmla="*/ 176492 h 238125"/>
              <a:gd name="csX56" fmla="*/ 236517 w 266700"/>
              <a:gd name="csY56" fmla="*/ 173035 h 238125"/>
              <a:gd name="csX57" fmla="*/ 257131 w 266700"/>
              <a:gd name="csY57" fmla="*/ 119063 h 238125"/>
              <a:gd name="csX58" fmla="*/ 236517 w 266700"/>
              <a:gd name="csY58" fmla="*/ 65093 h 238125"/>
              <a:gd name="csX59" fmla="*/ 235316 w 266700"/>
              <a:gd name="csY59" fmla="*/ 61636 h 238125"/>
              <a:gd name="csX60" fmla="*/ 236911 w 266700"/>
              <a:gd name="csY60" fmla="*/ 58342 h 238125"/>
              <a:gd name="csX61" fmla="*/ 240367 w 266700"/>
              <a:gd name="csY61" fmla="*/ 57140 h 238125"/>
              <a:gd name="csX62" fmla="*/ 243661 w 266700"/>
              <a:gd name="csY62" fmla="*/ 58735 h 238125"/>
              <a:gd name="csX63" fmla="*/ 266700 w 266700"/>
              <a:gd name="csY63" fmla="*/ 119063 h 238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266700" h="238125">
                <a:moveTo>
                  <a:pt x="159258" y="489"/>
                </a:moveTo>
                <a:cubicBezTo>
                  <a:pt x="158457" y="95"/>
                  <a:pt x="157561" y="-66"/>
                  <a:pt x="156672" y="25"/>
                </a:cubicBezTo>
                <a:cubicBezTo>
                  <a:pt x="155784" y="115"/>
                  <a:pt x="154938" y="454"/>
                  <a:pt x="154234" y="1001"/>
                </a:cubicBezTo>
                <a:lnTo>
                  <a:pt x="69806" y="66676"/>
                </a:lnTo>
                <a:lnTo>
                  <a:pt x="14288" y="66676"/>
                </a:lnTo>
                <a:cubicBezTo>
                  <a:pt x="10498" y="66676"/>
                  <a:pt x="6864" y="68182"/>
                  <a:pt x="4185" y="70861"/>
                </a:cubicBezTo>
                <a:cubicBezTo>
                  <a:pt x="1505" y="73541"/>
                  <a:pt x="0" y="77174"/>
                  <a:pt x="0" y="80963"/>
                </a:cubicBezTo>
                <a:lnTo>
                  <a:pt x="0" y="157163"/>
                </a:lnTo>
                <a:cubicBezTo>
                  <a:pt x="0" y="160953"/>
                  <a:pt x="1505" y="164587"/>
                  <a:pt x="4185" y="167267"/>
                </a:cubicBezTo>
                <a:cubicBezTo>
                  <a:pt x="6864" y="169946"/>
                  <a:pt x="10498" y="171451"/>
                  <a:pt x="14288" y="171451"/>
                </a:cubicBezTo>
                <a:lnTo>
                  <a:pt x="69806" y="171451"/>
                </a:lnTo>
                <a:lnTo>
                  <a:pt x="154234" y="237126"/>
                </a:lnTo>
                <a:cubicBezTo>
                  <a:pt x="155075" y="237771"/>
                  <a:pt x="156103" y="238122"/>
                  <a:pt x="157163" y="238126"/>
                </a:cubicBezTo>
                <a:cubicBezTo>
                  <a:pt x="157889" y="238129"/>
                  <a:pt x="158607" y="237962"/>
                  <a:pt x="159258" y="237638"/>
                </a:cubicBezTo>
                <a:cubicBezTo>
                  <a:pt x="160058" y="237246"/>
                  <a:pt x="160732" y="236638"/>
                  <a:pt x="161203" y="235883"/>
                </a:cubicBezTo>
                <a:cubicBezTo>
                  <a:pt x="161674" y="235127"/>
                  <a:pt x="161925" y="234254"/>
                  <a:pt x="161925" y="233363"/>
                </a:cubicBezTo>
                <a:lnTo>
                  <a:pt x="161925" y="4764"/>
                </a:lnTo>
                <a:cubicBezTo>
                  <a:pt x="161925" y="3873"/>
                  <a:pt x="161674" y="3001"/>
                  <a:pt x="161203" y="2245"/>
                </a:cubicBezTo>
                <a:cubicBezTo>
                  <a:pt x="160732" y="1490"/>
                  <a:pt x="160058" y="881"/>
                  <a:pt x="159258" y="489"/>
                </a:cubicBezTo>
                <a:close/>
                <a:moveTo>
                  <a:pt x="9525" y="157163"/>
                </a:moveTo>
                <a:lnTo>
                  <a:pt x="9525" y="80963"/>
                </a:lnTo>
                <a:cubicBezTo>
                  <a:pt x="9525" y="79700"/>
                  <a:pt x="10027" y="78489"/>
                  <a:pt x="10920" y="77596"/>
                </a:cubicBezTo>
                <a:cubicBezTo>
                  <a:pt x="11813" y="76703"/>
                  <a:pt x="13024" y="76201"/>
                  <a:pt x="14288" y="76201"/>
                </a:cubicBezTo>
                <a:lnTo>
                  <a:pt x="66675" y="76201"/>
                </a:lnTo>
                <a:lnTo>
                  <a:pt x="66675" y="161926"/>
                </a:lnTo>
                <a:lnTo>
                  <a:pt x="14288" y="161926"/>
                </a:lnTo>
                <a:cubicBezTo>
                  <a:pt x="13024" y="161926"/>
                  <a:pt x="11813" y="161425"/>
                  <a:pt x="10920" y="160531"/>
                </a:cubicBezTo>
                <a:cubicBezTo>
                  <a:pt x="10027" y="159638"/>
                  <a:pt x="9525" y="158426"/>
                  <a:pt x="9525" y="157163"/>
                </a:cubicBezTo>
                <a:close/>
                <a:moveTo>
                  <a:pt x="152400" y="223624"/>
                </a:moveTo>
                <a:lnTo>
                  <a:pt x="76200" y="164307"/>
                </a:lnTo>
                <a:lnTo>
                  <a:pt x="76200" y="73820"/>
                </a:lnTo>
                <a:lnTo>
                  <a:pt x="152400" y="14551"/>
                </a:lnTo>
                <a:lnTo>
                  <a:pt x="152400" y="223624"/>
                </a:lnTo>
                <a:close/>
                <a:moveTo>
                  <a:pt x="208359" y="90739"/>
                </a:moveTo>
                <a:cubicBezTo>
                  <a:pt x="215254" y="98567"/>
                  <a:pt x="219058" y="108639"/>
                  <a:pt x="219058" y="119070"/>
                </a:cubicBezTo>
                <a:cubicBezTo>
                  <a:pt x="219058" y="129501"/>
                  <a:pt x="215254" y="139574"/>
                  <a:pt x="208359" y="147400"/>
                </a:cubicBezTo>
                <a:cubicBezTo>
                  <a:pt x="207945" y="147870"/>
                  <a:pt x="207442" y="148253"/>
                  <a:pt x="206880" y="148527"/>
                </a:cubicBezTo>
                <a:cubicBezTo>
                  <a:pt x="206318" y="148802"/>
                  <a:pt x="205707" y="148963"/>
                  <a:pt x="205082" y="149002"/>
                </a:cubicBezTo>
                <a:cubicBezTo>
                  <a:pt x="204458" y="149041"/>
                  <a:pt x="203831" y="148956"/>
                  <a:pt x="203240" y="148753"/>
                </a:cubicBezTo>
                <a:cubicBezTo>
                  <a:pt x="202647" y="148550"/>
                  <a:pt x="202101" y="148232"/>
                  <a:pt x="201633" y="147818"/>
                </a:cubicBezTo>
                <a:cubicBezTo>
                  <a:pt x="201163" y="147403"/>
                  <a:pt x="200780" y="146900"/>
                  <a:pt x="200506" y="146338"/>
                </a:cubicBezTo>
                <a:cubicBezTo>
                  <a:pt x="200231" y="145775"/>
                  <a:pt x="200070" y="145165"/>
                  <a:pt x="200031" y="144540"/>
                </a:cubicBezTo>
                <a:cubicBezTo>
                  <a:pt x="199992" y="143915"/>
                  <a:pt x="200076" y="143289"/>
                  <a:pt x="200280" y="142698"/>
                </a:cubicBezTo>
                <a:cubicBezTo>
                  <a:pt x="200483" y="142105"/>
                  <a:pt x="200801" y="141560"/>
                  <a:pt x="201216" y="141090"/>
                </a:cubicBezTo>
                <a:cubicBezTo>
                  <a:pt x="206573" y="135004"/>
                  <a:pt x="209529" y="127173"/>
                  <a:pt x="209529" y="119063"/>
                </a:cubicBezTo>
                <a:cubicBezTo>
                  <a:pt x="209529" y="110955"/>
                  <a:pt x="206573" y="103124"/>
                  <a:pt x="201216" y="97037"/>
                </a:cubicBezTo>
                <a:cubicBezTo>
                  <a:pt x="200446" y="96082"/>
                  <a:pt x="200075" y="94865"/>
                  <a:pt x="200179" y="93643"/>
                </a:cubicBezTo>
                <a:cubicBezTo>
                  <a:pt x="200284" y="92420"/>
                  <a:pt x="200857" y="91285"/>
                  <a:pt x="201779" y="90474"/>
                </a:cubicBezTo>
                <a:cubicBezTo>
                  <a:pt x="202700" y="89664"/>
                  <a:pt x="203898" y="89240"/>
                  <a:pt x="205125" y="89291"/>
                </a:cubicBezTo>
                <a:cubicBezTo>
                  <a:pt x="206351" y="89343"/>
                  <a:pt x="207510" y="89866"/>
                  <a:pt x="208359" y="90750"/>
                </a:cubicBezTo>
                <a:lnTo>
                  <a:pt x="208359" y="90739"/>
                </a:lnTo>
                <a:close/>
                <a:moveTo>
                  <a:pt x="266700" y="119063"/>
                </a:moveTo>
                <a:cubicBezTo>
                  <a:pt x="266715" y="141325"/>
                  <a:pt x="258511" y="162808"/>
                  <a:pt x="243661" y="179393"/>
                </a:cubicBezTo>
                <a:cubicBezTo>
                  <a:pt x="242818" y="180340"/>
                  <a:pt x="241633" y="180914"/>
                  <a:pt x="240367" y="180987"/>
                </a:cubicBezTo>
                <a:cubicBezTo>
                  <a:pt x="239101" y="181061"/>
                  <a:pt x="237858" y="180628"/>
                  <a:pt x="236911" y="179785"/>
                </a:cubicBezTo>
                <a:cubicBezTo>
                  <a:pt x="235963" y="178942"/>
                  <a:pt x="235389" y="177757"/>
                  <a:pt x="235316" y="176492"/>
                </a:cubicBezTo>
                <a:cubicBezTo>
                  <a:pt x="235243" y="175226"/>
                  <a:pt x="235674" y="173982"/>
                  <a:pt x="236517" y="173035"/>
                </a:cubicBezTo>
                <a:cubicBezTo>
                  <a:pt x="249792" y="158191"/>
                  <a:pt x="257131" y="138976"/>
                  <a:pt x="257131" y="119063"/>
                </a:cubicBezTo>
                <a:cubicBezTo>
                  <a:pt x="257131" y="99150"/>
                  <a:pt x="249792" y="79936"/>
                  <a:pt x="236517" y="65093"/>
                </a:cubicBezTo>
                <a:cubicBezTo>
                  <a:pt x="235674" y="64145"/>
                  <a:pt x="235243" y="62902"/>
                  <a:pt x="235316" y="61636"/>
                </a:cubicBezTo>
                <a:cubicBezTo>
                  <a:pt x="235389" y="60370"/>
                  <a:pt x="235963" y="59185"/>
                  <a:pt x="236911" y="58342"/>
                </a:cubicBezTo>
                <a:cubicBezTo>
                  <a:pt x="237858" y="57499"/>
                  <a:pt x="239101" y="57067"/>
                  <a:pt x="240367" y="57140"/>
                </a:cubicBezTo>
                <a:cubicBezTo>
                  <a:pt x="241633" y="57214"/>
                  <a:pt x="242818" y="57787"/>
                  <a:pt x="243661" y="58735"/>
                </a:cubicBezTo>
                <a:cubicBezTo>
                  <a:pt x="258511" y="75319"/>
                  <a:pt x="266715" y="96803"/>
                  <a:pt x="266700" y="11906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Graphic 33">
            <a:extLst>
              <a:ext uri="{FF2B5EF4-FFF2-40B4-BE49-F238E27FC236}">
                <a16:creationId xmlns:a16="http://schemas.microsoft.com/office/drawing/2014/main" id="{FE5EE0EC-4690-DF80-BD91-456A9C49121E}"/>
              </a:ext>
            </a:extLst>
          </p:cNvPr>
          <p:cNvSpPr/>
          <p:nvPr/>
        </p:nvSpPr>
        <p:spPr>
          <a:xfrm>
            <a:off x="7135715" y="3022732"/>
            <a:ext cx="518046" cy="364548"/>
          </a:xfrm>
          <a:custGeom>
            <a:avLst/>
            <a:gdLst>
              <a:gd name="csX0" fmla="*/ 242888 w 257175"/>
              <a:gd name="csY0" fmla="*/ 0 h 180975"/>
              <a:gd name="csX1" fmla="*/ 14288 w 257175"/>
              <a:gd name="csY1" fmla="*/ 0 h 180975"/>
              <a:gd name="csX2" fmla="*/ 4185 w 257175"/>
              <a:gd name="csY2" fmla="*/ 4185 h 180975"/>
              <a:gd name="csX3" fmla="*/ 0 w 257175"/>
              <a:gd name="csY3" fmla="*/ 14288 h 180975"/>
              <a:gd name="csX4" fmla="*/ 0 w 257175"/>
              <a:gd name="csY4" fmla="*/ 166688 h 180975"/>
              <a:gd name="csX5" fmla="*/ 4185 w 257175"/>
              <a:gd name="csY5" fmla="*/ 176791 h 180975"/>
              <a:gd name="csX6" fmla="*/ 14288 w 257175"/>
              <a:gd name="csY6" fmla="*/ 180975 h 180975"/>
              <a:gd name="csX7" fmla="*/ 242888 w 257175"/>
              <a:gd name="csY7" fmla="*/ 180975 h 180975"/>
              <a:gd name="csX8" fmla="*/ 252991 w 257175"/>
              <a:gd name="csY8" fmla="*/ 176791 h 180975"/>
              <a:gd name="csX9" fmla="*/ 257175 w 257175"/>
              <a:gd name="csY9" fmla="*/ 166688 h 180975"/>
              <a:gd name="csX10" fmla="*/ 257175 w 257175"/>
              <a:gd name="csY10" fmla="*/ 14288 h 180975"/>
              <a:gd name="csX11" fmla="*/ 252991 w 257175"/>
              <a:gd name="csY11" fmla="*/ 4185 h 180975"/>
              <a:gd name="csX12" fmla="*/ 242888 w 257175"/>
              <a:gd name="csY12" fmla="*/ 0 h 180975"/>
              <a:gd name="csX13" fmla="*/ 247650 w 257175"/>
              <a:gd name="csY13" fmla="*/ 166688 h 180975"/>
              <a:gd name="csX14" fmla="*/ 246256 w 257175"/>
              <a:gd name="csY14" fmla="*/ 170056 h 180975"/>
              <a:gd name="csX15" fmla="*/ 242888 w 257175"/>
              <a:gd name="csY15" fmla="*/ 171450 h 180975"/>
              <a:gd name="csX16" fmla="*/ 14288 w 257175"/>
              <a:gd name="csY16" fmla="*/ 171450 h 180975"/>
              <a:gd name="csX17" fmla="*/ 10920 w 257175"/>
              <a:gd name="csY17" fmla="*/ 170056 h 180975"/>
              <a:gd name="csX18" fmla="*/ 9525 w 257175"/>
              <a:gd name="csY18" fmla="*/ 166688 h 180975"/>
              <a:gd name="csX19" fmla="*/ 9525 w 257175"/>
              <a:gd name="csY19" fmla="*/ 14288 h 180975"/>
              <a:gd name="csX20" fmla="*/ 10920 w 257175"/>
              <a:gd name="csY20" fmla="*/ 10920 h 180975"/>
              <a:gd name="csX21" fmla="*/ 14288 w 257175"/>
              <a:gd name="csY21" fmla="*/ 9525 h 180975"/>
              <a:gd name="csX22" fmla="*/ 242888 w 257175"/>
              <a:gd name="csY22" fmla="*/ 9525 h 180975"/>
              <a:gd name="csX23" fmla="*/ 246256 w 257175"/>
              <a:gd name="csY23" fmla="*/ 10920 h 180975"/>
              <a:gd name="csX24" fmla="*/ 247650 w 257175"/>
              <a:gd name="csY24" fmla="*/ 14288 h 180975"/>
              <a:gd name="csX25" fmla="*/ 247650 w 257175"/>
              <a:gd name="csY25" fmla="*/ 166688 h 180975"/>
              <a:gd name="csX26" fmla="*/ 38100 w 257175"/>
              <a:gd name="csY26" fmla="*/ 100013 h 180975"/>
              <a:gd name="csX27" fmla="*/ 39495 w 257175"/>
              <a:gd name="csY27" fmla="*/ 96644 h 180975"/>
              <a:gd name="csX28" fmla="*/ 42863 w 257175"/>
              <a:gd name="csY28" fmla="*/ 95250 h 180975"/>
              <a:gd name="csX29" fmla="*/ 61913 w 257175"/>
              <a:gd name="csY29" fmla="*/ 95250 h 180975"/>
              <a:gd name="csX30" fmla="*/ 65280 w 257175"/>
              <a:gd name="csY30" fmla="*/ 96644 h 180975"/>
              <a:gd name="csX31" fmla="*/ 66675 w 257175"/>
              <a:gd name="csY31" fmla="*/ 100013 h 180975"/>
              <a:gd name="csX32" fmla="*/ 65280 w 257175"/>
              <a:gd name="csY32" fmla="*/ 103381 h 180975"/>
              <a:gd name="csX33" fmla="*/ 61913 w 257175"/>
              <a:gd name="csY33" fmla="*/ 104775 h 180975"/>
              <a:gd name="csX34" fmla="*/ 42863 w 257175"/>
              <a:gd name="csY34" fmla="*/ 104775 h 180975"/>
              <a:gd name="csX35" fmla="*/ 39495 w 257175"/>
              <a:gd name="csY35" fmla="*/ 103381 h 180975"/>
              <a:gd name="csX36" fmla="*/ 38100 w 257175"/>
              <a:gd name="csY36" fmla="*/ 100013 h 180975"/>
              <a:gd name="csX37" fmla="*/ 219075 w 257175"/>
              <a:gd name="csY37" fmla="*/ 100013 h 180975"/>
              <a:gd name="csX38" fmla="*/ 217681 w 257175"/>
              <a:gd name="csY38" fmla="*/ 103381 h 180975"/>
              <a:gd name="csX39" fmla="*/ 214313 w 257175"/>
              <a:gd name="csY39" fmla="*/ 104775 h 180975"/>
              <a:gd name="csX40" fmla="*/ 100013 w 257175"/>
              <a:gd name="csY40" fmla="*/ 104775 h 180975"/>
              <a:gd name="csX41" fmla="*/ 96644 w 257175"/>
              <a:gd name="csY41" fmla="*/ 103381 h 180975"/>
              <a:gd name="csX42" fmla="*/ 95250 w 257175"/>
              <a:gd name="csY42" fmla="*/ 100013 h 180975"/>
              <a:gd name="csX43" fmla="*/ 96644 w 257175"/>
              <a:gd name="csY43" fmla="*/ 96644 h 180975"/>
              <a:gd name="csX44" fmla="*/ 100013 w 257175"/>
              <a:gd name="csY44" fmla="*/ 95250 h 180975"/>
              <a:gd name="csX45" fmla="*/ 214313 w 257175"/>
              <a:gd name="csY45" fmla="*/ 95250 h 180975"/>
              <a:gd name="csX46" fmla="*/ 217681 w 257175"/>
              <a:gd name="csY46" fmla="*/ 96644 h 180975"/>
              <a:gd name="csX47" fmla="*/ 219075 w 257175"/>
              <a:gd name="csY47" fmla="*/ 100013 h 180975"/>
              <a:gd name="csX48" fmla="*/ 161925 w 257175"/>
              <a:gd name="csY48" fmla="*/ 138113 h 180975"/>
              <a:gd name="csX49" fmla="*/ 160531 w 257175"/>
              <a:gd name="csY49" fmla="*/ 141481 h 180975"/>
              <a:gd name="csX50" fmla="*/ 157163 w 257175"/>
              <a:gd name="csY50" fmla="*/ 142875 h 180975"/>
              <a:gd name="csX51" fmla="*/ 42863 w 257175"/>
              <a:gd name="csY51" fmla="*/ 142875 h 180975"/>
              <a:gd name="csX52" fmla="*/ 39495 w 257175"/>
              <a:gd name="csY52" fmla="*/ 141481 h 180975"/>
              <a:gd name="csX53" fmla="*/ 38100 w 257175"/>
              <a:gd name="csY53" fmla="*/ 138113 h 180975"/>
              <a:gd name="csX54" fmla="*/ 39495 w 257175"/>
              <a:gd name="csY54" fmla="*/ 134744 h 180975"/>
              <a:gd name="csX55" fmla="*/ 42863 w 257175"/>
              <a:gd name="csY55" fmla="*/ 133350 h 180975"/>
              <a:gd name="csX56" fmla="*/ 157163 w 257175"/>
              <a:gd name="csY56" fmla="*/ 133350 h 180975"/>
              <a:gd name="csX57" fmla="*/ 160531 w 257175"/>
              <a:gd name="csY57" fmla="*/ 134744 h 180975"/>
              <a:gd name="csX58" fmla="*/ 161925 w 257175"/>
              <a:gd name="csY58" fmla="*/ 138113 h 180975"/>
              <a:gd name="csX59" fmla="*/ 219075 w 257175"/>
              <a:gd name="csY59" fmla="*/ 138113 h 180975"/>
              <a:gd name="csX60" fmla="*/ 217681 w 257175"/>
              <a:gd name="csY60" fmla="*/ 141481 h 180975"/>
              <a:gd name="csX61" fmla="*/ 214313 w 257175"/>
              <a:gd name="csY61" fmla="*/ 142875 h 180975"/>
              <a:gd name="csX62" fmla="*/ 195263 w 257175"/>
              <a:gd name="csY62" fmla="*/ 142875 h 180975"/>
              <a:gd name="csX63" fmla="*/ 191894 w 257175"/>
              <a:gd name="csY63" fmla="*/ 141481 h 180975"/>
              <a:gd name="csX64" fmla="*/ 190500 w 257175"/>
              <a:gd name="csY64" fmla="*/ 138113 h 180975"/>
              <a:gd name="csX65" fmla="*/ 191894 w 257175"/>
              <a:gd name="csY65" fmla="*/ 134744 h 180975"/>
              <a:gd name="csX66" fmla="*/ 195263 w 257175"/>
              <a:gd name="csY66" fmla="*/ 133350 h 180975"/>
              <a:gd name="csX67" fmla="*/ 214313 w 257175"/>
              <a:gd name="csY67" fmla="*/ 133350 h 180975"/>
              <a:gd name="csX68" fmla="*/ 217681 w 257175"/>
              <a:gd name="csY68" fmla="*/ 134744 h 180975"/>
              <a:gd name="csX69" fmla="*/ 219075 w 257175"/>
              <a:gd name="csY69" fmla="*/ 138113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257175" h="180975">
                <a:moveTo>
                  <a:pt x="24288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66688"/>
                </a:lnTo>
                <a:cubicBezTo>
                  <a:pt x="0" y="170477"/>
                  <a:pt x="1505" y="174111"/>
                  <a:pt x="4185" y="176791"/>
                </a:cubicBezTo>
                <a:cubicBezTo>
                  <a:pt x="6864" y="179470"/>
                  <a:pt x="10498" y="180975"/>
                  <a:pt x="14288" y="180975"/>
                </a:cubicBezTo>
                <a:lnTo>
                  <a:pt x="242888" y="180975"/>
                </a:lnTo>
                <a:cubicBezTo>
                  <a:pt x="246677" y="180975"/>
                  <a:pt x="250311" y="179470"/>
                  <a:pt x="252991" y="176791"/>
                </a:cubicBezTo>
                <a:cubicBezTo>
                  <a:pt x="255670" y="174111"/>
                  <a:pt x="257175" y="170477"/>
                  <a:pt x="257175" y="166688"/>
                </a:cubicBezTo>
                <a:lnTo>
                  <a:pt x="257175" y="14288"/>
                </a:lnTo>
                <a:cubicBezTo>
                  <a:pt x="257175" y="10498"/>
                  <a:pt x="255670" y="6864"/>
                  <a:pt x="252991" y="4185"/>
                </a:cubicBezTo>
                <a:cubicBezTo>
                  <a:pt x="250311" y="1505"/>
                  <a:pt x="246677" y="0"/>
                  <a:pt x="242888" y="0"/>
                </a:cubicBezTo>
                <a:close/>
                <a:moveTo>
                  <a:pt x="247650" y="166688"/>
                </a:moveTo>
                <a:cubicBezTo>
                  <a:pt x="247650" y="167951"/>
                  <a:pt x="247148" y="169162"/>
                  <a:pt x="246256" y="170056"/>
                </a:cubicBezTo>
                <a:cubicBezTo>
                  <a:pt x="245362" y="170948"/>
                  <a:pt x="244151" y="171450"/>
                  <a:pt x="242888" y="171450"/>
                </a:cubicBezTo>
                <a:lnTo>
                  <a:pt x="14288" y="171450"/>
                </a:lnTo>
                <a:cubicBezTo>
                  <a:pt x="13024" y="171450"/>
                  <a:pt x="11813" y="170948"/>
                  <a:pt x="10920" y="170056"/>
                </a:cubicBezTo>
                <a:cubicBezTo>
                  <a:pt x="10027" y="169162"/>
                  <a:pt x="9525" y="167951"/>
                  <a:pt x="9525" y="166688"/>
                </a:cubicBez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242888" y="9525"/>
                </a:lnTo>
                <a:cubicBezTo>
                  <a:pt x="244151" y="9525"/>
                  <a:pt x="245362" y="10027"/>
                  <a:pt x="246256" y="10920"/>
                </a:cubicBezTo>
                <a:cubicBezTo>
                  <a:pt x="247148" y="11813"/>
                  <a:pt x="247650" y="13024"/>
                  <a:pt x="247650" y="14288"/>
                </a:cubicBezTo>
                <a:lnTo>
                  <a:pt x="247650" y="166688"/>
                </a:lnTo>
                <a:close/>
                <a:moveTo>
                  <a:pt x="38100" y="100013"/>
                </a:moveTo>
                <a:cubicBezTo>
                  <a:pt x="38100" y="98749"/>
                  <a:pt x="38602" y="97538"/>
                  <a:pt x="39495" y="96644"/>
                </a:cubicBezTo>
                <a:cubicBezTo>
                  <a:pt x="40388" y="95752"/>
                  <a:pt x="41599" y="95250"/>
                  <a:pt x="42863" y="95250"/>
                </a:cubicBezTo>
                <a:lnTo>
                  <a:pt x="61913" y="95250"/>
                </a:lnTo>
                <a:cubicBezTo>
                  <a:pt x="63176" y="95250"/>
                  <a:pt x="64387" y="95752"/>
                  <a:pt x="65280" y="96644"/>
                </a:cubicBezTo>
                <a:cubicBezTo>
                  <a:pt x="66173" y="97538"/>
                  <a:pt x="66675" y="98749"/>
                  <a:pt x="66675" y="100013"/>
                </a:cubicBezTo>
                <a:cubicBezTo>
                  <a:pt x="66675" y="101276"/>
                  <a:pt x="66173" y="102487"/>
                  <a:pt x="65280" y="103381"/>
                </a:cubicBezTo>
                <a:cubicBezTo>
                  <a:pt x="64387" y="104273"/>
                  <a:pt x="63176" y="104775"/>
                  <a:pt x="61913" y="104775"/>
                </a:cubicBezTo>
                <a:lnTo>
                  <a:pt x="42863" y="104775"/>
                </a:lnTo>
                <a:cubicBezTo>
                  <a:pt x="41599" y="104775"/>
                  <a:pt x="40388" y="104273"/>
                  <a:pt x="39495" y="103381"/>
                </a:cubicBezTo>
                <a:cubicBezTo>
                  <a:pt x="38602" y="102487"/>
                  <a:pt x="38100" y="101276"/>
                  <a:pt x="38100" y="100013"/>
                </a:cubicBezTo>
                <a:close/>
                <a:moveTo>
                  <a:pt x="219075" y="100013"/>
                </a:moveTo>
                <a:cubicBezTo>
                  <a:pt x="219075" y="101276"/>
                  <a:pt x="218573" y="102487"/>
                  <a:pt x="217681" y="103381"/>
                </a:cubicBezTo>
                <a:cubicBezTo>
                  <a:pt x="216787" y="104273"/>
                  <a:pt x="215576" y="104775"/>
                  <a:pt x="214313" y="104775"/>
                </a:cubicBezTo>
                <a:lnTo>
                  <a:pt x="100013" y="104775"/>
                </a:lnTo>
                <a:cubicBezTo>
                  <a:pt x="98749" y="104775"/>
                  <a:pt x="97538" y="104273"/>
                  <a:pt x="96644" y="103381"/>
                </a:cubicBezTo>
                <a:cubicBezTo>
                  <a:pt x="95752" y="102487"/>
                  <a:pt x="95250" y="101276"/>
                  <a:pt x="95250" y="100013"/>
                </a:cubicBezTo>
                <a:cubicBezTo>
                  <a:pt x="95250" y="98749"/>
                  <a:pt x="95752" y="97538"/>
                  <a:pt x="96644" y="96644"/>
                </a:cubicBezTo>
                <a:cubicBezTo>
                  <a:pt x="97538" y="95752"/>
                  <a:pt x="98749" y="95250"/>
                  <a:pt x="100013" y="95250"/>
                </a:cubicBezTo>
                <a:lnTo>
                  <a:pt x="214313" y="95250"/>
                </a:lnTo>
                <a:cubicBezTo>
                  <a:pt x="215576" y="95250"/>
                  <a:pt x="216787" y="95752"/>
                  <a:pt x="217681" y="96644"/>
                </a:cubicBezTo>
                <a:cubicBezTo>
                  <a:pt x="218573" y="97538"/>
                  <a:pt x="219075" y="98749"/>
                  <a:pt x="219075" y="100013"/>
                </a:cubicBezTo>
                <a:close/>
                <a:moveTo>
                  <a:pt x="161925" y="138113"/>
                </a:moveTo>
                <a:cubicBezTo>
                  <a:pt x="161925" y="139376"/>
                  <a:pt x="161423" y="140587"/>
                  <a:pt x="160531" y="141481"/>
                </a:cubicBezTo>
                <a:cubicBezTo>
                  <a:pt x="159637" y="142373"/>
                  <a:pt x="158426" y="142875"/>
                  <a:pt x="157163" y="142875"/>
                </a:cubicBezTo>
                <a:lnTo>
                  <a:pt x="42863" y="142875"/>
                </a:lnTo>
                <a:cubicBezTo>
                  <a:pt x="41599" y="142875"/>
                  <a:pt x="40388" y="142373"/>
                  <a:pt x="39495" y="141481"/>
                </a:cubicBezTo>
                <a:cubicBezTo>
                  <a:pt x="38602" y="140587"/>
                  <a:pt x="38100" y="139376"/>
                  <a:pt x="38100" y="138113"/>
                </a:cubicBezTo>
                <a:cubicBezTo>
                  <a:pt x="38100" y="136849"/>
                  <a:pt x="38602" y="135638"/>
                  <a:pt x="39495" y="134744"/>
                </a:cubicBezTo>
                <a:cubicBezTo>
                  <a:pt x="40388" y="133852"/>
                  <a:pt x="41599" y="133350"/>
                  <a:pt x="42863" y="133350"/>
                </a:cubicBezTo>
                <a:lnTo>
                  <a:pt x="157163" y="133350"/>
                </a:lnTo>
                <a:cubicBezTo>
                  <a:pt x="158426" y="133350"/>
                  <a:pt x="159637" y="133852"/>
                  <a:pt x="160531" y="134744"/>
                </a:cubicBezTo>
                <a:cubicBezTo>
                  <a:pt x="161423" y="135638"/>
                  <a:pt x="161925" y="136849"/>
                  <a:pt x="161925" y="138113"/>
                </a:cubicBezTo>
                <a:close/>
                <a:moveTo>
                  <a:pt x="219075" y="138113"/>
                </a:moveTo>
                <a:cubicBezTo>
                  <a:pt x="219075" y="139376"/>
                  <a:pt x="218573" y="140587"/>
                  <a:pt x="217681" y="141481"/>
                </a:cubicBezTo>
                <a:cubicBezTo>
                  <a:pt x="216787" y="142373"/>
                  <a:pt x="215576" y="142875"/>
                  <a:pt x="214313" y="142875"/>
                </a:cubicBezTo>
                <a:lnTo>
                  <a:pt x="195263" y="142875"/>
                </a:lnTo>
                <a:cubicBezTo>
                  <a:pt x="193999" y="142875"/>
                  <a:pt x="192788" y="142373"/>
                  <a:pt x="191894" y="141481"/>
                </a:cubicBezTo>
                <a:cubicBezTo>
                  <a:pt x="191002" y="140587"/>
                  <a:pt x="190500" y="139376"/>
                  <a:pt x="190500" y="138113"/>
                </a:cubicBezTo>
                <a:cubicBezTo>
                  <a:pt x="190500" y="136849"/>
                  <a:pt x="191002" y="135638"/>
                  <a:pt x="191894" y="134744"/>
                </a:cubicBezTo>
                <a:cubicBezTo>
                  <a:pt x="192788" y="133852"/>
                  <a:pt x="193999" y="133350"/>
                  <a:pt x="195263" y="133350"/>
                </a:cubicBezTo>
                <a:lnTo>
                  <a:pt x="214313" y="133350"/>
                </a:lnTo>
                <a:cubicBezTo>
                  <a:pt x="215576" y="133350"/>
                  <a:pt x="216787" y="133852"/>
                  <a:pt x="217681" y="134744"/>
                </a:cubicBezTo>
                <a:cubicBezTo>
                  <a:pt x="218573" y="135638"/>
                  <a:pt x="219075" y="136849"/>
                  <a:pt x="219075" y="1381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Graphic 45">
            <a:extLst>
              <a:ext uri="{FF2B5EF4-FFF2-40B4-BE49-F238E27FC236}">
                <a16:creationId xmlns:a16="http://schemas.microsoft.com/office/drawing/2014/main" id="{CCEA2A79-5D33-EEC9-ADAB-8ED935F8BCF2}"/>
              </a:ext>
            </a:extLst>
          </p:cNvPr>
          <p:cNvSpPr/>
          <p:nvPr/>
        </p:nvSpPr>
        <p:spPr>
          <a:xfrm>
            <a:off x="1758307" y="3003540"/>
            <a:ext cx="544284" cy="402932"/>
          </a:xfrm>
          <a:custGeom>
            <a:avLst/>
            <a:gdLst>
              <a:gd name="csX0" fmla="*/ 267891 w 270202"/>
              <a:gd name="csY0" fmla="*/ 113639 h 200030"/>
              <a:gd name="csX1" fmla="*/ 264284 w 270202"/>
              <a:gd name="csY1" fmla="*/ 114157 h 200030"/>
              <a:gd name="csX2" fmla="*/ 261366 w 270202"/>
              <a:gd name="csY2" fmla="*/ 111972 h 200030"/>
              <a:gd name="csX3" fmla="*/ 220218 w 270202"/>
              <a:gd name="csY3" fmla="*/ 85778 h 200030"/>
              <a:gd name="csX4" fmla="*/ 218789 w 270202"/>
              <a:gd name="csY4" fmla="*/ 85540 h 200030"/>
              <a:gd name="csX5" fmla="*/ 214265 w 270202"/>
              <a:gd name="csY5" fmla="*/ 85778 h 200030"/>
              <a:gd name="csX6" fmla="*/ 210897 w 270202"/>
              <a:gd name="csY6" fmla="*/ 84384 h 200030"/>
              <a:gd name="csX7" fmla="*/ 209502 w 270202"/>
              <a:gd name="csY7" fmla="*/ 81016 h 200030"/>
              <a:gd name="csX8" fmla="*/ 210897 w 270202"/>
              <a:gd name="csY8" fmla="*/ 77649 h 200030"/>
              <a:gd name="csX9" fmla="*/ 214265 w 270202"/>
              <a:gd name="csY9" fmla="*/ 76253 h 200030"/>
              <a:gd name="csX10" fmla="*/ 231899 w 270202"/>
              <a:gd name="csY10" fmla="*/ 71201 h 200030"/>
              <a:gd name="csX11" fmla="*/ 244191 w 270202"/>
              <a:gd name="csY11" fmla="*/ 57585 h 200030"/>
              <a:gd name="csX12" fmla="*/ 247419 w 270202"/>
              <a:gd name="csY12" fmla="*/ 39529 h 200030"/>
              <a:gd name="csX13" fmla="*/ 240606 w 270202"/>
              <a:gd name="csY13" fmla="*/ 22497 h 200030"/>
              <a:gd name="csX14" fmla="*/ 225815 w 270202"/>
              <a:gd name="csY14" fmla="*/ 11647 h 200030"/>
              <a:gd name="csX15" fmla="*/ 207524 w 270202"/>
              <a:gd name="csY15" fmla="*/ 10265 h 200030"/>
              <a:gd name="csX16" fmla="*/ 191271 w 270202"/>
              <a:gd name="csY16" fmla="*/ 18768 h 200030"/>
              <a:gd name="csX17" fmla="*/ 181975 w 270202"/>
              <a:gd name="csY17" fmla="*/ 34581 h 200030"/>
              <a:gd name="csX18" fmla="*/ 179782 w 270202"/>
              <a:gd name="csY18" fmla="*/ 37495 h 200030"/>
              <a:gd name="csX19" fmla="*/ 176171 w 270202"/>
              <a:gd name="csY19" fmla="*/ 38005 h 200030"/>
              <a:gd name="csX20" fmla="*/ 173257 w 270202"/>
              <a:gd name="csY20" fmla="*/ 35811 h 200030"/>
              <a:gd name="csX21" fmla="*/ 172748 w 270202"/>
              <a:gd name="csY21" fmla="*/ 32200 h 200030"/>
              <a:gd name="csX22" fmla="*/ 182594 w 270202"/>
              <a:gd name="csY22" fmla="*/ 14008 h 200030"/>
              <a:gd name="csX23" fmla="*/ 199814 w 270202"/>
              <a:gd name="csY23" fmla="*/ 2546 h 200030"/>
              <a:gd name="csX24" fmla="*/ 220398 w 270202"/>
              <a:gd name="csY24" fmla="*/ 485 h 200030"/>
              <a:gd name="csX25" fmla="*/ 239550 w 270202"/>
              <a:gd name="csY25" fmla="*/ 8303 h 200030"/>
              <a:gd name="csX26" fmla="*/ 252809 w 270202"/>
              <a:gd name="csY26" fmla="*/ 24181 h 200030"/>
              <a:gd name="csX27" fmla="*/ 257088 w 270202"/>
              <a:gd name="csY27" fmla="*/ 44420 h 200030"/>
              <a:gd name="csX28" fmla="*/ 251390 w 270202"/>
              <a:gd name="csY28" fmla="*/ 64305 h 200030"/>
              <a:gd name="csX29" fmla="*/ 237042 w 270202"/>
              <a:gd name="csY29" fmla="*/ 79206 h 200030"/>
              <a:gd name="csX30" fmla="*/ 269558 w 270202"/>
              <a:gd name="csY30" fmla="*/ 107162 h 200030"/>
              <a:gd name="csX31" fmla="*/ 270052 w 270202"/>
              <a:gd name="csY31" fmla="*/ 110742 h 200030"/>
              <a:gd name="csX32" fmla="*/ 267891 w 270202"/>
              <a:gd name="csY32" fmla="*/ 113639 h 200030"/>
              <a:gd name="csX33" fmla="*/ 208907 w 270202"/>
              <a:gd name="csY33" fmla="*/ 192887 h 200030"/>
              <a:gd name="csX34" fmla="*/ 209382 w 270202"/>
              <a:gd name="csY34" fmla="*/ 196497 h 200030"/>
              <a:gd name="csX35" fmla="*/ 207169 w 270202"/>
              <a:gd name="csY35" fmla="*/ 199388 h 200030"/>
              <a:gd name="csX36" fmla="*/ 204788 w 270202"/>
              <a:gd name="csY36" fmla="*/ 200031 h 200030"/>
              <a:gd name="csX37" fmla="*/ 202409 w 270202"/>
              <a:gd name="csY37" fmla="*/ 199391 h 200030"/>
              <a:gd name="csX38" fmla="*/ 200668 w 270202"/>
              <a:gd name="csY38" fmla="*/ 197649 h 200030"/>
              <a:gd name="csX39" fmla="*/ 174132 w 270202"/>
              <a:gd name="csY39" fmla="*/ 171483 h 200030"/>
              <a:gd name="csX40" fmla="*/ 138113 w 270202"/>
              <a:gd name="csY40" fmla="*/ 161922 h 200030"/>
              <a:gd name="csX41" fmla="*/ 102093 w 270202"/>
              <a:gd name="csY41" fmla="*/ 171483 h 200030"/>
              <a:gd name="csX42" fmla="*/ 75557 w 270202"/>
              <a:gd name="csY42" fmla="*/ 197649 h 200030"/>
              <a:gd name="csX43" fmla="*/ 72671 w 270202"/>
              <a:gd name="csY43" fmla="*/ 199720 h 200030"/>
              <a:gd name="csX44" fmla="*/ 69155 w 270202"/>
              <a:gd name="csY44" fmla="*/ 199218 h 200030"/>
              <a:gd name="csX45" fmla="*/ 66964 w 270202"/>
              <a:gd name="csY45" fmla="*/ 196422 h 200030"/>
              <a:gd name="csX46" fmla="*/ 67318 w 270202"/>
              <a:gd name="csY46" fmla="*/ 192887 h 200030"/>
              <a:gd name="csX47" fmla="*/ 113979 w 270202"/>
              <a:gd name="csY47" fmla="*/ 155977 h 200030"/>
              <a:gd name="csX48" fmla="*/ 90414 w 270202"/>
              <a:gd name="csY48" fmla="*/ 131144 h 200030"/>
              <a:gd name="csX49" fmla="*/ 87219 w 270202"/>
              <a:gd name="csY49" fmla="*/ 97060 h 200030"/>
              <a:gd name="csX50" fmla="*/ 105757 w 270202"/>
              <a:gd name="csY50" fmla="*/ 68279 h 200030"/>
              <a:gd name="csX51" fmla="*/ 138113 w 270202"/>
              <a:gd name="csY51" fmla="*/ 57093 h 200030"/>
              <a:gd name="csX52" fmla="*/ 170468 w 270202"/>
              <a:gd name="csY52" fmla="*/ 68279 h 200030"/>
              <a:gd name="csX53" fmla="*/ 189006 w 270202"/>
              <a:gd name="csY53" fmla="*/ 97060 h 200030"/>
              <a:gd name="csX54" fmla="*/ 185811 w 270202"/>
              <a:gd name="csY54" fmla="*/ 131144 h 200030"/>
              <a:gd name="csX55" fmla="*/ 162247 w 270202"/>
              <a:gd name="csY55" fmla="*/ 155977 h 200030"/>
              <a:gd name="csX56" fmla="*/ 208907 w 270202"/>
              <a:gd name="csY56" fmla="*/ 192887 h 200030"/>
              <a:gd name="csX57" fmla="*/ 138113 w 270202"/>
              <a:gd name="csY57" fmla="*/ 152406 h 200030"/>
              <a:gd name="csX58" fmla="*/ 161926 w 270202"/>
              <a:gd name="csY58" fmla="*/ 145182 h 200030"/>
              <a:gd name="csX59" fmla="*/ 177713 w 270202"/>
              <a:gd name="csY59" fmla="*/ 125946 h 200030"/>
              <a:gd name="csX60" fmla="*/ 180151 w 270202"/>
              <a:gd name="csY60" fmla="*/ 101181 h 200030"/>
              <a:gd name="csX61" fmla="*/ 168421 w 270202"/>
              <a:gd name="csY61" fmla="*/ 79235 h 200030"/>
              <a:gd name="csX62" fmla="*/ 146474 w 270202"/>
              <a:gd name="csY62" fmla="*/ 67505 h 200030"/>
              <a:gd name="csX63" fmla="*/ 121709 w 270202"/>
              <a:gd name="csY63" fmla="*/ 69944 h 200030"/>
              <a:gd name="csX64" fmla="*/ 102474 w 270202"/>
              <a:gd name="csY64" fmla="*/ 85731 h 200030"/>
              <a:gd name="csX65" fmla="*/ 95250 w 270202"/>
              <a:gd name="csY65" fmla="*/ 109543 h 200030"/>
              <a:gd name="csX66" fmla="*/ 107804 w 270202"/>
              <a:gd name="csY66" fmla="*/ 139852 h 200030"/>
              <a:gd name="csX67" fmla="*/ 138113 w 270202"/>
              <a:gd name="csY67" fmla="*/ 152406 h 200030"/>
              <a:gd name="csX68" fmla="*/ 61912 w 270202"/>
              <a:gd name="csY68" fmla="*/ 76206 h 200030"/>
              <a:gd name="csX69" fmla="*/ 44279 w 270202"/>
              <a:gd name="csY69" fmla="*/ 71154 h 200030"/>
              <a:gd name="csX70" fmla="*/ 31987 w 270202"/>
              <a:gd name="csY70" fmla="*/ 57538 h 200030"/>
              <a:gd name="csX71" fmla="*/ 28758 w 270202"/>
              <a:gd name="csY71" fmla="*/ 39481 h 200030"/>
              <a:gd name="csX72" fmla="*/ 35571 w 270202"/>
              <a:gd name="csY72" fmla="*/ 22449 h 200030"/>
              <a:gd name="csX73" fmla="*/ 50362 w 270202"/>
              <a:gd name="csY73" fmla="*/ 11600 h 200030"/>
              <a:gd name="csX74" fmla="*/ 68653 w 270202"/>
              <a:gd name="csY74" fmla="*/ 10217 h 200030"/>
              <a:gd name="csX75" fmla="*/ 84907 w 270202"/>
              <a:gd name="csY75" fmla="*/ 18720 h 200030"/>
              <a:gd name="csX76" fmla="*/ 94202 w 270202"/>
              <a:gd name="csY76" fmla="*/ 34534 h 200030"/>
              <a:gd name="csX77" fmla="*/ 96396 w 270202"/>
              <a:gd name="csY77" fmla="*/ 37447 h 200030"/>
              <a:gd name="csX78" fmla="*/ 100007 w 270202"/>
              <a:gd name="csY78" fmla="*/ 37957 h 200030"/>
              <a:gd name="csX79" fmla="*/ 102920 w 270202"/>
              <a:gd name="csY79" fmla="*/ 35763 h 200030"/>
              <a:gd name="csX80" fmla="*/ 103430 w 270202"/>
              <a:gd name="csY80" fmla="*/ 32153 h 200030"/>
              <a:gd name="csX81" fmla="*/ 93530 w 270202"/>
              <a:gd name="csY81" fmla="*/ 13907 h 200030"/>
              <a:gd name="csX82" fmla="*/ 76218 w 270202"/>
              <a:gd name="csY82" fmla="*/ 2453 h 200030"/>
              <a:gd name="csX83" fmla="*/ 55555 w 270202"/>
              <a:gd name="csY83" fmla="*/ 476 h 200030"/>
              <a:gd name="csX84" fmla="*/ 36385 w 270202"/>
              <a:gd name="csY84" fmla="*/ 8441 h 200030"/>
              <a:gd name="csX85" fmla="*/ 23207 w 270202"/>
              <a:gd name="csY85" fmla="*/ 24479 h 200030"/>
              <a:gd name="csX86" fmla="*/ 19109 w 270202"/>
              <a:gd name="csY86" fmla="*/ 44829 h 200030"/>
              <a:gd name="csX87" fmla="*/ 25055 w 270202"/>
              <a:gd name="csY87" fmla="*/ 64717 h 200030"/>
              <a:gd name="csX88" fmla="*/ 39648 w 270202"/>
              <a:gd name="csY88" fmla="*/ 79480 h 200030"/>
              <a:gd name="csX89" fmla="*/ 952 w 270202"/>
              <a:gd name="csY89" fmla="*/ 106686 h 200030"/>
              <a:gd name="csX90" fmla="*/ 48 w 270202"/>
              <a:gd name="csY90" fmla="*/ 110217 h 200030"/>
              <a:gd name="csX91" fmla="*/ 1905 w 270202"/>
              <a:gd name="csY91" fmla="*/ 113353 h 200030"/>
              <a:gd name="csX92" fmla="*/ 5436 w 270202"/>
              <a:gd name="csY92" fmla="*/ 114258 h 200030"/>
              <a:gd name="csX93" fmla="*/ 8572 w 270202"/>
              <a:gd name="csY93" fmla="*/ 112401 h 200030"/>
              <a:gd name="csX94" fmla="*/ 32066 w 270202"/>
              <a:gd name="csY94" fmla="*/ 92712 h 200030"/>
              <a:gd name="csX95" fmla="*/ 61912 w 270202"/>
              <a:gd name="csY95" fmla="*/ 85731 h 200030"/>
              <a:gd name="csX96" fmla="*/ 65280 w 270202"/>
              <a:gd name="csY96" fmla="*/ 84336 h 200030"/>
              <a:gd name="csX97" fmla="*/ 66675 w 270202"/>
              <a:gd name="csY97" fmla="*/ 80968 h 200030"/>
              <a:gd name="csX98" fmla="*/ 65280 w 270202"/>
              <a:gd name="csY98" fmla="*/ 77601 h 200030"/>
              <a:gd name="csX99" fmla="*/ 61912 w 270202"/>
              <a:gd name="csY99" fmla="*/ 76206 h 200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270202" h="200030">
                <a:moveTo>
                  <a:pt x="267891" y="113639"/>
                </a:moveTo>
                <a:cubicBezTo>
                  <a:pt x="266805" y="114283"/>
                  <a:pt x="265507" y="114469"/>
                  <a:pt x="264284" y="114157"/>
                </a:cubicBezTo>
                <a:cubicBezTo>
                  <a:pt x="263060" y="113845"/>
                  <a:pt x="262010" y="113059"/>
                  <a:pt x="261366" y="111972"/>
                </a:cubicBezTo>
                <a:cubicBezTo>
                  <a:pt x="251449" y="95303"/>
                  <a:pt x="236447" y="85778"/>
                  <a:pt x="220218" y="85778"/>
                </a:cubicBezTo>
                <a:cubicBezTo>
                  <a:pt x="219732" y="85773"/>
                  <a:pt x="219250" y="85693"/>
                  <a:pt x="218789" y="85540"/>
                </a:cubicBezTo>
                <a:cubicBezTo>
                  <a:pt x="217286" y="85698"/>
                  <a:pt x="215776" y="85777"/>
                  <a:pt x="214265" y="85778"/>
                </a:cubicBezTo>
                <a:cubicBezTo>
                  <a:pt x="213002" y="85778"/>
                  <a:pt x="211790" y="85276"/>
                  <a:pt x="210897" y="84384"/>
                </a:cubicBezTo>
                <a:cubicBezTo>
                  <a:pt x="210004" y="83490"/>
                  <a:pt x="209502" y="82279"/>
                  <a:pt x="209502" y="81016"/>
                </a:cubicBezTo>
                <a:cubicBezTo>
                  <a:pt x="209502" y="79753"/>
                  <a:pt x="210004" y="78541"/>
                  <a:pt x="210897" y="77649"/>
                </a:cubicBezTo>
                <a:cubicBezTo>
                  <a:pt x="211790" y="76755"/>
                  <a:pt x="213002" y="76253"/>
                  <a:pt x="214265" y="76253"/>
                </a:cubicBezTo>
                <a:cubicBezTo>
                  <a:pt x="220500" y="76251"/>
                  <a:pt x="226609" y="74501"/>
                  <a:pt x="231899" y="71201"/>
                </a:cubicBezTo>
                <a:cubicBezTo>
                  <a:pt x="237189" y="67902"/>
                  <a:pt x="241447" y="63184"/>
                  <a:pt x="244191" y="57585"/>
                </a:cubicBezTo>
                <a:cubicBezTo>
                  <a:pt x="246934" y="51986"/>
                  <a:pt x="248053" y="45730"/>
                  <a:pt x="247419" y="39529"/>
                </a:cubicBezTo>
                <a:cubicBezTo>
                  <a:pt x="246785" y="33326"/>
                  <a:pt x="244425" y="27425"/>
                  <a:pt x="240606" y="22497"/>
                </a:cubicBezTo>
                <a:cubicBezTo>
                  <a:pt x="236788" y="17568"/>
                  <a:pt x="231663" y="13810"/>
                  <a:pt x="225815" y="11647"/>
                </a:cubicBezTo>
                <a:cubicBezTo>
                  <a:pt x="219968" y="9485"/>
                  <a:pt x="213631" y="9006"/>
                  <a:pt x="207524" y="10265"/>
                </a:cubicBezTo>
                <a:cubicBezTo>
                  <a:pt x="201418" y="11524"/>
                  <a:pt x="195786" y="14469"/>
                  <a:pt x="191271" y="18768"/>
                </a:cubicBezTo>
                <a:cubicBezTo>
                  <a:pt x="186754" y="23066"/>
                  <a:pt x="183533" y="28545"/>
                  <a:pt x="181975" y="34581"/>
                </a:cubicBezTo>
                <a:cubicBezTo>
                  <a:pt x="181659" y="35805"/>
                  <a:pt x="180870" y="36853"/>
                  <a:pt x="179782" y="37495"/>
                </a:cubicBezTo>
                <a:cubicBezTo>
                  <a:pt x="178694" y="38137"/>
                  <a:pt x="177395" y="38321"/>
                  <a:pt x="176171" y="38005"/>
                </a:cubicBezTo>
                <a:cubicBezTo>
                  <a:pt x="174948" y="37689"/>
                  <a:pt x="173899" y="36900"/>
                  <a:pt x="173257" y="35811"/>
                </a:cubicBezTo>
                <a:cubicBezTo>
                  <a:pt x="172615" y="34723"/>
                  <a:pt x="172432" y="33424"/>
                  <a:pt x="172748" y="32200"/>
                </a:cubicBezTo>
                <a:cubicBezTo>
                  <a:pt x="174495" y="25423"/>
                  <a:pt x="177877" y="19177"/>
                  <a:pt x="182594" y="14008"/>
                </a:cubicBezTo>
                <a:cubicBezTo>
                  <a:pt x="187313" y="8839"/>
                  <a:pt x="193225" y="4904"/>
                  <a:pt x="199814" y="2546"/>
                </a:cubicBezTo>
                <a:cubicBezTo>
                  <a:pt x="206405" y="189"/>
                  <a:pt x="213471" y="-519"/>
                  <a:pt x="220398" y="485"/>
                </a:cubicBezTo>
                <a:cubicBezTo>
                  <a:pt x="227325" y="1488"/>
                  <a:pt x="233900" y="4172"/>
                  <a:pt x="239550" y="8303"/>
                </a:cubicBezTo>
                <a:cubicBezTo>
                  <a:pt x="245199" y="12434"/>
                  <a:pt x="249752" y="17885"/>
                  <a:pt x="252809" y="24181"/>
                </a:cubicBezTo>
                <a:cubicBezTo>
                  <a:pt x="255866" y="30476"/>
                  <a:pt x="257335" y="37425"/>
                  <a:pt x="257088" y="44420"/>
                </a:cubicBezTo>
                <a:cubicBezTo>
                  <a:pt x="256841" y="51414"/>
                  <a:pt x="254884" y="58241"/>
                  <a:pt x="251390" y="64305"/>
                </a:cubicBezTo>
                <a:cubicBezTo>
                  <a:pt x="247896" y="70369"/>
                  <a:pt x="242969" y="75486"/>
                  <a:pt x="237042" y="79206"/>
                </a:cubicBezTo>
                <a:cubicBezTo>
                  <a:pt x="249912" y="83790"/>
                  <a:pt x="261461" y="93493"/>
                  <a:pt x="269558" y="107162"/>
                </a:cubicBezTo>
                <a:cubicBezTo>
                  <a:pt x="270186" y="108244"/>
                  <a:pt x="270364" y="109531"/>
                  <a:pt x="270052" y="110742"/>
                </a:cubicBezTo>
                <a:cubicBezTo>
                  <a:pt x="269740" y="111955"/>
                  <a:pt x="268964" y="112995"/>
                  <a:pt x="267891" y="113639"/>
                </a:cubicBezTo>
                <a:close/>
                <a:moveTo>
                  <a:pt x="208907" y="192887"/>
                </a:moveTo>
                <a:cubicBezTo>
                  <a:pt x="209538" y="193980"/>
                  <a:pt x="209708" y="195279"/>
                  <a:pt x="209382" y="196497"/>
                </a:cubicBezTo>
                <a:cubicBezTo>
                  <a:pt x="209057" y="197716"/>
                  <a:pt x="208260" y="198755"/>
                  <a:pt x="207169" y="199388"/>
                </a:cubicBezTo>
                <a:cubicBezTo>
                  <a:pt x="206447" y="199812"/>
                  <a:pt x="205625" y="200033"/>
                  <a:pt x="204788" y="200031"/>
                </a:cubicBezTo>
                <a:cubicBezTo>
                  <a:pt x="203952" y="200030"/>
                  <a:pt x="203132" y="199810"/>
                  <a:pt x="202409" y="199391"/>
                </a:cubicBezTo>
                <a:cubicBezTo>
                  <a:pt x="201686" y="198973"/>
                  <a:pt x="201085" y="198373"/>
                  <a:pt x="200668" y="197649"/>
                </a:cubicBezTo>
                <a:cubicBezTo>
                  <a:pt x="194249" y="186768"/>
                  <a:pt x="185102" y="177749"/>
                  <a:pt x="174132" y="171483"/>
                </a:cubicBezTo>
                <a:cubicBezTo>
                  <a:pt x="163161" y="165218"/>
                  <a:pt x="150746" y="161922"/>
                  <a:pt x="138113" y="161922"/>
                </a:cubicBezTo>
                <a:cubicBezTo>
                  <a:pt x="125479" y="161922"/>
                  <a:pt x="113064" y="165218"/>
                  <a:pt x="102093" y="171483"/>
                </a:cubicBezTo>
                <a:cubicBezTo>
                  <a:pt x="91123" y="177749"/>
                  <a:pt x="81976" y="186768"/>
                  <a:pt x="75557" y="197649"/>
                </a:cubicBezTo>
                <a:cubicBezTo>
                  <a:pt x="74898" y="198687"/>
                  <a:pt x="73864" y="199429"/>
                  <a:pt x="72671" y="199720"/>
                </a:cubicBezTo>
                <a:cubicBezTo>
                  <a:pt x="71478" y="200013"/>
                  <a:pt x="70218" y="199832"/>
                  <a:pt x="69155" y="199218"/>
                </a:cubicBezTo>
                <a:cubicBezTo>
                  <a:pt x="68091" y="198603"/>
                  <a:pt x="67306" y="197602"/>
                  <a:pt x="66964" y="196422"/>
                </a:cubicBezTo>
                <a:cubicBezTo>
                  <a:pt x="66622" y="195241"/>
                  <a:pt x="66749" y="193976"/>
                  <a:pt x="67318" y="192887"/>
                </a:cubicBezTo>
                <a:cubicBezTo>
                  <a:pt x="77656" y="175136"/>
                  <a:pt x="94324" y="161951"/>
                  <a:pt x="113979" y="155977"/>
                </a:cubicBezTo>
                <a:cubicBezTo>
                  <a:pt x="103564" y="150572"/>
                  <a:pt x="95266" y="141827"/>
                  <a:pt x="90414" y="131144"/>
                </a:cubicBezTo>
                <a:cubicBezTo>
                  <a:pt x="85562" y="120461"/>
                  <a:pt x="84437" y="108458"/>
                  <a:pt x="87219" y="97060"/>
                </a:cubicBezTo>
                <a:cubicBezTo>
                  <a:pt x="90001" y="85660"/>
                  <a:pt x="96529" y="75526"/>
                  <a:pt x="105757" y="68279"/>
                </a:cubicBezTo>
                <a:cubicBezTo>
                  <a:pt x="114985" y="61032"/>
                  <a:pt x="126379" y="57093"/>
                  <a:pt x="138113" y="57093"/>
                </a:cubicBezTo>
                <a:cubicBezTo>
                  <a:pt x="149846" y="57093"/>
                  <a:pt x="161240" y="61032"/>
                  <a:pt x="170468" y="68279"/>
                </a:cubicBezTo>
                <a:cubicBezTo>
                  <a:pt x="179696" y="75526"/>
                  <a:pt x="186224" y="85660"/>
                  <a:pt x="189006" y="97060"/>
                </a:cubicBezTo>
                <a:cubicBezTo>
                  <a:pt x="191788" y="108458"/>
                  <a:pt x="190663" y="120461"/>
                  <a:pt x="185811" y="131144"/>
                </a:cubicBezTo>
                <a:cubicBezTo>
                  <a:pt x="180959" y="141827"/>
                  <a:pt x="172661" y="150572"/>
                  <a:pt x="162247" y="155977"/>
                </a:cubicBezTo>
                <a:cubicBezTo>
                  <a:pt x="181901" y="161951"/>
                  <a:pt x="198570" y="175136"/>
                  <a:pt x="208907" y="192887"/>
                </a:cubicBezTo>
                <a:close/>
                <a:moveTo>
                  <a:pt x="138113" y="152406"/>
                </a:moveTo>
                <a:cubicBezTo>
                  <a:pt x="146590" y="152406"/>
                  <a:pt x="154877" y="149892"/>
                  <a:pt x="161926" y="145182"/>
                </a:cubicBezTo>
                <a:cubicBezTo>
                  <a:pt x="168974" y="140473"/>
                  <a:pt x="174468" y="133779"/>
                  <a:pt x="177713" y="125946"/>
                </a:cubicBezTo>
                <a:cubicBezTo>
                  <a:pt x="180957" y="118114"/>
                  <a:pt x="181806" y="109495"/>
                  <a:pt x="180151" y="101181"/>
                </a:cubicBezTo>
                <a:cubicBezTo>
                  <a:pt x="178498" y="92867"/>
                  <a:pt x="174415" y="85230"/>
                  <a:pt x="168421" y="79235"/>
                </a:cubicBezTo>
                <a:cubicBezTo>
                  <a:pt x="162426" y="73240"/>
                  <a:pt x="154789" y="69158"/>
                  <a:pt x="146474" y="67505"/>
                </a:cubicBezTo>
                <a:cubicBezTo>
                  <a:pt x="138160" y="65851"/>
                  <a:pt x="129542" y="66700"/>
                  <a:pt x="121709" y="69944"/>
                </a:cubicBezTo>
                <a:cubicBezTo>
                  <a:pt x="113878" y="73188"/>
                  <a:pt x="107184" y="78681"/>
                  <a:pt x="102474" y="85731"/>
                </a:cubicBezTo>
                <a:cubicBezTo>
                  <a:pt x="97764" y="92779"/>
                  <a:pt x="95250" y="101066"/>
                  <a:pt x="95250" y="109543"/>
                </a:cubicBezTo>
                <a:cubicBezTo>
                  <a:pt x="95250" y="120911"/>
                  <a:pt x="99766" y="131814"/>
                  <a:pt x="107804" y="139852"/>
                </a:cubicBezTo>
                <a:cubicBezTo>
                  <a:pt x="115842" y="147890"/>
                  <a:pt x="126744" y="152406"/>
                  <a:pt x="138113" y="152406"/>
                </a:cubicBezTo>
                <a:close/>
                <a:moveTo>
                  <a:pt x="61912" y="76206"/>
                </a:moveTo>
                <a:cubicBezTo>
                  <a:pt x="55678" y="76204"/>
                  <a:pt x="49568" y="74453"/>
                  <a:pt x="44279" y="71154"/>
                </a:cubicBezTo>
                <a:cubicBezTo>
                  <a:pt x="38989" y="67854"/>
                  <a:pt x="34730" y="63136"/>
                  <a:pt x="31987" y="57538"/>
                </a:cubicBezTo>
                <a:cubicBezTo>
                  <a:pt x="29243" y="51939"/>
                  <a:pt x="28125" y="45683"/>
                  <a:pt x="28758" y="39481"/>
                </a:cubicBezTo>
                <a:cubicBezTo>
                  <a:pt x="29392" y="33278"/>
                  <a:pt x="31752" y="27377"/>
                  <a:pt x="35571" y="22449"/>
                </a:cubicBezTo>
                <a:cubicBezTo>
                  <a:pt x="39390" y="17521"/>
                  <a:pt x="44514" y="13762"/>
                  <a:pt x="50362" y="11600"/>
                </a:cubicBezTo>
                <a:cubicBezTo>
                  <a:pt x="56210" y="9438"/>
                  <a:pt x="62547" y="8959"/>
                  <a:pt x="68653" y="10217"/>
                </a:cubicBezTo>
                <a:cubicBezTo>
                  <a:pt x="74760" y="11476"/>
                  <a:pt x="80391" y="14422"/>
                  <a:pt x="84907" y="18720"/>
                </a:cubicBezTo>
                <a:cubicBezTo>
                  <a:pt x="89424" y="23018"/>
                  <a:pt x="92644" y="28497"/>
                  <a:pt x="94202" y="34534"/>
                </a:cubicBezTo>
                <a:cubicBezTo>
                  <a:pt x="94518" y="35758"/>
                  <a:pt x="95307" y="36805"/>
                  <a:pt x="96396" y="37447"/>
                </a:cubicBezTo>
                <a:cubicBezTo>
                  <a:pt x="97484" y="38089"/>
                  <a:pt x="98783" y="38273"/>
                  <a:pt x="100007" y="37957"/>
                </a:cubicBezTo>
                <a:cubicBezTo>
                  <a:pt x="101230" y="37642"/>
                  <a:pt x="102278" y="36852"/>
                  <a:pt x="102920" y="35763"/>
                </a:cubicBezTo>
                <a:cubicBezTo>
                  <a:pt x="103562" y="34676"/>
                  <a:pt x="103745" y="33376"/>
                  <a:pt x="103430" y="32153"/>
                </a:cubicBezTo>
                <a:cubicBezTo>
                  <a:pt x="101675" y="25352"/>
                  <a:pt x="98275" y="19086"/>
                  <a:pt x="93530" y="13907"/>
                </a:cubicBezTo>
                <a:cubicBezTo>
                  <a:pt x="88785" y="8728"/>
                  <a:pt x="82840" y="4795"/>
                  <a:pt x="76218" y="2453"/>
                </a:cubicBezTo>
                <a:cubicBezTo>
                  <a:pt x="69596" y="111"/>
                  <a:pt x="62500" y="-568"/>
                  <a:pt x="55555" y="476"/>
                </a:cubicBezTo>
                <a:cubicBezTo>
                  <a:pt x="48609" y="1520"/>
                  <a:pt x="42026" y="4256"/>
                  <a:pt x="36385" y="8441"/>
                </a:cubicBezTo>
                <a:cubicBezTo>
                  <a:pt x="30745" y="12627"/>
                  <a:pt x="26219" y="18134"/>
                  <a:pt x="23207" y="24479"/>
                </a:cubicBezTo>
                <a:cubicBezTo>
                  <a:pt x="20194" y="30824"/>
                  <a:pt x="18787" y="37812"/>
                  <a:pt x="19109" y="44829"/>
                </a:cubicBezTo>
                <a:cubicBezTo>
                  <a:pt x="19432" y="51845"/>
                  <a:pt x="21473" y="58675"/>
                  <a:pt x="25055" y="64717"/>
                </a:cubicBezTo>
                <a:cubicBezTo>
                  <a:pt x="28636" y="70760"/>
                  <a:pt x="33647" y="75829"/>
                  <a:pt x="39648" y="79480"/>
                </a:cubicBezTo>
                <a:cubicBezTo>
                  <a:pt x="24173" y="84180"/>
                  <a:pt x="10612" y="93715"/>
                  <a:pt x="952" y="106686"/>
                </a:cubicBezTo>
                <a:cubicBezTo>
                  <a:pt x="195" y="107696"/>
                  <a:pt x="-131" y="108967"/>
                  <a:pt x="48" y="110217"/>
                </a:cubicBezTo>
                <a:cubicBezTo>
                  <a:pt x="227" y="111467"/>
                  <a:pt x="895" y="112596"/>
                  <a:pt x="1905" y="113353"/>
                </a:cubicBezTo>
                <a:cubicBezTo>
                  <a:pt x="2916" y="114111"/>
                  <a:pt x="4186" y="114437"/>
                  <a:pt x="5436" y="114258"/>
                </a:cubicBezTo>
                <a:cubicBezTo>
                  <a:pt x="6686" y="114079"/>
                  <a:pt x="7815" y="113411"/>
                  <a:pt x="8572" y="112401"/>
                </a:cubicBezTo>
                <a:cubicBezTo>
                  <a:pt x="14754" y="104089"/>
                  <a:pt x="22801" y="97345"/>
                  <a:pt x="32066" y="92712"/>
                </a:cubicBezTo>
                <a:cubicBezTo>
                  <a:pt x="41331" y="88080"/>
                  <a:pt x="51554" y="85689"/>
                  <a:pt x="61912" y="85731"/>
                </a:cubicBezTo>
                <a:cubicBezTo>
                  <a:pt x="63176" y="85731"/>
                  <a:pt x="64387" y="85230"/>
                  <a:pt x="65280" y="84336"/>
                </a:cubicBezTo>
                <a:cubicBezTo>
                  <a:pt x="66173" y="83443"/>
                  <a:pt x="66675" y="82231"/>
                  <a:pt x="66675" y="80968"/>
                </a:cubicBezTo>
                <a:cubicBezTo>
                  <a:pt x="66675" y="79705"/>
                  <a:pt x="66173" y="78494"/>
                  <a:pt x="65280" y="77601"/>
                </a:cubicBezTo>
                <a:cubicBezTo>
                  <a:pt x="64387" y="76708"/>
                  <a:pt x="63176" y="76206"/>
                  <a:pt x="61912" y="762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AECD66-A13C-61CE-4F1F-D3CB919AEF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385888"/>
            <a:ext cx="10944224" cy="10944224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79AB22E-B8B1-59FC-642B-39FE62D5D6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85550-44D1-7621-8699-C175E734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/>
          <a:lstStyle/>
          <a:p>
            <a:r>
              <a:rPr lang="en-ID" dirty="0"/>
              <a:t>One meeting. Instant clarity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65C96-C5F0-B1F0-71D2-B34E435C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/>
          <a:p>
            <a:r>
              <a:rPr lang="en-ID" dirty="0"/>
              <a:t>Inside </a:t>
            </a:r>
            <a:r>
              <a:rPr lang="en-ID" dirty="0" err="1"/>
              <a:t>ArcAI</a:t>
            </a:r>
            <a:endParaRPr lang="en-US" dirty="0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E8A320D8-C073-F95C-23D5-DC157BFD3D95}"/>
              </a:ext>
            </a:extLst>
          </p:cNvPr>
          <p:cNvSpPr/>
          <p:nvPr/>
        </p:nvSpPr>
        <p:spPr>
          <a:xfrm>
            <a:off x="623888" y="1917716"/>
            <a:ext cx="10931524" cy="780068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9000">
                <a:srgbClr val="FFFFFF">
                  <a:alpha val="3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A1D48A-A70B-A8E7-558C-EAA685B06B29}"/>
              </a:ext>
            </a:extLst>
          </p:cNvPr>
          <p:cNvGrpSpPr/>
          <p:nvPr/>
        </p:nvGrpSpPr>
        <p:grpSpPr>
          <a:xfrm>
            <a:off x="884163" y="2186179"/>
            <a:ext cx="243142" cy="2431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6B0F17-329B-999F-0DC0-A382A027893B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856F494-F383-2147-D3C8-75CF18225BD1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13BF8B-EDD1-BC28-6F78-4F8241A0E66A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4D7E738-42D3-8A22-9EA3-4B8CA5DE0C0B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D50A6F8-3831-3316-04C8-FB939D0EA6B7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684660-9F61-BFFF-EE75-A1CBBCF8D66E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A519E58-9D03-C35B-90D4-E56106C39F39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66A7A0C-3F6A-BA6D-20BA-19C380149307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651AC9-486B-F556-78B0-8A21FA07B455}"/>
              </a:ext>
            </a:extLst>
          </p:cNvPr>
          <p:cNvSpPr txBox="1"/>
          <p:nvPr/>
        </p:nvSpPr>
        <p:spPr>
          <a:xfrm>
            <a:off x="4194520" y="2169251"/>
            <a:ext cx="380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Weekly Product Sync · 45 min · 6 attendees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8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FDBBBE-E74A-D94B-C3C9-930F77CE0B1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769" y="630237"/>
            <a:ext cx="10944224" cy="1094422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8418AFB-FF38-1C4C-45C6-6CF82AF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20716"/>
            <a:ext cx="10944224" cy="1238197"/>
          </a:xfrm>
        </p:spPr>
        <p:txBody>
          <a:bodyPr/>
          <a:lstStyle/>
          <a:p>
            <a:r>
              <a:rPr lang="en-ID" dirty="0"/>
              <a:t>What changes after </a:t>
            </a:r>
            <a:r>
              <a:rPr lang="en-ID" dirty="0" err="1"/>
              <a:t>ArcAI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5F1E4E-1E91-3391-7FCC-0AABB3FDB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631016"/>
            <a:ext cx="10931524" cy="336724"/>
          </a:xfrm>
        </p:spPr>
        <p:txBody>
          <a:bodyPr/>
          <a:lstStyle/>
          <a:p>
            <a:r>
              <a:rPr lang="en-ID" dirty="0"/>
              <a:t>Inside </a:t>
            </a:r>
            <a:r>
              <a:rPr lang="en-ID" dirty="0" err="1"/>
              <a:t>ArcAI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DD0434-4CB4-B2FA-942A-6B0D5C8702F4}"/>
              </a:ext>
            </a:extLst>
          </p:cNvPr>
          <p:cNvCxnSpPr>
            <a:cxnSpLocks/>
          </p:cNvCxnSpPr>
          <p:nvPr/>
        </p:nvCxnSpPr>
        <p:spPr>
          <a:xfrm>
            <a:off x="6096000" y="2311400"/>
            <a:ext cx="0" cy="3925888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07FF39-381B-4791-FDBA-798DBE5DFF8C}"/>
              </a:ext>
            </a:extLst>
          </p:cNvPr>
          <p:cNvSpPr/>
          <p:nvPr/>
        </p:nvSpPr>
        <p:spPr>
          <a:xfrm>
            <a:off x="5833058" y="4240616"/>
            <a:ext cx="516940" cy="358472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  <a:gs pos="99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93F14E-6239-C81F-6B1E-5F2DE33694A0}"/>
              </a:ext>
            </a:extLst>
          </p:cNvPr>
          <p:cNvSpPr txBox="1"/>
          <p:nvPr/>
        </p:nvSpPr>
        <p:spPr>
          <a:xfrm>
            <a:off x="5905419" y="4281353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VS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E47E6-5142-59E4-AA05-E6EBF663BE07}"/>
              </a:ext>
            </a:extLst>
          </p:cNvPr>
          <p:cNvSpPr txBox="1"/>
          <p:nvPr/>
        </p:nvSpPr>
        <p:spPr>
          <a:xfrm>
            <a:off x="1861648" y="1846335"/>
            <a:ext cx="2742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BEFORE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E8C5D1-4786-259E-B3B3-8B88800AF7B9}"/>
              </a:ext>
            </a:extLst>
          </p:cNvPr>
          <p:cNvSpPr txBox="1"/>
          <p:nvPr/>
        </p:nvSpPr>
        <p:spPr>
          <a:xfrm>
            <a:off x="7584585" y="1846335"/>
            <a:ext cx="2742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AFTER ARCAI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EE31926-BA1C-DECD-AA7F-5CD279046C7F}"/>
              </a:ext>
            </a:extLst>
          </p:cNvPr>
          <p:cNvSpPr/>
          <p:nvPr/>
        </p:nvSpPr>
        <p:spPr>
          <a:xfrm>
            <a:off x="2187097" y="5624181"/>
            <a:ext cx="209169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E7E629-67D1-6EF0-2FF7-9894D0DAB0FB}"/>
              </a:ext>
            </a:extLst>
          </p:cNvPr>
          <p:cNvSpPr txBox="1"/>
          <p:nvPr/>
        </p:nvSpPr>
        <p:spPr>
          <a:xfrm>
            <a:off x="2309454" y="5664918"/>
            <a:ext cx="1846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70% never follow-up rate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D9D0A5-E2A3-1E29-CCEE-805F66670C17}"/>
              </a:ext>
            </a:extLst>
          </p:cNvPr>
          <p:cNvSpPr/>
          <p:nvPr/>
        </p:nvSpPr>
        <p:spPr>
          <a:xfrm>
            <a:off x="8120460" y="5624181"/>
            <a:ext cx="167084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571903-B54C-E736-D4FF-1873E4CD7F56}"/>
              </a:ext>
            </a:extLst>
          </p:cNvPr>
          <p:cNvSpPr txBox="1"/>
          <p:nvPr/>
        </p:nvSpPr>
        <p:spPr>
          <a:xfrm>
            <a:off x="8192691" y="5664918"/>
            <a:ext cx="15263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100% follow-up rate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9E119-1145-8123-1337-6935A226DC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A4C250-9488-E317-E01D-CA1720A6F5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D40E-A38E-9641-F27D-5C9E8673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A3D9CDF-5544-A5F4-A37E-57262D18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55" y="1158558"/>
            <a:ext cx="6858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B2A7143-806A-5549-71F5-67249B2DB6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-1398493"/>
            <a:ext cx="10943071" cy="5685316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D096CFE-9CCC-675A-0E8F-ACE53A9C6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-1398493"/>
            <a:ext cx="10317948" cy="5685316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E8C9D0-CB7F-BFF6-0E82-5ADB2E1137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4587740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1A5318-A21A-FE89-C603-E12D693D4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4587740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D5A07C-A2EB-875C-D1F6-05836069C166}"/>
              </a:ext>
            </a:extLst>
          </p:cNvPr>
          <p:cNvSpPr txBox="1"/>
          <p:nvPr/>
        </p:nvSpPr>
        <p:spPr>
          <a:xfrm>
            <a:off x="5890938" y="1791091"/>
            <a:ext cx="66053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0" spc="-300" dirty="0">
                <a:solidFill>
                  <a:schemeClr val="bg1">
                    <a:alpha val="3000"/>
                  </a:schemeClr>
                </a:solidFill>
                <a:effectLst/>
                <a:latin typeface="Space Grotesk Light" pitchFamily="2" charset="77"/>
                <a:ea typeface="Helvetica Neue Light" panose="02000403000000020004" pitchFamily="2" charset="0"/>
                <a:cs typeface="Space Grotesk Light" pitchFamily="2" charset="77"/>
              </a:rPr>
              <a:t>03</a:t>
            </a:r>
            <a:endParaRPr lang="en-US" sz="36000" spc="-300" dirty="0">
              <a:solidFill>
                <a:schemeClr val="bg1">
                  <a:alpha val="3000"/>
                </a:schemeClr>
              </a:solidFill>
              <a:latin typeface="Space Grotesk Light" pitchFamily="2" charset="77"/>
              <a:ea typeface="Helvetica Neue Light" panose="02000403000000020004" pitchFamily="2" charset="0"/>
              <a:cs typeface="Space Grotesk Ligh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5EA9E-ACE5-01F4-C590-36C42D91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314766" cy="1810222"/>
          </a:xfrm>
        </p:spPr>
        <p:txBody>
          <a:bodyPr>
            <a:normAutofit/>
          </a:bodyPr>
          <a:lstStyle/>
          <a:p>
            <a:r>
              <a:rPr lang="en-ID" dirty="0"/>
              <a:t>The numbers</a:t>
            </a:r>
            <a:br>
              <a:rPr lang="en-ID" dirty="0"/>
            </a:br>
            <a:r>
              <a:rPr lang="en-ID" dirty="0"/>
              <a:t>make sense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072211-5DB6-26D3-B232-27221D4641B6}"/>
              </a:ext>
            </a:extLst>
          </p:cNvPr>
          <p:cNvSpPr/>
          <p:nvPr/>
        </p:nvSpPr>
        <p:spPr>
          <a:xfrm>
            <a:off x="8570427" y="3861463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FBAC34-28C5-5100-714A-23588EEBF905}"/>
              </a:ext>
            </a:extLst>
          </p:cNvPr>
          <p:cNvGrpSpPr/>
          <p:nvPr/>
        </p:nvGrpSpPr>
        <p:grpSpPr>
          <a:xfrm>
            <a:off x="8925308" y="4216343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884051D-859D-F34E-C64C-7EB8342B883A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656A282-F01A-599B-B839-C3FC575E98B9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860129E-D792-D878-626E-516B370EB456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E3D80E3-187A-20AC-5FA2-9325CFA93239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261EF79-75AC-1539-6764-E22E2399757E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48E4616-F2D7-9E21-5F4F-7E70E0300189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86B6B17-4E79-2FC0-177B-D2D544CF416F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62008AC-CD42-4953-8209-0D7E7578E971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CB7FD6-17AC-14E8-21A5-74813B91A5B7}"/>
              </a:ext>
            </a:extLst>
          </p:cNvPr>
          <p:cNvSpPr/>
          <p:nvPr/>
        </p:nvSpPr>
        <p:spPr>
          <a:xfrm>
            <a:off x="628195" y="620713"/>
            <a:ext cx="1338435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6A215-155F-1AB9-49CC-8D865BE5217B}"/>
              </a:ext>
            </a:extLst>
          </p:cNvPr>
          <p:cNvSpPr txBox="1"/>
          <p:nvPr/>
        </p:nvSpPr>
        <p:spPr>
          <a:xfrm>
            <a:off x="697154" y="645757"/>
            <a:ext cx="12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Business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50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B865E0-10F9-78CE-77B5-D0E38B14965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620713"/>
            <a:ext cx="10944224" cy="10944224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C788A1-BEE2-D9A9-E9AA-691D5E878A17}"/>
              </a:ext>
            </a:extLst>
          </p:cNvPr>
          <p:cNvSpPr/>
          <p:nvPr/>
        </p:nvSpPr>
        <p:spPr>
          <a:xfrm>
            <a:off x="623888" y="4545933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9CC179-CEE4-7926-C7F2-549A46CBB739}"/>
              </a:ext>
            </a:extLst>
          </p:cNvPr>
          <p:cNvSpPr/>
          <p:nvPr/>
        </p:nvSpPr>
        <p:spPr>
          <a:xfrm>
            <a:off x="3412115" y="4545933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21BB029-CCE7-DEDC-E59A-61936DA115A1}"/>
              </a:ext>
            </a:extLst>
          </p:cNvPr>
          <p:cNvSpPr/>
          <p:nvPr/>
        </p:nvSpPr>
        <p:spPr>
          <a:xfrm>
            <a:off x="6194063" y="4545933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F236D3-5E59-F6BB-16FE-D5B395DDF7A8}"/>
              </a:ext>
            </a:extLst>
          </p:cNvPr>
          <p:cNvSpPr/>
          <p:nvPr/>
        </p:nvSpPr>
        <p:spPr>
          <a:xfrm>
            <a:off x="8976012" y="4545933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3D5D8A-8D9E-DD14-A213-E4967BA5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Simple model. Strong economics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1CCBFA-7D61-F3A3-47AB-99CAB0C76C2D}"/>
              </a:ext>
            </a:extLst>
          </p:cNvPr>
          <p:cNvSpPr/>
          <p:nvPr/>
        </p:nvSpPr>
        <p:spPr>
          <a:xfrm>
            <a:off x="623888" y="1482374"/>
            <a:ext cx="3479130" cy="2865038"/>
          </a:xfrm>
          <a:prstGeom prst="roundRect">
            <a:avLst>
              <a:gd name="adj" fmla="val 1797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BCEBC-E6C2-A771-7101-056370706625}"/>
              </a:ext>
            </a:extLst>
          </p:cNvPr>
          <p:cNvSpPr/>
          <p:nvPr/>
        </p:nvSpPr>
        <p:spPr>
          <a:xfrm>
            <a:off x="4347027" y="1482374"/>
            <a:ext cx="3479130" cy="2865038"/>
          </a:xfrm>
          <a:prstGeom prst="roundRect">
            <a:avLst>
              <a:gd name="adj" fmla="val 15878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E2878B-3FBA-5810-5F1E-27FA7EB26043}"/>
              </a:ext>
            </a:extLst>
          </p:cNvPr>
          <p:cNvSpPr/>
          <p:nvPr/>
        </p:nvSpPr>
        <p:spPr>
          <a:xfrm>
            <a:off x="8076283" y="1482374"/>
            <a:ext cx="3479130" cy="2865038"/>
          </a:xfrm>
          <a:prstGeom prst="roundRect">
            <a:avLst>
              <a:gd name="adj" fmla="val 1669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A458C-5805-C67B-F2FB-BCEFF1BE354E}"/>
              </a:ext>
            </a:extLst>
          </p:cNvPr>
          <p:cNvSpPr txBox="1"/>
          <p:nvPr/>
        </p:nvSpPr>
        <p:spPr>
          <a:xfrm>
            <a:off x="798343" y="4611060"/>
            <a:ext cx="2256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$3,480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C0CB98-7419-1BFE-57E9-22E786614954}"/>
              </a:ext>
            </a:extLst>
          </p:cNvPr>
          <p:cNvSpPr txBox="1"/>
          <p:nvPr/>
        </p:nvSpPr>
        <p:spPr>
          <a:xfrm>
            <a:off x="798343" y="5011423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felt meeting were no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F1B098-848B-190A-C453-33C64B539902}"/>
              </a:ext>
            </a:extLst>
          </p:cNvPr>
          <p:cNvSpPr/>
          <p:nvPr/>
        </p:nvSpPr>
        <p:spPr>
          <a:xfrm>
            <a:off x="623887" y="5618045"/>
            <a:ext cx="10931524" cy="619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6618F1-814E-EDC9-7D11-3AB222EB2FB2}"/>
              </a:ext>
            </a:extLst>
          </p:cNvPr>
          <p:cNvSpPr txBox="1"/>
          <p:nvPr/>
        </p:nvSpPr>
        <p:spPr>
          <a:xfrm>
            <a:off x="856098" y="5773778"/>
            <a:ext cx="1052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 seats x $29/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mo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x 12 months = $3,480 ARR per customer 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deal size assumption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A1B205-6B6F-8652-721B-4B2398F7BBDC}"/>
              </a:ext>
            </a:extLst>
          </p:cNvPr>
          <p:cNvSpPr txBox="1"/>
          <p:nvPr/>
        </p:nvSpPr>
        <p:spPr>
          <a:xfrm>
            <a:off x="856098" y="1918469"/>
            <a:ext cx="2942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spc="-15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$19</a:t>
            </a:r>
            <a:endParaRPr lang="en-US" sz="3200" spc="-15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D4F2CA-1039-488B-6686-A0F4DE4EBAEF}"/>
              </a:ext>
            </a:extLst>
          </p:cNvPr>
          <p:cNvSpPr txBox="1"/>
          <p:nvPr/>
        </p:nvSpPr>
        <p:spPr>
          <a:xfrm>
            <a:off x="856098" y="1696859"/>
            <a:ext cx="1425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Starter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3BF96A-B762-B6DD-F9A7-E37B873A4D48}"/>
              </a:ext>
            </a:extLst>
          </p:cNvPr>
          <p:cNvCxnSpPr>
            <a:cxnSpLocks/>
          </p:cNvCxnSpPr>
          <p:nvPr/>
        </p:nvCxnSpPr>
        <p:spPr>
          <a:xfrm>
            <a:off x="929196" y="2557292"/>
            <a:ext cx="286980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A9B82A0-CE28-050A-EFF8-C0AECA77026B}"/>
              </a:ext>
            </a:extLst>
          </p:cNvPr>
          <p:cNvSpPr txBox="1"/>
          <p:nvPr/>
        </p:nvSpPr>
        <p:spPr>
          <a:xfrm>
            <a:off x="3580731" y="4611060"/>
            <a:ext cx="2256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4 </a:t>
            </a:r>
            <a:r>
              <a:rPr lang="en-ID" sz="2400" dirty="0" err="1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mo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3EDD36-B348-20B8-7A1B-D8FE9403670D}"/>
              </a:ext>
            </a:extLst>
          </p:cNvPr>
          <p:cNvSpPr txBox="1"/>
          <p:nvPr/>
        </p:nvSpPr>
        <p:spPr>
          <a:xfrm>
            <a:off x="3580731" y="5011423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CAC payback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0DBC72-992A-6392-A835-E52EA494CA0E}"/>
              </a:ext>
            </a:extLst>
          </p:cNvPr>
          <p:cNvSpPr txBox="1"/>
          <p:nvPr/>
        </p:nvSpPr>
        <p:spPr>
          <a:xfrm>
            <a:off x="6336994" y="4611060"/>
            <a:ext cx="2256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85%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82962F-4022-1F1F-A60A-E18CDF91D4E7}"/>
              </a:ext>
            </a:extLst>
          </p:cNvPr>
          <p:cNvSpPr txBox="1"/>
          <p:nvPr/>
        </p:nvSpPr>
        <p:spPr>
          <a:xfrm>
            <a:off x="6336994" y="5011423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gross margin (SaaS)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87FB84-DE55-ED6B-D32A-C7F099405308}"/>
              </a:ext>
            </a:extLst>
          </p:cNvPr>
          <p:cNvSpPr txBox="1"/>
          <p:nvPr/>
        </p:nvSpPr>
        <p:spPr>
          <a:xfrm>
            <a:off x="9125914" y="4611060"/>
            <a:ext cx="2256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$3.5M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6133E2-7AEF-1735-38E9-7218176E7EC0}"/>
              </a:ext>
            </a:extLst>
          </p:cNvPr>
          <p:cNvSpPr txBox="1"/>
          <p:nvPr/>
        </p:nvSpPr>
        <p:spPr>
          <a:xfrm>
            <a:off x="9125914" y="5011423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ARR target · Year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251918-1567-284D-4ADD-548B9BCC8C7D}"/>
              </a:ext>
            </a:extLst>
          </p:cNvPr>
          <p:cNvSpPr txBox="1"/>
          <p:nvPr/>
        </p:nvSpPr>
        <p:spPr>
          <a:xfrm>
            <a:off x="856098" y="2663349"/>
            <a:ext cx="2942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per seat / month</a:t>
            </a:r>
            <a:endParaRPr lang="en-US" sz="12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539405-E2FB-09C3-5D9F-EBE6C2C879A3}"/>
              </a:ext>
            </a:extLst>
          </p:cNvPr>
          <p:cNvSpPr/>
          <p:nvPr/>
        </p:nvSpPr>
        <p:spPr>
          <a:xfrm>
            <a:off x="929196" y="3030231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892479-76F4-7906-62DA-B22759184B0B}"/>
              </a:ext>
            </a:extLst>
          </p:cNvPr>
          <p:cNvSpPr txBox="1"/>
          <p:nvPr/>
        </p:nvSpPr>
        <p:spPr>
          <a:xfrm>
            <a:off x="1109316" y="2965434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Up to 5 seats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2081DA-6657-CF05-5B90-34224A2B1EF0}"/>
              </a:ext>
            </a:extLst>
          </p:cNvPr>
          <p:cNvSpPr/>
          <p:nvPr/>
        </p:nvSpPr>
        <p:spPr>
          <a:xfrm>
            <a:off x="929196" y="3323742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D03260-F623-99B4-A562-0988DB32105E}"/>
              </a:ext>
            </a:extLst>
          </p:cNvPr>
          <p:cNvSpPr txBox="1"/>
          <p:nvPr/>
        </p:nvSpPr>
        <p:spPr>
          <a:xfrm>
            <a:off x="1109316" y="3258945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Core transcription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99F8799-E277-C8C9-46AE-87FF9C732FC3}"/>
              </a:ext>
            </a:extLst>
          </p:cNvPr>
          <p:cNvSpPr/>
          <p:nvPr/>
        </p:nvSpPr>
        <p:spPr>
          <a:xfrm>
            <a:off x="929196" y="3605963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B19D25-5217-E1CC-60BE-0E606ADF6FC5}"/>
              </a:ext>
            </a:extLst>
          </p:cNvPr>
          <p:cNvSpPr txBox="1"/>
          <p:nvPr/>
        </p:nvSpPr>
        <p:spPr>
          <a:xfrm>
            <a:off x="1109316" y="3541166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Slack integration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5CDBCE-3FEE-5812-F3B2-DD9762F27417}"/>
              </a:ext>
            </a:extLst>
          </p:cNvPr>
          <p:cNvSpPr txBox="1"/>
          <p:nvPr/>
        </p:nvSpPr>
        <p:spPr>
          <a:xfrm>
            <a:off x="4602598" y="1918469"/>
            <a:ext cx="2942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spc="-15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$29</a:t>
            </a:r>
            <a:endParaRPr lang="en-US" sz="3200" spc="-15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420BF2-8C25-5E4B-5E98-7583CF0582B9}"/>
              </a:ext>
            </a:extLst>
          </p:cNvPr>
          <p:cNvSpPr txBox="1"/>
          <p:nvPr/>
        </p:nvSpPr>
        <p:spPr>
          <a:xfrm>
            <a:off x="4602598" y="1696859"/>
            <a:ext cx="1425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Pro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4546859-34DB-C363-4433-381BD246EF86}"/>
              </a:ext>
            </a:extLst>
          </p:cNvPr>
          <p:cNvCxnSpPr>
            <a:cxnSpLocks/>
          </p:cNvCxnSpPr>
          <p:nvPr/>
        </p:nvCxnSpPr>
        <p:spPr>
          <a:xfrm>
            <a:off x="4675696" y="2557292"/>
            <a:ext cx="286980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071749E-163E-4C84-CFAC-3A862FEF9F5A}"/>
              </a:ext>
            </a:extLst>
          </p:cNvPr>
          <p:cNvSpPr txBox="1"/>
          <p:nvPr/>
        </p:nvSpPr>
        <p:spPr>
          <a:xfrm>
            <a:off x="4602597" y="2663349"/>
            <a:ext cx="2942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per seat / month</a:t>
            </a:r>
            <a:endParaRPr lang="en-US" sz="12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060641-9551-5D05-2425-0AA03AA40839}"/>
              </a:ext>
            </a:extLst>
          </p:cNvPr>
          <p:cNvSpPr/>
          <p:nvPr/>
        </p:nvSpPr>
        <p:spPr>
          <a:xfrm>
            <a:off x="4675696" y="3030231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2F0E01-9BA2-A740-2E8A-D50096C1F9F8}"/>
              </a:ext>
            </a:extLst>
          </p:cNvPr>
          <p:cNvSpPr txBox="1"/>
          <p:nvPr/>
        </p:nvSpPr>
        <p:spPr>
          <a:xfrm>
            <a:off x="4855816" y="2965434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Unlimited seats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2620095-5416-9D7C-16E3-C77D2414FAD3}"/>
              </a:ext>
            </a:extLst>
          </p:cNvPr>
          <p:cNvSpPr/>
          <p:nvPr/>
        </p:nvSpPr>
        <p:spPr>
          <a:xfrm>
            <a:off x="4675696" y="3323742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ED4173-DA37-0F49-3EE0-AC2E235BDB7E}"/>
              </a:ext>
            </a:extLst>
          </p:cNvPr>
          <p:cNvSpPr txBox="1"/>
          <p:nvPr/>
        </p:nvSpPr>
        <p:spPr>
          <a:xfrm>
            <a:off x="4855816" y="3258945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 integrations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77F5642-24FF-5FAE-1C65-E0EB21D90B6F}"/>
              </a:ext>
            </a:extLst>
          </p:cNvPr>
          <p:cNvSpPr/>
          <p:nvPr/>
        </p:nvSpPr>
        <p:spPr>
          <a:xfrm>
            <a:off x="4675696" y="3605963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F970A3-F574-CA73-D7DB-D242E3DC71E7}"/>
              </a:ext>
            </a:extLst>
          </p:cNvPr>
          <p:cNvSpPr txBox="1"/>
          <p:nvPr/>
        </p:nvSpPr>
        <p:spPr>
          <a:xfrm>
            <a:off x="4855816" y="3541166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Action item AI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948489-5CAC-1981-FDC3-A8DE19ADDB36}"/>
              </a:ext>
            </a:extLst>
          </p:cNvPr>
          <p:cNvSpPr txBox="1"/>
          <p:nvPr/>
        </p:nvSpPr>
        <p:spPr>
          <a:xfrm>
            <a:off x="8323698" y="1918469"/>
            <a:ext cx="2939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spc="-15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Custom</a:t>
            </a:r>
            <a:endParaRPr lang="en-US" sz="3200" spc="-15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9DAEAA-602C-C9C8-AEA7-4572636D2703}"/>
              </a:ext>
            </a:extLst>
          </p:cNvPr>
          <p:cNvSpPr txBox="1"/>
          <p:nvPr/>
        </p:nvSpPr>
        <p:spPr>
          <a:xfrm>
            <a:off x="8323698" y="1696859"/>
            <a:ext cx="1425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Enterprise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D49F06-C81B-31E9-E4E7-9F00B49B24D9}"/>
              </a:ext>
            </a:extLst>
          </p:cNvPr>
          <p:cNvCxnSpPr>
            <a:cxnSpLocks/>
          </p:cNvCxnSpPr>
          <p:nvPr/>
        </p:nvCxnSpPr>
        <p:spPr>
          <a:xfrm>
            <a:off x="8396796" y="2557292"/>
            <a:ext cx="286980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0311F80-C3BA-662C-591A-84D8F9D9B5C8}"/>
              </a:ext>
            </a:extLst>
          </p:cNvPr>
          <p:cNvSpPr txBox="1"/>
          <p:nvPr/>
        </p:nvSpPr>
        <p:spPr>
          <a:xfrm>
            <a:off x="8323698" y="2663349"/>
            <a:ext cx="293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annual contract</a:t>
            </a:r>
            <a:endParaRPr lang="en-US" sz="1200" b="1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0BB17C3-BCCC-4227-5484-2D7EBD25D0FD}"/>
              </a:ext>
            </a:extLst>
          </p:cNvPr>
          <p:cNvSpPr/>
          <p:nvPr/>
        </p:nvSpPr>
        <p:spPr>
          <a:xfrm>
            <a:off x="8396796" y="3030231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B0BAC3-A54A-2C7D-8C59-E38FB9622816}"/>
              </a:ext>
            </a:extLst>
          </p:cNvPr>
          <p:cNvSpPr txBox="1"/>
          <p:nvPr/>
        </p:nvSpPr>
        <p:spPr>
          <a:xfrm>
            <a:off x="8576916" y="2965434"/>
            <a:ext cx="2685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SSO &amp; admin controls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091004A-668F-4FA0-BEA9-E3F117429219}"/>
              </a:ext>
            </a:extLst>
          </p:cNvPr>
          <p:cNvSpPr/>
          <p:nvPr/>
        </p:nvSpPr>
        <p:spPr>
          <a:xfrm>
            <a:off x="8396796" y="3323742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BDA7F5-B432-9331-51F1-4CFFED77764E}"/>
              </a:ext>
            </a:extLst>
          </p:cNvPr>
          <p:cNvSpPr txBox="1"/>
          <p:nvPr/>
        </p:nvSpPr>
        <p:spPr>
          <a:xfrm>
            <a:off x="8576915" y="3258945"/>
            <a:ext cx="2685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Custom AI training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FD78834-B218-1F8F-7736-F226750EEAF4}"/>
              </a:ext>
            </a:extLst>
          </p:cNvPr>
          <p:cNvSpPr/>
          <p:nvPr/>
        </p:nvSpPr>
        <p:spPr>
          <a:xfrm>
            <a:off x="8396796" y="3605963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C2A396-81C7-8EFB-826A-484D1817CE1B}"/>
              </a:ext>
            </a:extLst>
          </p:cNvPr>
          <p:cNvSpPr txBox="1"/>
          <p:nvPr/>
        </p:nvSpPr>
        <p:spPr>
          <a:xfrm>
            <a:off x="8576916" y="3541166"/>
            <a:ext cx="2685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Dedicated support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88FEF20-2524-F449-D95D-CB750A2A5BEE}"/>
              </a:ext>
            </a:extLst>
          </p:cNvPr>
          <p:cNvSpPr/>
          <p:nvPr/>
        </p:nvSpPr>
        <p:spPr>
          <a:xfrm>
            <a:off x="4675696" y="3885211"/>
            <a:ext cx="157710" cy="15771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5166AC-3070-E16C-403F-F07BB9A8CE43}"/>
              </a:ext>
            </a:extLst>
          </p:cNvPr>
          <p:cNvSpPr txBox="1"/>
          <p:nvPr/>
        </p:nvSpPr>
        <p:spPr>
          <a:xfrm>
            <a:off x="4855816" y="3820414"/>
            <a:ext cx="2689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Analytics dashboard</a:t>
            </a:r>
            <a:endParaRPr lang="en-US" sz="1200" b="1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3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A2DB30F-2853-6CF5-1E6F-AE23409DE9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620713"/>
            <a:ext cx="10944224" cy="10944224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5E73AD-4D58-9BF9-72E9-C0CE1D35CF37}"/>
              </a:ext>
            </a:extLst>
          </p:cNvPr>
          <p:cNvSpPr/>
          <p:nvPr/>
        </p:nvSpPr>
        <p:spPr>
          <a:xfrm>
            <a:off x="623887" y="3307644"/>
            <a:ext cx="5367629" cy="2929642"/>
          </a:xfrm>
          <a:prstGeom prst="roundRect">
            <a:avLst>
              <a:gd name="adj" fmla="val 15698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7D8A488-BE23-7B68-BD77-6BEAA4B7A2F5}"/>
              </a:ext>
            </a:extLst>
          </p:cNvPr>
          <p:cNvSpPr/>
          <p:nvPr/>
        </p:nvSpPr>
        <p:spPr>
          <a:xfrm>
            <a:off x="951914" y="5418565"/>
            <a:ext cx="527636" cy="52763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D3C01-2D03-155D-B9B8-BB2A26D2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Early signals are strong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73F106-5AD5-85FA-83B0-474290C17E53}"/>
              </a:ext>
            </a:extLst>
          </p:cNvPr>
          <p:cNvSpPr/>
          <p:nvPr/>
        </p:nvSpPr>
        <p:spPr>
          <a:xfrm>
            <a:off x="623888" y="1561432"/>
            <a:ext cx="2579402" cy="1527455"/>
          </a:xfrm>
          <a:prstGeom prst="roundRect">
            <a:avLst>
              <a:gd name="adj" fmla="val 33411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5A0256-B966-0E11-07EE-57A4401DD388}"/>
              </a:ext>
            </a:extLst>
          </p:cNvPr>
          <p:cNvSpPr/>
          <p:nvPr/>
        </p:nvSpPr>
        <p:spPr>
          <a:xfrm>
            <a:off x="3412115" y="1561432"/>
            <a:ext cx="2579402" cy="1527455"/>
          </a:xfrm>
          <a:prstGeom prst="roundRect">
            <a:avLst>
              <a:gd name="adj" fmla="val 31356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42C179-3918-0F4D-4A1F-C88935DC508D}"/>
              </a:ext>
            </a:extLst>
          </p:cNvPr>
          <p:cNvSpPr/>
          <p:nvPr/>
        </p:nvSpPr>
        <p:spPr>
          <a:xfrm>
            <a:off x="6194063" y="1561432"/>
            <a:ext cx="2579402" cy="1527455"/>
          </a:xfrm>
          <a:prstGeom prst="roundRect">
            <a:avLst>
              <a:gd name="adj" fmla="val 2869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A339EE-51DD-4CAF-505E-41149862B467}"/>
              </a:ext>
            </a:extLst>
          </p:cNvPr>
          <p:cNvSpPr/>
          <p:nvPr/>
        </p:nvSpPr>
        <p:spPr>
          <a:xfrm>
            <a:off x="8976012" y="1561432"/>
            <a:ext cx="2579402" cy="1527455"/>
          </a:xfrm>
          <a:prstGeom prst="roundRect">
            <a:avLst>
              <a:gd name="adj" fmla="val 30468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F2F32-DF50-CC31-A53B-1CADC1C66682}"/>
              </a:ext>
            </a:extLst>
          </p:cNvPr>
          <p:cNvSpPr txBox="1"/>
          <p:nvPr/>
        </p:nvSpPr>
        <p:spPr>
          <a:xfrm>
            <a:off x="798343" y="1745815"/>
            <a:ext cx="225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120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B4CED-0F3C-1E14-43BF-0B9CCF21376D}"/>
              </a:ext>
            </a:extLst>
          </p:cNvPr>
          <p:cNvSpPr txBox="1"/>
          <p:nvPr/>
        </p:nvSpPr>
        <p:spPr>
          <a:xfrm>
            <a:off x="798343" y="2306819"/>
            <a:ext cx="2256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beta users  </a:t>
            </a:r>
          </a:p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on waitlist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729CF-A119-2E34-C3E3-883593F1406E}"/>
              </a:ext>
            </a:extLst>
          </p:cNvPr>
          <p:cNvSpPr txBox="1"/>
          <p:nvPr/>
        </p:nvSpPr>
        <p:spPr>
          <a:xfrm>
            <a:off x="3580731" y="1745815"/>
            <a:ext cx="225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4.8/5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4FAA8-1E48-FA64-F991-1DB95C4FB55A}"/>
              </a:ext>
            </a:extLst>
          </p:cNvPr>
          <p:cNvSpPr txBox="1"/>
          <p:nvPr/>
        </p:nvSpPr>
        <p:spPr>
          <a:xfrm>
            <a:off x="3580731" y="2306819"/>
            <a:ext cx="2256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beta NPS  </a:t>
            </a:r>
          </a:p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63E81-E3B2-C91C-703A-8E07B0727122}"/>
              </a:ext>
            </a:extLst>
          </p:cNvPr>
          <p:cNvSpPr txBox="1"/>
          <p:nvPr/>
        </p:nvSpPr>
        <p:spPr>
          <a:xfrm>
            <a:off x="6336994" y="1745815"/>
            <a:ext cx="225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68%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E8860-D318-BD74-29C4-234C21D37338}"/>
              </a:ext>
            </a:extLst>
          </p:cNvPr>
          <p:cNvSpPr txBox="1"/>
          <p:nvPr/>
        </p:nvSpPr>
        <p:spPr>
          <a:xfrm>
            <a:off x="6336994" y="2306819"/>
            <a:ext cx="2256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weekly active </a:t>
            </a:r>
          </a:p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 retention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DF2AF-0CBD-40B4-D1E5-6CBB38E04CD9}"/>
              </a:ext>
            </a:extLst>
          </p:cNvPr>
          <p:cNvSpPr txBox="1"/>
          <p:nvPr/>
        </p:nvSpPr>
        <p:spPr>
          <a:xfrm>
            <a:off x="9125914" y="1745815"/>
            <a:ext cx="225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3</a:t>
            </a:r>
            <a:endParaRPr lang="en-US" sz="3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50066-38A6-79DC-B14D-E255CD3B0F6A}"/>
              </a:ext>
            </a:extLst>
          </p:cNvPr>
          <p:cNvSpPr txBox="1"/>
          <p:nvPr/>
        </p:nvSpPr>
        <p:spPr>
          <a:xfrm>
            <a:off x="9125914" y="2306819"/>
            <a:ext cx="2256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pilot companies  </a:t>
            </a:r>
          </a:p>
          <a:p>
            <a:pPr algn="ct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onboarded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EFF23C0-DF2B-F220-1929-489D89E9CCF6}"/>
              </a:ext>
            </a:extLst>
          </p:cNvPr>
          <p:cNvSpPr/>
          <p:nvPr/>
        </p:nvSpPr>
        <p:spPr>
          <a:xfrm>
            <a:off x="6196784" y="3307644"/>
            <a:ext cx="5367629" cy="2929642"/>
          </a:xfrm>
          <a:prstGeom prst="roundRect">
            <a:avLst>
              <a:gd name="adj" fmla="val 15698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93C6F-C3BC-DE83-74C6-A06D00012D0A}"/>
              </a:ext>
            </a:extLst>
          </p:cNvPr>
          <p:cNvSpPr txBox="1"/>
          <p:nvPr/>
        </p:nvSpPr>
        <p:spPr>
          <a:xfrm>
            <a:off x="957943" y="3649891"/>
            <a:ext cx="4659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"</a:t>
            </a:r>
            <a:r>
              <a:rPr lang="en-ID" sz="24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ArcAI</a:t>
            </a:r>
            <a:r>
              <a:rPr lang="en-ID" sz="2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cut our post-meeting admin by 80%. We actually follow up on things now — that never happened before."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BC3A1A-4D7F-EE68-B76C-37345A939A73}"/>
              </a:ext>
            </a:extLst>
          </p:cNvPr>
          <p:cNvSpPr txBox="1"/>
          <p:nvPr/>
        </p:nvSpPr>
        <p:spPr>
          <a:xfrm>
            <a:off x="1551952" y="5395530"/>
            <a:ext cx="4065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Head of Ops, </a:t>
            </a:r>
            <a:r>
              <a:rPr lang="en-ID" sz="14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TechCorp</a:t>
            </a:r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· 80 employees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C6FD68-1C50-06E1-FC03-69D580E20289}"/>
              </a:ext>
            </a:extLst>
          </p:cNvPr>
          <p:cNvSpPr txBox="1"/>
          <p:nvPr/>
        </p:nvSpPr>
        <p:spPr>
          <a:xfrm>
            <a:off x="1551952" y="5682382"/>
            <a:ext cx="4065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Beta user since Week 1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8879CE-6597-8545-FD8B-985EADAF96FA}"/>
              </a:ext>
            </a:extLst>
          </p:cNvPr>
          <p:cNvSpPr/>
          <p:nvPr/>
        </p:nvSpPr>
        <p:spPr>
          <a:xfrm>
            <a:off x="6445831" y="3524154"/>
            <a:ext cx="609601" cy="60960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F5F28-2DEA-8931-2F76-C2A5CB1155A5}"/>
              </a:ext>
            </a:extLst>
          </p:cNvPr>
          <p:cNvSpPr txBox="1"/>
          <p:nvPr/>
        </p:nvSpPr>
        <p:spPr>
          <a:xfrm>
            <a:off x="7145881" y="3598121"/>
            <a:ext cx="128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Waitlist growth</a:t>
            </a:r>
            <a:b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(last 8 weeks)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151D02-B1C7-1C11-026F-60A28D6271D8}"/>
              </a:ext>
            </a:extLst>
          </p:cNvPr>
          <p:cNvCxnSpPr>
            <a:cxnSpLocks/>
          </p:cNvCxnSpPr>
          <p:nvPr/>
        </p:nvCxnSpPr>
        <p:spPr>
          <a:xfrm>
            <a:off x="6487580" y="5703307"/>
            <a:ext cx="4786037" cy="0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51C7F2D-D4F4-88BC-E52C-095F61A7EF6B}"/>
              </a:ext>
            </a:extLst>
          </p:cNvPr>
          <p:cNvSpPr txBox="1"/>
          <p:nvPr/>
        </p:nvSpPr>
        <p:spPr>
          <a:xfrm>
            <a:off x="6487579" y="5776723"/>
            <a:ext cx="4786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Organic only — zero paid acquisition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205B7121-0163-C490-5D86-45B328E4EB0B}"/>
              </a:ext>
            </a:extLst>
          </p:cNvPr>
          <p:cNvSpPr/>
          <p:nvPr/>
        </p:nvSpPr>
        <p:spPr>
          <a:xfrm>
            <a:off x="6487579" y="5395530"/>
            <a:ext cx="488070" cy="182240"/>
          </a:xfrm>
          <a:prstGeom prst="round2SameRect">
            <a:avLst>
              <a:gd name="adj1" fmla="val 35024"/>
              <a:gd name="adj2" fmla="val 0"/>
            </a:avLst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64D02B26-1198-5E01-5C90-6106B96B9BBA}"/>
              </a:ext>
            </a:extLst>
          </p:cNvPr>
          <p:cNvSpPr/>
          <p:nvPr/>
        </p:nvSpPr>
        <p:spPr>
          <a:xfrm>
            <a:off x="7101574" y="5334000"/>
            <a:ext cx="488070" cy="243769"/>
          </a:xfrm>
          <a:prstGeom prst="round2SameRect">
            <a:avLst>
              <a:gd name="adj1" fmla="val 30391"/>
              <a:gd name="adj2" fmla="val 0"/>
            </a:avLst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 Same Side Corner Rectangle 30">
            <a:extLst>
              <a:ext uri="{FF2B5EF4-FFF2-40B4-BE49-F238E27FC236}">
                <a16:creationId xmlns:a16="http://schemas.microsoft.com/office/drawing/2014/main" id="{E06B062B-8F30-5CE9-4614-8FC2BC634F85}"/>
              </a:ext>
            </a:extLst>
          </p:cNvPr>
          <p:cNvSpPr/>
          <p:nvPr/>
        </p:nvSpPr>
        <p:spPr>
          <a:xfrm>
            <a:off x="7715569" y="5219551"/>
            <a:ext cx="488070" cy="358219"/>
          </a:xfrm>
          <a:prstGeom prst="round2SameRect">
            <a:avLst>
              <a:gd name="adj1" fmla="val 22893"/>
              <a:gd name="adj2" fmla="val 0"/>
            </a:avLst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1191B612-3165-C5BE-41C0-E1896FFE0A3A}"/>
              </a:ext>
            </a:extLst>
          </p:cNvPr>
          <p:cNvSpPr/>
          <p:nvPr/>
        </p:nvSpPr>
        <p:spPr>
          <a:xfrm>
            <a:off x="8329564" y="5116105"/>
            <a:ext cx="488070" cy="461665"/>
          </a:xfrm>
          <a:prstGeom prst="round2Same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41839034-AB07-2BC0-0B0B-8045BAAE19A7}"/>
              </a:ext>
            </a:extLst>
          </p:cNvPr>
          <p:cNvSpPr/>
          <p:nvPr/>
        </p:nvSpPr>
        <p:spPr>
          <a:xfrm>
            <a:off x="8943559" y="4937762"/>
            <a:ext cx="488070" cy="640008"/>
          </a:xfrm>
          <a:prstGeom prst="round2Same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F0C9EACC-EF4C-D8B7-05F5-C0403CD27B0F}"/>
              </a:ext>
            </a:extLst>
          </p:cNvPr>
          <p:cNvSpPr/>
          <p:nvPr/>
        </p:nvSpPr>
        <p:spPr>
          <a:xfrm>
            <a:off x="9557555" y="4732408"/>
            <a:ext cx="488070" cy="845362"/>
          </a:xfrm>
          <a:prstGeom prst="round2Same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 Same Side Corner Rectangle 35">
            <a:extLst>
              <a:ext uri="{FF2B5EF4-FFF2-40B4-BE49-F238E27FC236}">
                <a16:creationId xmlns:a16="http://schemas.microsoft.com/office/drawing/2014/main" id="{7B35997D-4E65-7C7B-2310-854614E44037}"/>
              </a:ext>
            </a:extLst>
          </p:cNvPr>
          <p:cNvSpPr/>
          <p:nvPr/>
        </p:nvSpPr>
        <p:spPr>
          <a:xfrm>
            <a:off x="10171550" y="4473560"/>
            <a:ext cx="488070" cy="1104210"/>
          </a:xfrm>
          <a:prstGeom prst="round2Same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 Same Side Corner Rectangle 36">
            <a:extLst>
              <a:ext uri="{FF2B5EF4-FFF2-40B4-BE49-F238E27FC236}">
                <a16:creationId xmlns:a16="http://schemas.microsoft.com/office/drawing/2014/main" id="{869E5C2F-4EE3-1777-5588-FC726F7FFA88}"/>
              </a:ext>
            </a:extLst>
          </p:cNvPr>
          <p:cNvSpPr/>
          <p:nvPr/>
        </p:nvSpPr>
        <p:spPr>
          <a:xfrm>
            <a:off x="10785545" y="4133754"/>
            <a:ext cx="488070" cy="1444016"/>
          </a:xfrm>
          <a:prstGeom prst="round2SameRect">
            <a:avLst/>
          </a:prstGeom>
          <a:gradFill flip="none" rotWithShape="1">
            <a:gsLst>
              <a:gs pos="0">
                <a:schemeClr val="bg1">
                  <a:alpha val="80000"/>
                </a:schemeClr>
              </a:gs>
              <a:gs pos="99000">
                <a:schemeClr val="bg1">
                  <a:alpha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EE327E-69E3-4A13-8919-267ECAD7A0BF}"/>
              </a:ext>
            </a:extLst>
          </p:cNvPr>
          <p:cNvCxnSpPr>
            <a:cxnSpLocks/>
          </p:cNvCxnSpPr>
          <p:nvPr/>
        </p:nvCxnSpPr>
        <p:spPr>
          <a:xfrm flipV="1">
            <a:off x="6712772" y="3791844"/>
            <a:ext cx="4072773" cy="1323399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Graphic 5">
            <a:extLst>
              <a:ext uri="{FF2B5EF4-FFF2-40B4-BE49-F238E27FC236}">
                <a16:creationId xmlns:a16="http://schemas.microsoft.com/office/drawing/2014/main" id="{DF26F575-9DDB-F4BF-A8ED-683DC0F8E091}"/>
              </a:ext>
            </a:extLst>
          </p:cNvPr>
          <p:cNvSpPr/>
          <p:nvPr/>
        </p:nvSpPr>
        <p:spPr>
          <a:xfrm>
            <a:off x="6631569" y="3728942"/>
            <a:ext cx="238125" cy="200025"/>
          </a:xfrm>
          <a:custGeom>
            <a:avLst/>
            <a:gdLst>
              <a:gd name="csX0" fmla="*/ 238125 w 238125"/>
              <a:gd name="csY0" fmla="*/ 195263 h 200025"/>
              <a:gd name="csX1" fmla="*/ 236731 w 238125"/>
              <a:gd name="csY1" fmla="*/ 198631 h 200025"/>
              <a:gd name="csX2" fmla="*/ 233363 w 238125"/>
              <a:gd name="csY2" fmla="*/ 200025 h 200025"/>
              <a:gd name="csX3" fmla="*/ 4763 w 238125"/>
              <a:gd name="csY3" fmla="*/ 200025 h 200025"/>
              <a:gd name="csX4" fmla="*/ 1395 w 238125"/>
              <a:gd name="csY4" fmla="*/ 198631 h 200025"/>
              <a:gd name="csX5" fmla="*/ 0 w 238125"/>
              <a:gd name="csY5" fmla="*/ 195263 h 200025"/>
              <a:gd name="csX6" fmla="*/ 0 w 238125"/>
              <a:gd name="csY6" fmla="*/ 4763 h 200025"/>
              <a:gd name="csX7" fmla="*/ 1395 w 238125"/>
              <a:gd name="csY7" fmla="*/ 1395 h 200025"/>
              <a:gd name="csX8" fmla="*/ 4763 w 238125"/>
              <a:gd name="csY8" fmla="*/ 0 h 200025"/>
              <a:gd name="csX9" fmla="*/ 8130 w 238125"/>
              <a:gd name="csY9" fmla="*/ 1395 h 200025"/>
              <a:gd name="csX10" fmla="*/ 9525 w 238125"/>
              <a:gd name="csY10" fmla="*/ 4763 h 200025"/>
              <a:gd name="csX11" fmla="*/ 9525 w 238125"/>
              <a:gd name="csY11" fmla="*/ 145661 h 200025"/>
              <a:gd name="csX12" fmla="*/ 77593 w 238125"/>
              <a:gd name="csY12" fmla="*/ 77593 h 200025"/>
              <a:gd name="csX13" fmla="*/ 79138 w 238125"/>
              <a:gd name="csY13" fmla="*/ 76559 h 200025"/>
              <a:gd name="csX14" fmla="*/ 80963 w 238125"/>
              <a:gd name="csY14" fmla="*/ 76196 h 200025"/>
              <a:gd name="csX15" fmla="*/ 82787 w 238125"/>
              <a:gd name="csY15" fmla="*/ 76559 h 200025"/>
              <a:gd name="csX16" fmla="*/ 84332 w 238125"/>
              <a:gd name="csY16" fmla="*/ 77593 h 200025"/>
              <a:gd name="csX17" fmla="*/ 119063 w 238125"/>
              <a:gd name="csY17" fmla="*/ 112324 h 200025"/>
              <a:gd name="csX18" fmla="*/ 193286 w 238125"/>
              <a:gd name="csY18" fmla="*/ 38100 h 200025"/>
              <a:gd name="csX19" fmla="*/ 157163 w 238125"/>
              <a:gd name="csY19" fmla="*/ 38100 h 200025"/>
              <a:gd name="csX20" fmla="*/ 153794 w 238125"/>
              <a:gd name="csY20" fmla="*/ 36705 h 200025"/>
              <a:gd name="csX21" fmla="*/ 152400 w 238125"/>
              <a:gd name="csY21" fmla="*/ 33338 h 200025"/>
              <a:gd name="csX22" fmla="*/ 153794 w 238125"/>
              <a:gd name="csY22" fmla="*/ 29970 h 200025"/>
              <a:gd name="csX23" fmla="*/ 157163 w 238125"/>
              <a:gd name="csY23" fmla="*/ 28575 h 200025"/>
              <a:gd name="csX24" fmla="*/ 204788 w 238125"/>
              <a:gd name="csY24" fmla="*/ 28575 h 200025"/>
              <a:gd name="csX25" fmla="*/ 208156 w 238125"/>
              <a:gd name="csY25" fmla="*/ 29970 h 200025"/>
              <a:gd name="csX26" fmla="*/ 209550 w 238125"/>
              <a:gd name="csY26" fmla="*/ 33338 h 200025"/>
              <a:gd name="csX27" fmla="*/ 209550 w 238125"/>
              <a:gd name="csY27" fmla="*/ 80963 h 200025"/>
              <a:gd name="csX28" fmla="*/ 208156 w 238125"/>
              <a:gd name="csY28" fmla="*/ 84331 h 200025"/>
              <a:gd name="csX29" fmla="*/ 204788 w 238125"/>
              <a:gd name="csY29" fmla="*/ 85725 h 200025"/>
              <a:gd name="csX30" fmla="*/ 201419 w 238125"/>
              <a:gd name="csY30" fmla="*/ 84331 h 200025"/>
              <a:gd name="csX31" fmla="*/ 200025 w 238125"/>
              <a:gd name="csY31" fmla="*/ 80963 h 200025"/>
              <a:gd name="csX32" fmla="*/ 200025 w 238125"/>
              <a:gd name="csY32" fmla="*/ 44839 h 200025"/>
              <a:gd name="csX33" fmla="*/ 122432 w 238125"/>
              <a:gd name="csY33" fmla="*/ 122432 h 200025"/>
              <a:gd name="csX34" fmla="*/ 120887 w 238125"/>
              <a:gd name="csY34" fmla="*/ 123466 h 200025"/>
              <a:gd name="csX35" fmla="*/ 119063 w 238125"/>
              <a:gd name="csY35" fmla="*/ 123829 h 200025"/>
              <a:gd name="csX36" fmla="*/ 117238 w 238125"/>
              <a:gd name="csY36" fmla="*/ 123466 h 200025"/>
              <a:gd name="csX37" fmla="*/ 115693 w 238125"/>
              <a:gd name="csY37" fmla="*/ 122432 h 200025"/>
              <a:gd name="csX38" fmla="*/ 80963 w 238125"/>
              <a:gd name="csY38" fmla="*/ 87701 h 200025"/>
              <a:gd name="csX39" fmla="*/ 9525 w 238125"/>
              <a:gd name="csY39" fmla="*/ 159139 h 200025"/>
              <a:gd name="csX40" fmla="*/ 9525 w 238125"/>
              <a:gd name="csY40" fmla="*/ 190500 h 200025"/>
              <a:gd name="csX41" fmla="*/ 233363 w 238125"/>
              <a:gd name="csY41" fmla="*/ 190500 h 200025"/>
              <a:gd name="csX42" fmla="*/ 236731 w 238125"/>
              <a:gd name="csY42" fmla="*/ 191894 h 200025"/>
              <a:gd name="csX43" fmla="*/ 238125 w 238125"/>
              <a:gd name="csY43" fmla="*/ 195263 h 20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238125" h="200025">
                <a:moveTo>
                  <a:pt x="238125" y="195263"/>
                </a:moveTo>
                <a:cubicBezTo>
                  <a:pt x="238125" y="196526"/>
                  <a:pt x="237623" y="197737"/>
                  <a:pt x="236731" y="198631"/>
                </a:cubicBezTo>
                <a:cubicBezTo>
                  <a:pt x="235837" y="199523"/>
                  <a:pt x="234626" y="200025"/>
                  <a:pt x="233363" y="200025"/>
                </a:cubicBezTo>
                <a:lnTo>
                  <a:pt x="4763" y="200025"/>
                </a:lnTo>
                <a:cubicBezTo>
                  <a:pt x="3499" y="200025"/>
                  <a:pt x="2288" y="199523"/>
                  <a:pt x="1395" y="198631"/>
                </a:cubicBezTo>
                <a:cubicBezTo>
                  <a:pt x="502" y="197737"/>
                  <a:pt x="0" y="196526"/>
                  <a:pt x="0" y="195263"/>
                </a:cubicBezTo>
                <a:lnTo>
                  <a:pt x="0" y="4763"/>
                </a:lnTo>
                <a:cubicBezTo>
                  <a:pt x="0" y="3499"/>
                  <a:pt x="502" y="2288"/>
                  <a:pt x="1395" y="1395"/>
                </a:cubicBezTo>
                <a:cubicBezTo>
                  <a:pt x="2288" y="502"/>
                  <a:pt x="3499" y="0"/>
                  <a:pt x="4763" y="0"/>
                </a:cubicBezTo>
                <a:cubicBezTo>
                  <a:pt x="6026" y="0"/>
                  <a:pt x="7237" y="502"/>
                  <a:pt x="8130" y="1395"/>
                </a:cubicBezTo>
                <a:cubicBezTo>
                  <a:pt x="9023" y="2288"/>
                  <a:pt x="9525" y="3499"/>
                  <a:pt x="9525" y="4763"/>
                </a:cubicBezTo>
                <a:lnTo>
                  <a:pt x="9525" y="145661"/>
                </a:lnTo>
                <a:lnTo>
                  <a:pt x="77593" y="77593"/>
                </a:lnTo>
                <a:cubicBezTo>
                  <a:pt x="78035" y="77151"/>
                  <a:pt x="78560" y="76799"/>
                  <a:pt x="79138" y="76559"/>
                </a:cubicBezTo>
                <a:cubicBezTo>
                  <a:pt x="79717" y="76320"/>
                  <a:pt x="80337" y="76196"/>
                  <a:pt x="80963" y="76196"/>
                </a:cubicBezTo>
                <a:cubicBezTo>
                  <a:pt x="81588" y="76196"/>
                  <a:pt x="82208" y="76320"/>
                  <a:pt x="82787" y="76559"/>
                </a:cubicBezTo>
                <a:cubicBezTo>
                  <a:pt x="83365" y="76799"/>
                  <a:pt x="83890" y="77151"/>
                  <a:pt x="84332" y="77593"/>
                </a:cubicBezTo>
                <a:lnTo>
                  <a:pt x="119063" y="112324"/>
                </a:lnTo>
                <a:lnTo>
                  <a:pt x="193286" y="38100"/>
                </a:lnTo>
                <a:lnTo>
                  <a:pt x="157163" y="38100"/>
                </a:lnTo>
                <a:cubicBezTo>
                  <a:pt x="155899" y="38100"/>
                  <a:pt x="154688" y="37598"/>
                  <a:pt x="153794" y="36705"/>
                </a:cubicBezTo>
                <a:cubicBezTo>
                  <a:pt x="152902" y="35812"/>
                  <a:pt x="152400" y="34601"/>
                  <a:pt x="152400" y="33338"/>
                </a:cubicBezTo>
                <a:cubicBezTo>
                  <a:pt x="152400" y="32074"/>
                  <a:pt x="152902" y="30863"/>
                  <a:pt x="153794" y="29970"/>
                </a:cubicBezTo>
                <a:cubicBezTo>
                  <a:pt x="154688" y="29077"/>
                  <a:pt x="155899" y="28575"/>
                  <a:pt x="157163" y="28575"/>
                </a:cubicBezTo>
                <a:lnTo>
                  <a:pt x="204788" y="28575"/>
                </a:lnTo>
                <a:cubicBezTo>
                  <a:pt x="206051" y="28575"/>
                  <a:pt x="207262" y="29077"/>
                  <a:pt x="208156" y="29970"/>
                </a:cubicBezTo>
                <a:cubicBezTo>
                  <a:pt x="209048" y="30863"/>
                  <a:pt x="209550" y="32074"/>
                  <a:pt x="209550" y="33338"/>
                </a:cubicBezTo>
                <a:lnTo>
                  <a:pt x="209550" y="80963"/>
                </a:lnTo>
                <a:cubicBezTo>
                  <a:pt x="209550" y="82226"/>
                  <a:pt x="209048" y="83437"/>
                  <a:pt x="208156" y="84331"/>
                </a:cubicBezTo>
                <a:cubicBezTo>
                  <a:pt x="207262" y="85223"/>
                  <a:pt x="206051" y="85725"/>
                  <a:pt x="204788" y="85725"/>
                </a:cubicBezTo>
                <a:cubicBezTo>
                  <a:pt x="203524" y="85725"/>
                  <a:pt x="202313" y="85223"/>
                  <a:pt x="201419" y="84331"/>
                </a:cubicBezTo>
                <a:cubicBezTo>
                  <a:pt x="200527" y="83437"/>
                  <a:pt x="200025" y="82226"/>
                  <a:pt x="200025" y="80963"/>
                </a:cubicBezTo>
                <a:lnTo>
                  <a:pt x="200025" y="44839"/>
                </a:lnTo>
                <a:lnTo>
                  <a:pt x="122432" y="122432"/>
                </a:lnTo>
                <a:cubicBezTo>
                  <a:pt x="121990" y="122874"/>
                  <a:pt x="121465" y="123226"/>
                  <a:pt x="120887" y="123466"/>
                </a:cubicBezTo>
                <a:cubicBezTo>
                  <a:pt x="120308" y="123705"/>
                  <a:pt x="119688" y="123829"/>
                  <a:pt x="119063" y="123829"/>
                </a:cubicBezTo>
                <a:cubicBezTo>
                  <a:pt x="118437" y="123829"/>
                  <a:pt x="117817" y="123705"/>
                  <a:pt x="117238" y="123466"/>
                </a:cubicBezTo>
                <a:cubicBezTo>
                  <a:pt x="116660" y="123226"/>
                  <a:pt x="116135" y="122874"/>
                  <a:pt x="115693" y="122432"/>
                </a:cubicBezTo>
                <a:lnTo>
                  <a:pt x="80963" y="87701"/>
                </a:lnTo>
                <a:lnTo>
                  <a:pt x="9525" y="159139"/>
                </a:lnTo>
                <a:lnTo>
                  <a:pt x="9525" y="190500"/>
                </a:lnTo>
                <a:lnTo>
                  <a:pt x="233363" y="190500"/>
                </a:lnTo>
                <a:cubicBezTo>
                  <a:pt x="234626" y="190500"/>
                  <a:pt x="235837" y="191002"/>
                  <a:pt x="236731" y="191894"/>
                </a:cubicBezTo>
                <a:cubicBezTo>
                  <a:pt x="237623" y="192788"/>
                  <a:pt x="238125" y="193999"/>
                  <a:pt x="238125" y="19526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77CF4DF-D2A8-DD9E-C8C4-EC13EF746F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499A731D-3FCC-FA08-3483-84F648AB5D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385888"/>
            <a:ext cx="10944224" cy="1094422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C92BCC-AAA1-997E-97CE-23D6C6F8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1238197"/>
          </a:xfrm>
        </p:spPr>
        <p:txBody>
          <a:bodyPr>
            <a:normAutofit/>
          </a:bodyPr>
          <a:lstStyle/>
          <a:p>
            <a:r>
              <a:rPr lang="en-ID" dirty="0"/>
              <a:t>Realistic. Conservative. </a:t>
            </a:r>
            <a:br>
              <a:rPr lang="en-ID" dirty="0"/>
            </a:br>
            <a:r>
              <a:rPr lang="en-ID" dirty="0"/>
              <a:t>Breakeven at month 18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BB89F6-124C-3DA2-3FE3-765107C3A66B}"/>
              </a:ext>
            </a:extLst>
          </p:cNvPr>
          <p:cNvSpPr/>
          <p:nvPr/>
        </p:nvSpPr>
        <p:spPr>
          <a:xfrm>
            <a:off x="623887" y="1996481"/>
            <a:ext cx="10944226" cy="3135234"/>
          </a:xfrm>
          <a:prstGeom prst="roundRect">
            <a:avLst>
              <a:gd name="adj" fmla="val 1797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8C3DD8-B425-476E-7300-75002369819F}"/>
              </a:ext>
            </a:extLst>
          </p:cNvPr>
          <p:cNvSpPr/>
          <p:nvPr/>
        </p:nvSpPr>
        <p:spPr>
          <a:xfrm>
            <a:off x="623888" y="5378190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1DC351-133D-8CAE-FAD0-FD8F5A71F0DE}"/>
              </a:ext>
            </a:extLst>
          </p:cNvPr>
          <p:cNvSpPr/>
          <p:nvPr/>
        </p:nvSpPr>
        <p:spPr>
          <a:xfrm>
            <a:off x="3412115" y="5378190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D9058D-8D80-89BA-5BB6-313259BDD167}"/>
              </a:ext>
            </a:extLst>
          </p:cNvPr>
          <p:cNvSpPr/>
          <p:nvPr/>
        </p:nvSpPr>
        <p:spPr>
          <a:xfrm>
            <a:off x="6194063" y="5378190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705D39-5A9E-9586-4516-62463544BB62}"/>
              </a:ext>
            </a:extLst>
          </p:cNvPr>
          <p:cNvSpPr/>
          <p:nvPr/>
        </p:nvSpPr>
        <p:spPr>
          <a:xfrm>
            <a:off x="8976012" y="5378190"/>
            <a:ext cx="2579402" cy="8590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98CD2-5398-E960-D7C7-3DDB8E976E1B}"/>
              </a:ext>
            </a:extLst>
          </p:cNvPr>
          <p:cNvSpPr txBox="1"/>
          <p:nvPr/>
        </p:nvSpPr>
        <p:spPr>
          <a:xfrm>
            <a:off x="798343" y="5481954"/>
            <a:ext cx="22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85%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35828-B35F-6AE6-8B5E-7DCCAB54C758}"/>
              </a:ext>
            </a:extLst>
          </p:cNvPr>
          <p:cNvSpPr txBox="1"/>
          <p:nvPr/>
        </p:nvSpPr>
        <p:spPr>
          <a:xfrm>
            <a:off x="798343" y="5843680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Gross margin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B1F20-DC79-A390-B7B2-6257DA851ACE}"/>
              </a:ext>
            </a:extLst>
          </p:cNvPr>
          <p:cNvSpPr txBox="1"/>
          <p:nvPr/>
        </p:nvSpPr>
        <p:spPr>
          <a:xfrm>
            <a:off x="3580731" y="5481954"/>
            <a:ext cx="22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15%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77898-F1A9-E2A6-76FA-213E98D0D6B0}"/>
              </a:ext>
            </a:extLst>
          </p:cNvPr>
          <p:cNvSpPr txBox="1"/>
          <p:nvPr/>
        </p:nvSpPr>
        <p:spPr>
          <a:xfrm>
            <a:off x="3580731" y="5843680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MoM growth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1E889-4402-65CF-E272-AC50E35E6FFE}"/>
              </a:ext>
            </a:extLst>
          </p:cNvPr>
          <p:cNvSpPr txBox="1"/>
          <p:nvPr/>
        </p:nvSpPr>
        <p:spPr>
          <a:xfrm>
            <a:off x="6336994" y="5481954"/>
            <a:ext cx="22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4 Month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D971A-28B0-A6DD-2B14-246AD9EF1121}"/>
              </a:ext>
            </a:extLst>
          </p:cNvPr>
          <p:cNvSpPr txBox="1"/>
          <p:nvPr/>
        </p:nvSpPr>
        <p:spPr>
          <a:xfrm>
            <a:off x="6336994" y="5843680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CAC payback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195B9-4FF4-CAC4-0245-0E6B498B8AD9}"/>
              </a:ext>
            </a:extLst>
          </p:cNvPr>
          <p:cNvSpPr txBox="1"/>
          <p:nvPr/>
        </p:nvSpPr>
        <p:spPr>
          <a:xfrm>
            <a:off x="9125914" y="5481954"/>
            <a:ext cx="22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$2k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8C305-A4D8-F2CB-40E1-E0A19E7574A3}"/>
              </a:ext>
            </a:extLst>
          </p:cNvPr>
          <p:cNvSpPr txBox="1"/>
          <p:nvPr/>
        </p:nvSpPr>
        <p:spPr>
          <a:xfrm>
            <a:off x="9125914" y="5843680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avg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ARR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BBF55-DEB2-E00B-A357-20EB317211B7}"/>
              </a:ext>
            </a:extLst>
          </p:cNvPr>
          <p:cNvSpPr txBox="1"/>
          <p:nvPr/>
        </p:nvSpPr>
        <p:spPr>
          <a:xfrm>
            <a:off x="2471215" y="4633066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Year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85D01-D289-1FCE-5138-5D41C43CF0A2}"/>
              </a:ext>
            </a:extLst>
          </p:cNvPr>
          <p:cNvSpPr txBox="1"/>
          <p:nvPr/>
        </p:nvSpPr>
        <p:spPr>
          <a:xfrm>
            <a:off x="5491442" y="4633066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Year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1E3D1-1718-03D6-2439-26D7DDB827C3}"/>
              </a:ext>
            </a:extLst>
          </p:cNvPr>
          <p:cNvSpPr txBox="1"/>
          <p:nvPr/>
        </p:nvSpPr>
        <p:spPr>
          <a:xfrm>
            <a:off x="8461396" y="4633066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Year 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4C91B2-1E70-A2A7-7419-69A653C148E6}"/>
              </a:ext>
            </a:extLst>
          </p:cNvPr>
          <p:cNvCxnSpPr>
            <a:cxnSpLocks/>
          </p:cNvCxnSpPr>
          <p:nvPr/>
        </p:nvCxnSpPr>
        <p:spPr>
          <a:xfrm>
            <a:off x="1520042" y="4516721"/>
            <a:ext cx="8859634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AC698B-7F49-DE68-DC85-756624AA6A46}"/>
              </a:ext>
            </a:extLst>
          </p:cNvPr>
          <p:cNvSpPr txBox="1"/>
          <p:nvPr/>
        </p:nvSpPr>
        <p:spPr>
          <a:xfrm>
            <a:off x="10379676" y="4148123"/>
            <a:ext cx="1003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Breakeven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24D23-8DC8-C3FF-10B7-3C781E9B049D}"/>
              </a:ext>
            </a:extLst>
          </p:cNvPr>
          <p:cNvSpPr txBox="1"/>
          <p:nvPr/>
        </p:nvSpPr>
        <p:spPr>
          <a:xfrm>
            <a:off x="839637" y="4372870"/>
            <a:ext cx="534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$0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6C8CC1-355A-04BA-F3CE-905A0B4BFF3F}"/>
              </a:ext>
            </a:extLst>
          </p:cNvPr>
          <p:cNvCxnSpPr>
            <a:cxnSpLocks/>
          </p:cNvCxnSpPr>
          <p:nvPr/>
        </p:nvCxnSpPr>
        <p:spPr>
          <a:xfrm>
            <a:off x="1520042" y="4014830"/>
            <a:ext cx="8859634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339E39-09A6-49F7-166B-CAF582562787}"/>
              </a:ext>
            </a:extLst>
          </p:cNvPr>
          <p:cNvSpPr txBox="1"/>
          <p:nvPr/>
        </p:nvSpPr>
        <p:spPr>
          <a:xfrm>
            <a:off x="839637" y="3870979"/>
            <a:ext cx="534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$1M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34F9E7-1553-5BA4-539C-7D3A4D782866}"/>
              </a:ext>
            </a:extLst>
          </p:cNvPr>
          <p:cNvCxnSpPr>
            <a:cxnSpLocks/>
          </p:cNvCxnSpPr>
          <p:nvPr/>
        </p:nvCxnSpPr>
        <p:spPr>
          <a:xfrm>
            <a:off x="1520042" y="3512939"/>
            <a:ext cx="8859634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626AD3-1BB0-811F-71A9-A8A6489F4261}"/>
              </a:ext>
            </a:extLst>
          </p:cNvPr>
          <p:cNvSpPr txBox="1"/>
          <p:nvPr/>
        </p:nvSpPr>
        <p:spPr>
          <a:xfrm>
            <a:off x="839637" y="3369088"/>
            <a:ext cx="534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$2M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8B79D6-6220-13D9-43DE-14D3312A1DEC}"/>
              </a:ext>
            </a:extLst>
          </p:cNvPr>
          <p:cNvCxnSpPr>
            <a:cxnSpLocks/>
          </p:cNvCxnSpPr>
          <p:nvPr/>
        </p:nvCxnSpPr>
        <p:spPr>
          <a:xfrm>
            <a:off x="1520042" y="3011048"/>
            <a:ext cx="8859634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2706BF-F0BB-2799-E289-7E6587C169DE}"/>
              </a:ext>
            </a:extLst>
          </p:cNvPr>
          <p:cNvSpPr txBox="1"/>
          <p:nvPr/>
        </p:nvSpPr>
        <p:spPr>
          <a:xfrm>
            <a:off x="839637" y="2867197"/>
            <a:ext cx="534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$3M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6BF2C2-D754-C8CB-4939-486F5E02573D}"/>
              </a:ext>
            </a:extLst>
          </p:cNvPr>
          <p:cNvCxnSpPr>
            <a:cxnSpLocks/>
          </p:cNvCxnSpPr>
          <p:nvPr/>
        </p:nvCxnSpPr>
        <p:spPr>
          <a:xfrm>
            <a:off x="1520042" y="2509157"/>
            <a:ext cx="8859634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23C97D-7CC6-8997-C8FA-B2E043A9889B}"/>
              </a:ext>
            </a:extLst>
          </p:cNvPr>
          <p:cNvSpPr txBox="1"/>
          <p:nvPr/>
        </p:nvSpPr>
        <p:spPr>
          <a:xfrm>
            <a:off x="839637" y="2365306"/>
            <a:ext cx="534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$4M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85F09A-5957-E241-7C19-38FB7C867585}"/>
              </a:ext>
            </a:extLst>
          </p:cNvPr>
          <p:cNvCxnSpPr>
            <a:cxnSpLocks/>
          </p:cNvCxnSpPr>
          <p:nvPr/>
        </p:nvCxnSpPr>
        <p:spPr>
          <a:xfrm>
            <a:off x="1520042" y="4286622"/>
            <a:ext cx="885963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10280DE9-F75C-A93D-DF08-4574A25C6F85}"/>
              </a:ext>
            </a:extLst>
          </p:cNvPr>
          <p:cNvSpPr/>
          <p:nvPr/>
        </p:nvSpPr>
        <p:spPr>
          <a:xfrm>
            <a:off x="1953003" y="4014830"/>
            <a:ext cx="1910591" cy="503875"/>
          </a:xfrm>
          <a:prstGeom prst="round2SameRect">
            <a:avLst>
              <a:gd name="adj1" fmla="val 30703"/>
              <a:gd name="adj2" fmla="val 0"/>
            </a:avLst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99000">
                <a:schemeClr val="tx1">
                  <a:lumMod val="85000"/>
                  <a:lumOff val="15000"/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A1E5BF56-3A75-D676-2138-150C1197A321}"/>
              </a:ext>
            </a:extLst>
          </p:cNvPr>
          <p:cNvSpPr/>
          <p:nvPr/>
        </p:nvSpPr>
        <p:spPr>
          <a:xfrm>
            <a:off x="4948093" y="3512940"/>
            <a:ext cx="1910591" cy="1005766"/>
          </a:xfrm>
          <a:prstGeom prst="round2SameRect">
            <a:avLst>
              <a:gd name="adj1" fmla="val 12751"/>
              <a:gd name="adj2" fmla="val 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99000">
                <a:schemeClr val="tx1">
                  <a:lumMod val="65000"/>
                  <a:lumOff val="35000"/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 Same Side Corner Rectangle 35">
            <a:extLst>
              <a:ext uri="{FF2B5EF4-FFF2-40B4-BE49-F238E27FC236}">
                <a16:creationId xmlns:a16="http://schemas.microsoft.com/office/drawing/2014/main" id="{FB6473D8-EF7A-8EE1-53CD-D4795143DD9F}"/>
              </a:ext>
            </a:extLst>
          </p:cNvPr>
          <p:cNvSpPr/>
          <p:nvPr/>
        </p:nvSpPr>
        <p:spPr>
          <a:xfrm>
            <a:off x="7943184" y="2755633"/>
            <a:ext cx="1910591" cy="1762374"/>
          </a:xfrm>
          <a:prstGeom prst="round2SameRect">
            <a:avLst>
              <a:gd name="adj1" fmla="val 7094"/>
              <a:gd name="adj2" fmla="val 0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99000">
                <a:schemeClr val="bg1">
                  <a:lumMod val="75000"/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14F875-CED7-9C6C-97F4-A852D6E9DEAD}"/>
              </a:ext>
            </a:extLst>
          </p:cNvPr>
          <p:cNvSpPr txBox="1"/>
          <p:nvPr/>
        </p:nvSpPr>
        <p:spPr>
          <a:xfrm>
            <a:off x="2443535" y="4085640"/>
            <a:ext cx="929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$1M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A56BA3-6A9A-F9D0-A5E9-17847C8ACA84}"/>
              </a:ext>
            </a:extLst>
          </p:cNvPr>
          <p:cNvSpPr txBox="1"/>
          <p:nvPr/>
        </p:nvSpPr>
        <p:spPr>
          <a:xfrm>
            <a:off x="5438625" y="3802930"/>
            <a:ext cx="92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$2</a:t>
            </a:r>
            <a:r>
              <a:rPr lang="en-ID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</a:t>
            </a:r>
            <a:endParaRPr lang="en-US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EDBE28-868D-CF59-C486-328930AA5993}"/>
              </a:ext>
            </a:extLst>
          </p:cNvPr>
          <p:cNvSpPr txBox="1"/>
          <p:nvPr/>
        </p:nvSpPr>
        <p:spPr>
          <a:xfrm>
            <a:off x="8307251" y="3405988"/>
            <a:ext cx="118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$3.5</a:t>
            </a:r>
            <a:r>
              <a:rPr lang="en-ID" sz="2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</a:t>
            </a:r>
            <a:endParaRPr lang="en-US" sz="2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29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9FB02776-D621-D629-5ED6-BD9C46E56C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33" y="-2782601"/>
            <a:ext cx="10944224" cy="1094422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F15B1C-69B6-0941-DED6-01A0B81F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We occupy a space no one else does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9F9E35-6E89-0082-05C4-1C6F2891E509}"/>
              </a:ext>
            </a:extLst>
          </p:cNvPr>
          <p:cNvSpPr/>
          <p:nvPr/>
        </p:nvSpPr>
        <p:spPr>
          <a:xfrm>
            <a:off x="623887" y="1633728"/>
            <a:ext cx="10944226" cy="4188935"/>
          </a:xfrm>
          <a:prstGeom prst="roundRect">
            <a:avLst>
              <a:gd name="adj" fmla="val 907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6240B1-4091-B431-AFC0-F3E97C34706A}"/>
              </a:ext>
            </a:extLst>
          </p:cNvPr>
          <p:cNvSpPr/>
          <p:nvPr/>
        </p:nvSpPr>
        <p:spPr>
          <a:xfrm>
            <a:off x="8484260" y="2394620"/>
            <a:ext cx="695594" cy="69559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026B6A-6800-986B-7951-0B4C9A0B4EA8}"/>
              </a:ext>
            </a:extLst>
          </p:cNvPr>
          <p:cNvGrpSpPr/>
          <p:nvPr/>
        </p:nvGrpSpPr>
        <p:grpSpPr>
          <a:xfrm>
            <a:off x="8671952" y="2582311"/>
            <a:ext cx="320210" cy="320210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5D2C368-4BFE-2924-2508-856FD40ED38A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D474C05-72D5-FEE3-526F-46F04FDB0A50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A5CDD21-BA7D-A799-CB6F-CAC92EA2288C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2207B7-7854-2100-641F-BD9785699758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33AF7B3-2DFC-6F3D-3B2B-C6C375EB7765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15536FA-53FE-A633-7943-536E8C5E7770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11C9ABB-EDDD-904B-1C33-9C5A09752755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93D69CE-7A2B-2DC2-2597-8F890774A589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1DCE8F-0282-BE54-CEA7-8784BBFB2BA3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623887" y="3728196"/>
            <a:ext cx="109442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24D4A1-D5C2-9D0D-5054-3E8F72146BAE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6096000" y="1633728"/>
            <a:ext cx="0" cy="418893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DA7BB13-A52A-2582-38C7-D16DCA8E49FB}"/>
              </a:ext>
            </a:extLst>
          </p:cNvPr>
          <p:cNvSpPr/>
          <p:nvPr/>
        </p:nvSpPr>
        <p:spPr>
          <a:xfrm>
            <a:off x="1953395" y="4407732"/>
            <a:ext cx="578814" cy="57881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F8581C-AF48-26BC-FB3E-5382F72C77A9}"/>
              </a:ext>
            </a:extLst>
          </p:cNvPr>
          <p:cNvSpPr/>
          <p:nvPr/>
        </p:nvSpPr>
        <p:spPr>
          <a:xfrm>
            <a:off x="3901583" y="4057135"/>
            <a:ext cx="578814" cy="57881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85A562-F74E-67F0-4FA6-56FEEF711289}"/>
              </a:ext>
            </a:extLst>
          </p:cNvPr>
          <p:cNvSpPr txBox="1"/>
          <p:nvPr/>
        </p:nvSpPr>
        <p:spPr>
          <a:xfrm>
            <a:off x="1805719" y="5049826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MeetLog</a:t>
            </a:r>
            <a:endParaRPr lang="en-ID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89C68-D867-B9CC-ADB8-47010A406374}"/>
              </a:ext>
            </a:extLst>
          </p:cNvPr>
          <p:cNvSpPr txBox="1"/>
          <p:nvPr/>
        </p:nvSpPr>
        <p:spPr>
          <a:xfrm>
            <a:off x="3747962" y="4699228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Syncly</a:t>
            </a:r>
            <a:endParaRPr lang="en-ID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9311D2-1507-2F97-1B0E-8C7CC3F7C044}"/>
              </a:ext>
            </a:extLst>
          </p:cNvPr>
          <p:cNvSpPr/>
          <p:nvPr/>
        </p:nvSpPr>
        <p:spPr>
          <a:xfrm>
            <a:off x="6920536" y="3996294"/>
            <a:ext cx="578814" cy="57881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071ED6-1107-2D16-7051-01A0109D82ED}"/>
              </a:ext>
            </a:extLst>
          </p:cNvPr>
          <p:cNvSpPr txBox="1"/>
          <p:nvPr/>
        </p:nvSpPr>
        <p:spPr>
          <a:xfrm>
            <a:off x="6766915" y="4638387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Notetron</a:t>
            </a:r>
            <a:endParaRPr lang="en-ID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BE696C-A407-CD3A-5177-0FD8262F9A61}"/>
              </a:ext>
            </a:extLst>
          </p:cNvPr>
          <p:cNvSpPr/>
          <p:nvPr/>
        </p:nvSpPr>
        <p:spPr>
          <a:xfrm>
            <a:off x="8690891" y="4454081"/>
            <a:ext cx="578814" cy="57881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75436-39CE-5F15-6D9F-85C50DDE9302}"/>
              </a:ext>
            </a:extLst>
          </p:cNvPr>
          <p:cNvSpPr txBox="1"/>
          <p:nvPr/>
        </p:nvSpPr>
        <p:spPr>
          <a:xfrm>
            <a:off x="8537270" y="5096174"/>
            <a:ext cx="874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 err="1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Briefr</a:t>
            </a:r>
            <a:endParaRPr lang="en-ID" sz="12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209FC98-4B86-5EC9-F26E-2ED039A3E2EA}"/>
              </a:ext>
            </a:extLst>
          </p:cNvPr>
          <p:cNvSpPr/>
          <p:nvPr/>
        </p:nvSpPr>
        <p:spPr>
          <a:xfrm>
            <a:off x="7661793" y="1867672"/>
            <a:ext cx="2309347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713F42-1D04-2355-4A54-49E38A46589D}"/>
              </a:ext>
            </a:extLst>
          </p:cNvPr>
          <p:cNvSpPr txBox="1"/>
          <p:nvPr/>
        </p:nvSpPr>
        <p:spPr>
          <a:xfrm>
            <a:off x="7766499" y="1908409"/>
            <a:ext cx="209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High ease + High intelligence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8C79F8-B08B-DBFA-76BB-6DF4E0B391AC}"/>
              </a:ext>
            </a:extLst>
          </p:cNvPr>
          <p:cNvSpPr txBox="1"/>
          <p:nvPr/>
        </p:nvSpPr>
        <p:spPr>
          <a:xfrm>
            <a:off x="8393414" y="3109457"/>
            <a:ext cx="874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 err="1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Arc.AI</a:t>
            </a:r>
            <a:endParaRPr lang="en-ID" sz="1400" dirty="0">
              <a:solidFill>
                <a:schemeClr val="bg1">
                  <a:lumMod val="9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29AD1E-D4F7-5660-376E-F7828E787DAC}"/>
              </a:ext>
            </a:extLst>
          </p:cNvPr>
          <p:cNvSpPr txBox="1"/>
          <p:nvPr/>
        </p:nvSpPr>
        <p:spPr>
          <a:xfrm>
            <a:off x="623887" y="5949537"/>
            <a:ext cx="165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Low ease of use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625C7D-BD9F-461A-D328-53901CF877E3}"/>
              </a:ext>
            </a:extLst>
          </p:cNvPr>
          <p:cNvSpPr txBox="1"/>
          <p:nvPr/>
        </p:nvSpPr>
        <p:spPr>
          <a:xfrm>
            <a:off x="5270520" y="5949537"/>
            <a:ext cx="165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Ease of use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669312-8895-DC3F-98CF-8CE672F33887}"/>
              </a:ext>
            </a:extLst>
          </p:cNvPr>
          <p:cNvSpPr txBox="1"/>
          <p:nvPr/>
        </p:nvSpPr>
        <p:spPr>
          <a:xfrm>
            <a:off x="9916477" y="5949537"/>
            <a:ext cx="165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High ease of use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07D89E-E721-F42E-181F-358A2A486E4B}"/>
              </a:ext>
            </a:extLst>
          </p:cNvPr>
          <p:cNvSpPr txBox="1"/>
          <p:nvPr/>
        </p:nvSpPr>
        <p:spPr>
          <a:xfrm>
            <a:off x="259276" y="2676419"/>
            <a:ext cx="369332" cy="21035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High Action intelligence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8779A6A-4820-91CA-2509-B21F7FE2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646" y="4521933"/>
            <a:ext cx="348312" cy="35041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A63E85F-F86A-B2C0-7EE4-223B08E55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849" y="4215400"/>
            <a:ext cx="262282" cy="26228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316DF29-4442-25AA-EE9F-633FB4865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0409" y="4171345"/>
            <a:ext cx="279068" cy="22871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A71E417-AA5B-29E1-5390-66194A0F0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125" y="4590314"/>
            <a:ext cx="306346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7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2253-40A6-CE02-470C-796BD282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536B499-55C0-7D00-9DB6-AE07B6D9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55" y="1158558"/>
            <a:ext cx="6858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9671B5-DC03-20DC-059E-9AA61F70D1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-1398493"/>
            <a:ext cx="10943071" cy="5685316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90CABAB-2224-EFE3-B6F7-1C14ABD2B7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-1398493"/>
            <a:ext cx="10317948" cy="5685316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B2F7A8-94A0-E7EA-5A58-BD1581E2D8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4587740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59E37B9-657E-DE31-ECF3-C067B04C8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4587740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C04F5F-01E7-ACAB-FED0-8C493457F0C7}"/>
              </a:ext>
            </a:extLst>
          </p:cNvPr>
          <p:cNvSpPr txBox="1"/>
          <p:nvPr/>
        </p:nvSpPr>
        <p:spPr>
          <a:xfrm>
            <a:off x="5890938" y="1791091"/>
            <a:ext cx="66053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6000" spc="-300" dirty="0">
                <a:solidFill>
                  <a:schemeClr val="bg1">
                    <a:alpha val="3000"/>
                  </a:schemeClr>
                </a:solidFill>
                <a:effectLst/>
                <a:latin typeface="Space Grotesk Light" pitchFamily="2" charset="77"/>
                <a:ea typeface="Helvetica Neue Light" panose="02000403000000020004" pitchFamily="2" charset="0"/>
                <a:cs typeface="Space Grotesk Light" pitchFamily="2" charset="77"/>
              </a:rPr>
              <a:t>04</a:t>
            </a:r>
            <a:endParaRPr lang="en-US" sz="36000" spc="-300" dirty="0">
              <a:solidFill>
                <a:schemeClr val="bg1">
                  <a:alpha val="3000"/>
                </a:schemeClr>
              </a:solidFill>
              <a:latin typeface="Space Grotesk Light" pitchFamily="2" charset="77"/>
              <a:ea typeface="Helvetica Neue Light" panose="02000403000000020004" pitchFamily="2" charset="0"/>
              <a:cs typeface="Space Grotesk Ligh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38D875-EEF9-2EC4-1557-F9348A27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869182" cy="1810222"/>
          </a:xfrm>
        </p:spPr>
        <p:txBody>
          <a:bodyPr>
            <a:normAutofit/>
          </a:bodyPr>
          <a:lstStyle/>
          <a:p>
            <a:r>
              <a:rPr lang="en-ID" dirty="0"/>
              <a:t>Here's where</a:t>
            </a:r>
            <a:br>
              <a:rPr lang="en-ID" dirty="0"/>
            </a:br>
            <a:r>
              <a:rPr lang="en-ID" dirty="0"/>
              <a:t>you come in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DC6F70-3DF9-71A9-03F1-9CAC6329CE8C}"/>
              </a:ext>
            </a:extLst>
          </p:cNvPr>
          <p:cNvSpPr/>
          <p:nvPr/>
        </p:nvSpPr>
        <p:spPr>
          <a:xfrm>
            <a:off x="8570427" y="3861463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413438-A527-6348-FFB1-0E5B29A73575}"/>
              </a:ext>
            </a:extLst>
          </p:cNvPr>
          <p:cNvGrpSpPr/>
          <p:nvPr/>
        </p:nvGrpSpPr>
        <p:grpSpPr>
          <a:xfrm>
            <a:off x="8925308" y="4216343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B7D3B84-32E0-D6BA-A242-D5FA1C7F9F87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7434F79-525D-163D-8A16-19E2AA0D2141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6CE7D9A-F817-7270-2B0D-906ED5B57131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238CBC3-4346-090A-7CDB-805A768C648D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372F403-9F68-D04D-C354-FBD8260F3F42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0B2E33E-D503-15BB-E84E-4B012AB0F134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7C41A1D-0C80-8615-F62A-E9B3427A19BA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88E6C73-B065-CD6A-CED8-C3C993FE061D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4C774B-BF9B-A9D2-2BBF-4FA87CA8D224}"/>
              </a:ext>
            </a:extLst>
          </p:cNvPr>
          <p:cNvSpPr/>
          <p:nvPr/>
        </p:nvSpPr>
        <p:spPr>
          <a:xfrm>
            <a:off x="628196" y="620713"/>
            <a:ext cx="100819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60C29-67B7-8AFC-8AEE-331B8DADAF9B}"/>
              </a:ext>
            </a:extLst>
          </p:cNvPr>
          <p:cNvSpPr txBox="1"/>
          <p:nvPr/>
        </p:nvSpPr>
        <p:spPr>
          <a:xfrm>
            <a:off x="697423" y="645757"/>
            <a:ext cx="890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Plan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5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241FA79-1CEC-1612-8B53-42F4D029A5E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7509" y="-1756946"/>
            <a:ext cx="10944224" cy="109442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B21FD37-F5E1-393B-E2E7-699D527C829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86" y="-1756946"/>
            <a:ext cx="10944224" cy="1094422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42B9ED-A01F-5332-2A12-F4C27CC1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 clear path from zero to momentum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E487B8-9D68-D5AB-8FBE-CE02F56EE12E}"/>
              </a:ext>
            </a:extLst>
          </p:cNvPr>
          <p:cNvSpPr/>
          <p:nvPr/>
        </p:nvSpPr>
        <p:spPr>
          <a:xfrm>
            <a:off x="623888" y="3433362"/>
            <a:ext cx="3479130" cy="2269395"/>
          </a:xfrm>
          <a:prstGeom prst="roundRect">
            <a:avLst>
              <a:gd name="adj" fmla="val 1797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03933A-7A96-51DA-6633-0FD54096D5E5}"/>
              </a:ext>
            </a:extLst>
          </p:cNvPr>
          <p:cNvSpPr/>
          <p:nvPr/>
        </p:nvSpPr>
        <p:spPr>
          <a:xfrm>
            <a:off x="4347027" y="3433362"/>
            <a:ext cx="3479130" cy="2269395"/>
          </a:xfrm>
          <a:prstGeom prst="roundRect">
            <a:avLst>
              <a:gd name="adj" fmla="val 15878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0E1665-25F7-10C7-A0EB-F9E554A1C630}"/>
              </a:ext>
            </a:extLst>
          </p:cNvPr>
          <p:cNvSpPr/>
          <p:nvPr/>
        </p:nvSpPr>
        <p:spPr>
          <a:xfrm>
            <a:off x="8076283" y="3433362"/>
            <a:ext cx="3479130" cy="2269395"/>
          </a:xfrm>
          <a:prstGeom prst="roundRect">
            <a:avLst>
              <a:gd name="adj" fmla="val 1669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A0EAC6-BDD0-3322-E80D-C3D40DC2DFE9}"/>
              </a:ext>
            </a:extLst>
          </p:cNvPr>
          <p:cNvSpPr/>
          <p:nvPr/>
        </p:nvSpPr>
        <p:spPr>
          <a:xfrm>
            <a:off x="2221538" y="2684735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9072B-FF88-F02D-2AF9-C929FE9980E9}"/>
              </a:ext>
            </a:extLst>
          </p:cNvPr>
          <p:cNvSpPr txBox="1"/>
          <p:nvPr/>
        </p:nvSpPr>
        <p:spPr>
          <a:xfrm>
            <a:off x="1235020" y="2218865"/>
            <a:ext cx="2256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Phase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388AF-D1D3-0726-4BDE-E8B0E7C46781}"/>
              </a:ext>
            </a:extLst>
          </p:cNvPr>
          <p:cNvSpPr txBox="1"/>
          <p:nvPr/>
        </p:nvSpPr>
        <p:spPr>
          <a:xfrm>
            <a:off x="1235020" y="1933857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0–6 months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143B6-862D-7A58-A2A4-6F0D8EF5B68C}"/>
              </a:ext>
            </a:extLst>
          </p:cNvPr>
          <p:cNvSpPr txBox="1"/>
          <p:nvPr/>
        </p:nvSpPr>
        <p:spPr>
          <a:xfrm>
            <a:off x="908774" y="3715166"/>
            <a:ext cx="290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Product-led growth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8EDA0D-9165-41DE-8E67-A9012180A8BA}"/>
              </a:ext>
            </a:extLst>
          </p:cNvPr>
          <p:cNvSpPr txBox="1"/>
          <p:nvPr/>
        </p:nvSpPr>
        <p:spPr>
          <a:xfrm>
            <a:off x="814334" y="4111396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14-day free trial. No credit card. Virality built in — every summary email reaches non-users.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735067-ABD8-F2FA-E87F-F2C809482BF4}"/>
              </a:ext>
            </a:extLst>
          </p:cNvPr>
          <p:cNvSpPr/>
          <p:nvPr/>
        </p:nvSpPr>
        <p:spPr>
          <a:xfrm>
            <a:off x="1567909" y="4988400"/>
            <a:ext cx="1591088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5FA43E-9F47-C793-0696-5B2A5B79E6D3}"/>
              </a:ext>
            </a:extLst>
          </p:cNvPr>
          <p:cNvSpPr txBox="1"/>
          <p:nvPr/>
        </p:nvSpPr>
        <p:spPr>
          <a:xfrm>
            <a:off x="1617608" y="5029137"/>
            <a:ext cx="1491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Target: 500 signups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72831B-78E7-B700-497D-F64AFE6C3B27}"/>
              </a:ext>
            </a:extLst>
          </p:cNvPr>
          <p:cNvSpPr/>
          <p:nvPr/>
        </p:nvSpPr>
        <p:spPr>
          <a:xfrm>
            <a:off x="5944677" y="2684735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E60F3-F768-C3A0-2DCE-C1CCDA766A5C}"/>
              </a:ext>
            </a:extLst>
          </p:cNvPr>
          <p:cNvSpPr txBox="1"/>
          <p:nvPr/>
        </p:nvSpPr>
        <p:spPr>
          <a:xfrm>
            <a:off x="4958159" y="2218865"/>
            <a:ext cx="2256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8FA4B-E591-55B1-4D6E-EA1C8DCFC396}"/>
              </a:ext>
            </a:extLst>
          </p:cNvPr>
          <p:cNvSpPr txBox="1"/>
          <p:nvPr/>
        </p:nvSpPr>
        <p:spPr>
          <a:xfrm>
            <a:off x="4958159" y="1933857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6-18 months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3D4FD2-E1DA-8954-CF97-2B0803841566}"/>
              </a:ext>
            </a:extLst>
          </p:cNvPr>
          <p:cNvSpPr txBox="1"/>
          <p:nvPr/>
        </p:nvSpPr>
        <p:spPr>
          <a:xfrm>
            <a:off x="4631913" y="3715166"/>
            <a:ext cx="290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Outbound sales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E96C60-953C-6AAE-6A7D-18B1B425893A}"/>
              </a:ext>
            </a:extLst>
          </p:cNvPr>
          <p:cNvSpPr txBox="1"/>
          <p:nvPr/>
        </p:nvSpPr>
        <p:spPr>
          <a:xfrm>
            <a:off x="4537473" y="4111396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Target Ops Managers at 50–200 person companies. SDR + account exec model. 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sales cycle: 3w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A5B5CE1-67B7-63A9-3FAD-16437BFEFE1F}"/>
              </a:ext>
            </a:extLst>
          </p:cNvPr>
          <p:cNvSpPr/>
          <p:nvPr/>
        </p:nvSpPr>
        <p:spPr>
          <a:xfrm>
            <a:off x="4958159" y="4988400"/>
            <a:ext cx="2256866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48BB3C-9AFD-6F63-8714-2E7A1E958022}"/>
              </a:ext>
            </a:extLst>
          </p:cNvPr>
          <p:cNvSpPr txBox="1"/>
          <p:nvPr/>
        </p:nvSpPr>
        <p:spPr>
          <a:xfrm>
            <a:off x="5010528" y="5029137"/>
            <a:ext cx="21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Target: 100 paying customers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EF5ECC-10C1-4ACA-5640-3D11F1B62DA4}"/>
              </a:ext>
            </a:extLst>
          </p:cNvPr>
          <p:cNvSpPr/>
          <p:nvPr/>
        </p:nvSpPr>
        <p:spPr>
          <a:xfrm>
            <a:off x="9673933" y="2684735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94884E-4F69-7B60-9F7C-8384047505E2}"/>
              </a:ext>
            </a:extLst>
          </p:cNvPr>
          <p:cNvSpPr txBox="1"/>
          <p:nvPr/>
        </p:nvSpPr>
        <p:spPr>
          <a:xfrm>
            <a:off x="8687415" y="2218865"/>
            <a:ext cx="2256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Phase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3D6BD-5F7A-A59D-2934-058D43F0FCC3}"/>
              </a:ext>
            </a:extLst>
          </p:cNvPr>
          <p:cNvSpPr txBox="1"/>
          <p:nvPr/>
        </p:nvSpPr>
        <p:spPr>
          <a:xfrm>
            <a:off x="8687415" y="1933857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18-36 months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4228F5-8BEB-A88F-96AD-C3CC12D4D6E8}"/>
              </a:ext>
            </a:extLst>
          </p:cNvPr>
          <p:cNvSpPr txBox="1"/>
          <p:nvPr/>
        </p:nvSpPr>
        <p:spPr>
          <a:xfrm>
            <a:off x="8361169" y="3715166"/>
            <a:ext cx="290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Partnerships &amp; expansion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ADF8B2-9FC6-1144-EC74-6C1A418B0FD8}"/>
              </a:ext>
            </a:extLst>
          </p:cNvPr>
          <p:cNvSpPr txBox="1"/>
          <p:nvPr/>
        </p:nvSpPr>
        <p:spPr>
          <a:xfrm>
            <a:off x="8266729" y="4111396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Channel partnerships with Notion, Slack. Expand to SEA &amp; Europe. Upsell to Enterprise tier.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92A7D85-A0A0-FAA9-788D-4EDF883C6AD5}"/>
              </a:ext>
            </a:extLst>
          </p:cNvPr>
          <p:cNvSpPr/>
          <p:nvPr/>
        </p:nvSpPr>
        <p:spPr>
          <a:xfrm>
            <a:off x="9020304" y="4988400"/>
            <a:ext cx="1591088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D57274-21F1-A24F-8585-95D3DAF11DD2}"/>
              </a:ext>
            </a:extLst>
          </p:cNvPr>
          <p:cNvSpPr txBox="1"/>
          <p:nvPr/>
        </p:nvSpPr>
        <p:spPr>
          <a:xfrm>
            <a:off x="9092446" y="5029137"/>
            <a:ext cx="1446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Target: $3.5M ARR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EBF12C-FA26-81A8-B6A8-B9190556A2DB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2505368" y="2826650"/>
            <a:ext cx="3439309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3DCC0C-A9DF-BFD5-A529-2F3E1170C07C}"/>
              </a:ext>
            </a:extLst>
          </p:cNvPr>
          <p:cNvCxnSpPr>
            <a:cxnSpLocks/>
            <a:stCxn id="16" idx="6"/>
            <a:endCxn id="23" idx="2"/>
          </p:cNvCxnSpPr>
          <p:nvPr/>
        </p:nvCxnSpPr>
        <p:spPr>
          <a:xfrm>
            <a:off x="6228507" y="2826650"/>
            <a:ext cx="3445426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28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F39B36AD-6521-13CC-4030-4385EBB47E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0"/>
            <a:ext cx="10944224" cy="10944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8F270B-CC78-D0C8-996F-409E0617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Built-in distribution.</a:t>
            </a:r>
            <a:br>
              <a:rPr lang="en-ID" dirty="0"/>
            </a:br>
            <a:r>
              <a:rPr lang="en-ID" dirty="0"/>
              <a:t>Every meeting spreads </a:t>
            </a:r>
            <a:r>
              <a:rPr lang="en-ID" dirty="0" err="1"/>
              <a:t>ArcAI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47AB17-B76E-18EA-D306-23890E58911F}"/>
              </a:ext>
            </a:extLst>
          </p:cNvPr>
          <p:cNvSpPr/>
          <p:nvPr/>
        </p:nvSpPr>
        <p:spPr>
          <a:xfrm>
            <a:off x="623889" y="2528763"/>
            <a:ext cx="2256866" cy="1085216"/>
          </a:xfrm>
          <a:prstGeom prst="roundRect">
            <a:avLst>
              <a:gd name="adj" fmla="val 3545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C1233-5A92-3789-2673-19C720011ABC}"/>
              </a:ext>
            </a:extLst>
          </p:cNvPr>
          <p:cNvSpPr txBox="1"/>
          <p:nvPr/>
        </p:nvSpPr>
        <p:spPr>
          <a:xfrm>
            <a:off x="749643" y="2896956"/>
            <a:ext cx="20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Meeting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424E0-53C3-4F87-3901-138E4770ED5A}"/>
              </a:ext>
            </a:extLst>
          </p:cNvPr>
          <p:cNvSpPr txBox="1"/>
          <p:nvPr/>
        </p:nvSpPr>
        <p:spPr>
          <a:xfrm>
            <a:off x="749643" y="3147757"/>
            <a:ext cx="200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happens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F1EB00-33DA-2B43-B0E7-1AAA97C08289}"/>
              </a:ext>
            </a:extLst>
          </p:cNvPr>
          <p:cNvCxnSpPr>
            <a:cxnSpLocks/>
          </p:cNvCxnSpPr>
          <p:nvPr/>
        </p:nvCxnSpPr>
        <p:spPr>
          <a:xfrm>
            <a:off x="623887" y="4699690"/>
            <a:ext cx="10944226" cy="0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B4229A-44C4-39B4-EF63-93CAB2C328C7}"/>
              </a:ext>
            </a:extLst>
          </p:cNvPr>
          <p:cNvCxnSpPr>
            <a:cxnSpLocks/>
          </p:cNvCxnSpPr>
          <p:nvPr/>
        </p:nvCxnSpPr>
        <p:spPr>
          <a:xfrm>
            <a:off x="623887" y="2041138"/>
            <a:ext cx="10944226" cy="0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FFC524E-7F8B-105E-19E9-248018D88AF5}"/>
              </a:ext>
            </a:extLst>
          </p:cNvPr>
          <p:cNvSpPr/>
          <p:nvPr/>
        </p:nvSpPr>
        <p:spPr>
          <a:xfrm>
            <a:off x="1461414" y="2237856"/>
            <a:ext cx="581816" cy="581814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A78B8A-F993-90BD-AA89-75B74DFBAE50}"/>
              </a:ext>
            </a:extLst>
          </p:cNvPr>
          <p:cNvSpPr/>
          <p:nvPr/>
        </p:nvSpPr>
        <p:spPr>
          <a:xfrm>
            <a:off x="623887" y="3826439"/>
            <a:ext cx="10931524" cy="619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F9ADB-38B6-6D71-65DE-CF1DAD6F5E7F}"/>
              </a:ext>
            </a:extLst>
          </p:cNvPr>
          <p:cNvSpPr txBox="1"/>
          <p:nvPr/>
        </p:nvSpPr>
        <p:spPr>
          <a:xfrm>
            <a:off x="832659" y="3982172"/>
            <a:ext cx="1052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Each meeting summary reaches 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5 non-users, organic distribution at zero cost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7ADC7F9-EAFB-B803-C1FA-8BA947D85890}"/>
              </a:ext>
            </a:extLst>
          </p:cNvPr>
          <p:cNvSpPr/>
          <p:nvPr/>
        </p:nvSpPr>
        <p:spPr>
          <a:xfrm>
            <a:off x="3519675" y="2528763"/>
            <a:ext cx="2256866" cy="1085216"/>
          </a:xfrm>
          <a:prstGeom prst="roundRect">
            <a:avLst>
              <a:gd name="adj" fmla="val 35457"/>
            </a:avLst>
          </a:prstGeom>
          <a:gradFill flip="none" rotWithShape="1"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9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15000"/>
                  </a:srgbClr>
                </a:gs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24E96-7304-4F7B-9896-1FEF4FFC97E6}"/>
              </a:ext>
            </a:extLst>
          </p:cNvPr>
          <p:cNvSpPr txBox="1"/>
          <p:nvPr/>
        </p:nvSpPr>
        <p:spPr>
          <a:xfrm>
            <a:off x="3645429" y="2896956"/>
            <a:ext cx="20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ArcAI</a:t>
            </a:r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sends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8EDDA-544D-FB55-8682-BAD62C92ACEC}"/>
              </a:ext>
            </a:extLst>
          </p:cNvPr>
          <p:cNvSpPr txBox="1"/>
          <p:nvPr/>
        </p:nvSpPr>
        <p:spPr>
          <a:xfrm>
            <a:off x="3645429" y="3147757"/>
            <a:ext cx="200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summary to all attendees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017455-26D3-FE9E-F68A-A92067CE060F}"/>
              </a:ext>
            </a:extLst>
          </p:cNvPr>
          <p:cNvSpPr/>
          <p:nvPr/>
        </p:nvSpPr>
        <p:spPr>
          <a:xfrm>
            <a:off x="4357200" y="2237856"/>
            <a:ext cx="581816" cy="581814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/>
              </a:gs>
              <a:gs pos="100000">
                <a:schemeClr val="tx1">
                  <a:lumMod val="65000"/>
                  <a:lumOff val="3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F1A4AE1-FEFD-1D17-F68C-313CD3D4DB33}"/>
              </a:ext>
            </a:extLst>
          </p:cNvPr>
          <p:cNvSpPr/>
          <p:nvPr/>
        </p:nvSpPr>
        <p:spPr>
          <a:xfrm>
            <a:off x="6415461" y="2528763"/>
            <a:ext cx="2256866" cy="1085216"/>
          </a:xfrm>
          <a:prstGeom prst="roundRect">
            <a:avLst>
              <a:gd name="adj" fmla="val 35457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72C363-8F42-DF47-9379-C2D38E4CB721}"/>
              </a:ext>
            </a:extLst>
          </p:cNvPr>
          <p:cNvSpPr txBox="1"/>
          <p:nvPr/>
        </p:nvSpPr>
        <p:spPr>
          <a:xfrm>
            <a:off x="6541215" y="2896956"/>
            <a:ext cx="20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Non-users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10016A-DA6F-17F3-DF18-E59D38E32A33}"/>
              </a:ext>
            </a:extLst>
          </p:cNvPr>
          <p:cNvSpPr txBox="1"/>
          <p:nvPr/>
        </p:nvSpPr>
        <p:spPr>
          <a:xfrm>
            <a:off x="6541215" y="3147757"/>
            <a:ext cx="200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see the output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274780-1F0B-07B6-0EBF-DA963962346C}"/>
              </a:ext>
            </a:extLst>
          </p:cNvPr>
          <p:cNvSpPr/>
          <p:nvPr/>
        </p:nvSpPr>
        <p:spPr>
          <a:xfrm>
            <a:off x="7252986" y="2237856"/>
            <a:ext cx="581816" cy="581814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E364F33-614F-F1AA-66D0-ED828FB2B72F}"/>
              </a:ext>
            </a:extLst>
          </p:cNvPr>
          <p:cNvSpPr/>
          <p:nvPr/>
        </p:nvSpPr>
        <p:spPr>
          <a:xfrm>
            <a:off x="9311247" y="2528763"/>
            <a:ext cx="2256866" cy="1085216"/>
          </a:xfrm>
          <a:prstGeom prst="roundRect">
            <a:avLst>
              <a:gd name="adj" fmla="val 35457"/>
            </a:avLst>
          </a:prstGeom>
          <a:gradFill flip="none" rotWithShape="1"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9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15000"/>
                  </a:srgbClr>
                </a:gs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92BFDC-24C1-DC70-7B71-AA34E9C43DEA}"/>
              </a:ext>
            </a:extLst>
          </p:cNvPr>
          <p:cNvSpPr txBox="1"/>
          <p:nvPr/>
        </p:nvSpPr>
        <p:spPr>
          <a:xfrm>
            <a:off x="9437001" y="2896956"/>
            <a:ext cx="20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Organic 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F66F46-A407-DA84-5AA5-656B35960968}"/>
              </a:ext>
            </a:extLst>
          </p:cNvPr>
          <p:cNvSpPr txBox="1"/>
          <p:nvPr/>
        </p:nvSpPr>
        <p:spPr>
          <a:xfrm>
            <a:off x="9437001" y="3147757"/>
            <a:ext cx="200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signup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59CA359-4F90-AEDF-4A58-F788E0C593A1}"/>
              </a:ext>
            </a:extLst>
          </p:cNvPr>
          <p:cNvSpPr/>
          <p:nvPr/>
        </p:nvSpPr>
        <p:spPr>
          <a:xfrm>
            <a:off x="10148772" y="2237856"/>
            <a:ext cx="581816" cy="581814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85000"/>
                  <a:lumOff val="15000"/>
                </a:schemeClr>
              </a:gs>
              <a:gs pos="0">
                <a:schemeClr val="tx1"/>
              </a:gs>
              <a:gs pos="100000">
                <a:schemeClr val="tx1">
                  <a:lumMod val="65000"/>
                  <a:lumOff val="3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317600-6831-3170-71CF-576CEBA126E0}"/>
              </a:ext>
            </a:extLst>
          </p:cNvPr>
          <p:cNvCxnSpPr>
            <a:cxnSpLocks/>
            <a:stCxn id="3" idx="3"/>
            <a:endCxn id="21" idx="1"/>
          </p:cNvCxnSpPr>
          <p:nvPr/>
        </p:nvCxnSpPr>
        <p:spPr>
          <a:xfrm>
            <a:off x="2880755" y="3071371"/>
            <a:ext cx="638920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8B0C2B-E5D8-CD42-74B4-9E7F46813B4D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5776541" y="3071371"/>
            <a:ext cx="638920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723D69-BFEE-8595-EF38-E2F7B9E17A87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8672327" y="3071371"/>
            <a:ext cx="638920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EF8723D-26CE-97CF-3CCF-FF81C1662E3A}"/>
              </a:ext>
            </a:extLst>
          </p:cNvPr>
          <p:cNvSpPr txBox="1"/>
          <p:nvPr/>
        </p:nvSpPr>
        <p:spPr>
          <a:xfrm>
            <a:off x="832659" y="4865096"/>
            <a:ext cx="10526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PRIMARY CHANNELS PER PHASE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A8A5057-AF72-F5AD-6054-1D9A773B1250}"/>
              </a:ext>
            </a:extLst>
          </p:cNvPr>
          <p:cNvSpPr/>
          <p:nvPr/>
        </p:nvSpPr>
        <p:spPr>
          <a:xfrm>
            <a:off x="623888" y="5376129"/>
            <a:ext cx="3262023" cy="8611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5B248-2318-186A-AD32-6F355BDD2947}"/>
              </a:ext>
            </a:extLst>
          </p:cNvPr>
          <p:cNvSpPr txBox="1"/>
          <p:nvPr/>
        </p:nvSpPr>
        <p:spPr>
          <a:xfrm>
            <a:off x="832659" y="5532120"/>
            <a:ext cx="2812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Phase 1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53DFF1-00BA-C948-864A-2F35740AF599}"/>
              </a:ext>
            </a:extLst>
          </p:cNvPr>
          <p:cNvSpPr txBox="1"/>
          <p:nvPr/>
        </p:nvSpPr>
        <p:spPr>
          <a:xfrm>
            <a:off x="832659" y="5782921"/>
            <a:ext cx="2812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LinkedIn content + Product Hunt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0CEE40A-24EB-4DE9-D6DB-BD4C879282FB}"/>
              </a:ext>
            </a:extLst>
          </p:cNvPr>
          <p:cNvSpPr/>
          <p:nvPr/>
        </p:nvSpPr>
        <p:spPr>
          <a:xfrm>
            <a:off x="4464989" y="5376129"/>
            <a:ext cx="3262023" cy="8611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EE2C05B-7C7F-7D74-2BA4-E734E029FFF5}"/>
              </a:ext>
            </a:extLst>
          </p:cNvPr>
          <p:cNvSpPr/>
          <p:nvPr/>
        </p:nvSpPr>
        <p:spPr>
          <a:xfrm>
            <a:off x="8293388" y="5384993"/>
            <a:ext cx="3262023" cy="8611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46243A-B26A-1003-438D-6A35C54B620E}"/>
              </a:ext>
            </a:extLst>
          </p:cNvPr>
          <p:cNvSpPr txBox="1"/>
          <p:nvPr/>
        </p:nvSpPr>
        <p:spPr>
          <a:xfrm>
            <a:off x="4692390" y="5532120"/>
            <a:ext cx="2812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Phase 2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668C3A-0BF3-F58C-546C-4F31F55C160E}"/>
              </a:ext>
            </a:extLst>
          </p:cNvPr>
          <p:cNvSpPr txBox="1"/>
          <p:nvPr/>
        </p:nvSpPr>
        <p:spPr>
          <a:xfrm>
            <a:off x="4692390" y="5782921"/>
            <a:ext cx="2812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Cold </a:t>
            </a:r>
            <a:r>
              <a:rPr lang="en-ID" sz="12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outbond</a:t>
            </a:r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+ Ops Manager ICP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10052E-4ED6-152E-D322-86622CA830AB}"/>
              </a:ext>
            </a:extLst>
          </p:cNvPr>
          <p:cNvSpPr txBox="1"/>
          <p:nvPr/>
        </p:nvSpPr>
        <p:spPr>
          <a:xfrm>
            <a:off x="8546571" y="5532120"/>
            <a:ext cx="2812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Phase 3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D59A64-DC47-D703-E7B9-93AE11048BEE}"/>
              </a:ext>
            </a:extLst>
          </p:cNvPr>
          <p:cNvSpPr txBox="1"/>
          <p:nvPr/>
        </p:nvSpPr>
        <p:spPr>
          <a:xfrm>
            <a:off x="8546571" y="5782921"/>
            <a:ext cx="2812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Notion + Slack marketplace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2495794-379B-CBCA-FB46-D591A1DFCF4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85911" y="5806708"/>
            <a:ext cx="579078" cy="0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55A1EF-0239-7120-8BAD-78FE2D7EFDB4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7727012" y="5806708"/>
            <a:ext cx="566376" cy="8864"/>
          </a:xfrm>
          <a:prstGeom prst="straightConnector1">
            <a:avLst/>
          </a:prstGeom>
          <a:ln>
            <a:gradFill>
              <a:gsLst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Graphic 33">
            <a:extLst>
              <a:ext uri="{FF2B5EF4-FFF2-40B4-BE49-F238E27FC236}">
                <a16:creationId xmlns:a16="http://schemas.microsoft.com/office/drawing/2014/main" id="{C093041C-06AC-EF98-6417-173D9DA445E8}"/>
              </a:ext>
            </a:extLst>
          </p:cNvPr>
          <p:cNvSpPr/>
          <p:nvPr/>
        </p:nvSpPr>
        <p:spPr>
          <a:xfrm>
            <a:off x="4519521" y="2438276"/>
            <a:ext cx="257175" cy="180975"/>
          </a:xfrm>
          <a:custGeom>
            <a:avLst/>
            <a:gdLst>
              <a:gd name="csX0" fmla="*/ 242888 w 257175"/>
              <a:gd name="csY0" fmla="*/ 0 h 180975"/>
              <a:gd name="csX1" fmla="*/ 14288 w 257175"/>
              <a:gd name="csY1" fmla="*/ 0 h 180975"/>
              <a:gd name="csX2" fmla="*/ 4185 w 257175"/>
              <a:gd name="csY2" fmla="*/ 4185 h 180975"/>
              <a:gd name="csX3" fmla="*/ 0 w 257175"/>
              <a:gd name="csY3" fmla="*/ 14288 h 180975"/>
              <a:gd name="csX4" fmla="*/ 0 w 257175"/>
              <a:gd name="csY4" fmla="*/ 166688 h 180975"/>
              <a:gd name="csX5" fmla="*/ 4185 w 257175"/>
              <a:gd name="csY5" fmla="*/ 176791 h 180975"/>
              <a:gd name="csX6" fmla="*/ 14288 w 257175"/>
              <a:gd name="csY6" fmla="*/ 180975 h 180975"/>
              <a:gd name="csX7" fmla="*/ 242888 w 257175"/>
              <a:gd name="csY7" fmla="*/ 180975 h 180975"/>
              <a:gd name="csX8" fmla="*/ 252991 w 257175"/>
              <a:gd name="csY8" fmla="*/ 176791 h 180975"/>
              <a:gd name="csX9" fmla="*/ 257175 w 257175"/>
              <a:gd name="csY9" fmla="*/ 166688 h 180975"/>
              <a:gd name="csX10" fmla="*/ 257175 w 257175"/>
              <a:gd name="csY10" fmla="*/ 14288 h 180975"/>
              <a:gd name="csX11" fmla="*/ 252991 w 257175"/>
              <a:gd name="csY11" fmla="*/ 4185 h 180975"/>
              <a:gd name="csX12" fmla="*/ 242888 w 257175"/>
              <a:gd name="csY12" fmla="*/ 0 h 180975"/>
              <a:gd name="csX13" fmla="*/ 247650 w 257175"/>
              <a:gd name="csY13" fmla="*/ 166688 h 180975"/>
              <a:gd name="csX14" fmla="*/ 246256 w 257175"/>
              <a:gd name="csY14" fmla="*/ 170056 h 180975"/>
              <a:gd name="csX15" fmla="*/ 242888 w 257175"/>
              <a:gd name="csY15" fmla="*/ 171450 h 180975"/>
              <a:gd name="csX16" fmla="*/ 14288 w 257175"/>
              <a:gd name="csY16" fmla="*/ 171450 h 180975"/>
              <a:gd name="csX17" fmla="*/ 10920 w 257175"/>
              <a:gd name="csY17" fmla="*/ 170056 h 180975"/>
              <a:gd name="csX18" fmla="*/ 9525 w 257175"/>
              <a:gd name="csY18" fmla="*/ 166688 h 180975"/>
              <a:gd name="csX19" fmla="*/ 9525 w 257175"/>
              <a:gd name="csY19" fmla="*/ 14288 h 180975"/>
              <a:gd name="csX20" fmla="*/ 10920 w 257175"/>
              <a:gd name="csY20" fmla="*/ 10920 h 180975"/>
              <a:gd name="csX21" fmla="*/ 14288 w 257175"/>
              <a:gd name="csY21" fmla="*/ 9525 h 180975"/>
              <a:gd name="csX22" fmla="*/ 242888 w 257175"/>
              <a:gd name="csY22" fmla="*/ 9525 h 180975"/>
              <a:gd name="csX23" fmla="*/ 246256 w 257175"/>
              <a:gd name="csY23" fmla="*/ 10920 h 180975"/>
              <a:gd name="csX24" fmla="*/ 247650 w 257175"/>
              <a:gd name="csY24" fmla="*/ 14288 h 180975"/>
              <a:gd name="csX25" fmla="*/ 247650 w 257175"/>
              <a:gd name="csY25" fmla="*/ 166688 h 180975"/>
              <a:gd name="csX26" fmla="*/ 38100 w 257175"/>
              <a:gd name="csY26" fmla="*/ 100013 h 180975"/>
              <a:gd name="csX27" fmla="*/ 39495 w 257175"/>
              <a:gd name="csY27" fmla="*/ 96644 h 180975"/>
              <a:gd name="csX28" fmla="*/ 42863 w 257175"/>
              <a:gd name="csY28" fmla="*/ 95250 h 180975"/>
              <a:gd name="csX29" fmla="*/ 61913 w 257175"/>
              <a:gd name="csY29" fmla="*/ 95250 h 180975"/>
              <a:gd name="csX30" fmla="*/ 65280 w 257175"/>
              <a:gd name="csY30" fmla="*/ 96644 h 180975"/>
              <a:gd name="csX31" fmla="*/ 66675 w 257175"/>
              <a:gd name="csY31" fmla="*/ 100013 h 180975"/>
              <a:gd name="csX32" fmla="*/ 65280 w 257175"/>
              <a:gd name="csY32" fmla="*/ 103381 h 180975"/>
              <a:gd name="csX33" fmla="*/ 61913 w 257175"/>
              <a:gd name="csY33" fmla="*/ 104775 h 180975"/>
              <a:gd name="csX34" fmla="*/ 42863 w 257175"/>
              <a:gd name="csY34" fmla="*/ 104775 h 180975"/>
              <a:gd name="csX35" fmla="*/ 39495 w 257175"/>
              <a:gd name="csY35" fmla="*/ 103381 h 180975"/>
              <a:gd name="csX36" fmla="*/ 38100 w 257175"/>
              <a:gd name="csY36" fmla="*/ 100013 h 180975"/>
              <a:gd name="csX37" fmla="*/ 219075 w 257175"/>
              <a:gd name="csY37" fmla="*/ 100013 h 180975"/>
              <a:gd name="csX38" fmla="*/ 217681 w 257175"/>
              <a:gd name="csY38" fmla="*/ 103381 h 180975"/>
              <a:gd name="csX39" fmla="*/ 214313 w 257175"/>
              <a:gd name="csY39" fmla="*/ 104775 h 180975"/>
              <a:gd name="csX40" fmla="*/ 100013 w 257175"/>
              <a:gd name="csY40" fmla="*/ 104775 h 180975"/>
              <a:gd name="csX41" fmla="*/ 96644 w 257175"/>
              <a:gd name="csY41" fmla="*/ 103381 h 180975"/>
              <a:gd name="csX42" fmla="*/ 95250 w 257175"/>
              <a:gd name="csY42" fmla="*/ 100013 h 180975"/>
              <a:gd name="csX43" fmla="*/ 96644 w 257175"/>
              <a:gd name="csY43" fmla="*/ 96644 h 180975"/>
              <a:gd name="csX44" fmla="*/ 100013 w 257175"/>
              <a:gd name="csY44" fmla="*/ 95250 h 180975"/>
              <a:gd name="csX45" fmla="*/ 214313 w 257175"/>
              <a:gd name="csY45" fmla="*/ 95250 h 180975"/>
              <a:gd name="csX46" fmla="*/ 217681 w 257175"/>
              <a:gd name="csY46" fmla="*/ 96644 h 180975"/>
              <a:gd name="csX47" fmla="*/ 219075 w 257175"/>
              <a:gd name="csY47" fmla="*/ 100013 h 180975"/>
              <a:gd name="csX48" fmla="*/ 161925 w 257175"/>
              <a:gd name="csY48" fmla="*/ 138113 h 180975"/>
              <a:gd name="csX49" fmla="*/ 160531 w 257175"/>
              <a:gd name="csY49" fmla="*/ 141481 h 180975"/>
              <a:gd name="csX50" fmla="*/ 157163 w 257175"/>
              <a:gd name="csY50" fmla="*/ 142875 h 180975"/>
              <a:gd name="csX51" fmla="*/ 42863 w 257175"/>
              <a:gd name="csY51" fmla="*/ 142875 h 180975"/>
              <a:gd name="csX52" fmla="*/ 39495 w 257175"/>
              <a:gd name="csY52" fmla="*/ 141481 h 180975"/>
              <a:gd name="csX53" fmla="*/ 38100 w 257175"/>
              <a:gd name="csY53" fmla="*/ 138113 h 180975"/>
              <a:gd name="csX54" fmla="*/ 39495 w 257175"/>
              <a:gd name="csY54" fmla="*/ 134744 h 180975"/>
              <a:gd name="csX55" fmla="*/ 42863 w 257175"/>
              <a:gd name="csY55" fmla="*/ 133350 h 180975"/>
              <a:gd name="csX56" fmla="*/ 157163 w 257175"/>
              <a:gd name="csY56" fmla="*/ 133350 h 180975"/>
              <a:gd name="csX57" fmla="*/ 160531 w 257175"/>
              <a:gd name="csY57" fmla="*/ 134744 h 180975"/>
              <a:gd name="csX58" fmla="*/ 161925 w 257175"/>
              <a:gd name="csY58" fmla="*/ 138113 h 180975"/>
              <a:gd name="csX59" fmla="*/ 219075 w 257175"/>
              <a:gd name="csY59" fmla="*/ 138113 h 180975"/>
              <a:gd name="csX60" fmla="*/ 217681 w 257175"/>
              <a:gd name="csY60" fmla="*/ 141481 h 180975"/>
              <a:gd name="csX61" fmla="*/ 214313 w 257175"/>
              <a:gd name="csY61" fmla="*/ 142875 h 180975"/>
              <a:gd name="csX62" fmla="*/ 195263 w 257175"/>
              <a:gd name="csY62" fmla="*/ 142875 h 180975"/>
              <a:gd name="csX63" fmla="*/ 191894 w 257175"/>
              <a:gd name="csY63" fmla="*/ 141481 h 180975"/>
              <a:gd name="csX64" fmla="*/ 190500 w 257175"/>
              <a:gd name="csY64" fmla="*/ 138113 h 180975"/>
              <a:gd name="csX65" fmla="*/ 191894 w 257175"/>
              <a:gd name="csY65" fmla="*/ 134744 h 180975"/>
              <a:gd name="csX66" fmla="*/ 195263 w 257175"/>
              <a:gd name="csY66" fmla="*/ 133350 h 180975"/>
              <a:gd name="csX67" fmla="*/ 214313 w 257175"/>
              <a:gd name="csY67" fmla="*/ 133350 h 180975"/>
              <a:gd name="csX68" fmla="*/ 217681 w 257175"/>
              <a:gd name="csY68" fmla="*/ 134744 h 180975"/>
              <a:gd name="csX69" fmla="*/ 219075 w 257175"/>
              <a:gd name="csY69" fmla="*/ 138113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257175" h="180975">
                <a:moveTo>
                  <a:pt x="24288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66688"/>
                </a:lnTo>
                <a:cubicBezTo>
                  <a:pt x="0" y="170477"/>
                  <a:pt x="1505" y="174111"/>
                  <a:pt x="4185" y="176791"/>
                </a:cubicBezTo>
                <a:cubicBezTo>
                  <a:pt x="6864" y="179470"/>
                  <a:pt x="10498" y="180975"/>
                  <a:pt x="14288" y="180975"/>
                </a:cubicBezTo>
                <a:lnTo>
                  <a:pt x="242888" y="180975"/>
                </a:lnTo>
                <a:cubicBezTo>
                  <a:pt x="246677" y="180975"/>
                  <a:pt x="250311" y="179470"/>
                  <a:pt x="252991" y="176791"/>
                </a:cubicBezTo>
                <a:cubicBezTo>
                  <a:pt x="255670" y="174111"/>
                  <a:pt x="257175" y="170477"/>
                  <a:pt x="257175" y="166688"/>
                </a:cubicBezTo>
                <a:lnTo>
                  <a:pt x="257175" y="14288"/>
                </a:lnTo>
                <a:cubicBezTo>
                  <a:pt x="257175" y="10498"/>
                  <a:pt x="255670" y="6864"/>
                  <a:pt x="252991" y="4185"/>
                </a:cubicBezTo>
                <a:cubicBezTo>
                  <a:pt x="250311" y="1505"/>
                  <a:pt x="246677" y="0"/>
                  <a:pt x="242888" y="0"/>
                </a:cubicBezTo>
                <a:close/>
                <a:moveTo>
                  <a:pt x="247650" y="166688"/>
                </a:moveTo>
                <a:cubicBezTo>
                  <a:pt x="247650" y="167951"/>
                  <a:pt x="247148" y="169162"/>
                  <a:pt x="246256" y="170056"/>
                </a:cubicBezTo>
                <a:cubicBezTo>
                  <a:pt x="245362" y="170948"/>
                  <a:pt x="244151" y="171450"/>
                  <a:pt x="242888" y="171450"/>
                </a:cubicBezTo>
                <a:lnTo>
                  <a:pt x="14288" y="171450"/>
                </a:lnTo>
                <a:cubicBezTo>
                  <a:pt x="13024" y="171450"/>
                  <a:pt x="11813" y="170948"/>
                  <a:pt x="10920" y="170056"/>
                </a:cubicBezTo>
                <a:cubicBezTo>
                  <a:pt x="10027" y="169162"/>
                  <a:pt x="9525" y="167951"/>
                  <a:pt x="9525" y="166688"/>
                </a:cubicBez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242888" y="9525"/>
                </a:lnTo>
                <a:cubicBezTo>
                  <a:pt x="244151" y="9525"/>
                  <a:pt x="245362" y="10027"/>
                  <a:pt x="246256" y="10920"/>
                </a:cubicBezTo>
                <a:cubicBezTo>
                  <a:pt x="247148" y="11813"/>
                  <a:pt x="247650" y="13024"/>
                  <a:pt x="247650" y="14288"/>
                </a:cubicBezTo>
                <a:lnTo>
                  <a:pt x="247650" y="166688"/>
                </a:lnTo>
                <a:close/>
                <a:moveTo>
                  <a:pt x="38100" y="100013"/>
                </a:moveTo>
                <a:cubicBezTo>
                  <a:pt x="38100" y="98749"/>
                  <a:pt x="38602" y="97538"/>
                  <a:pt x="39495" y="96644"/>
                </a:cubicBezTo>
                <a:cubicBezTo>
                  <a:pt x="40388" y="95752"/>
                  <a:pt x="41599" y="95250"/>
                  <a:pt x="42863" y="95250"/>
                </a:cubicBezTo>
                <a:lnTo>
                  <a:pt x="61913" y="95250"/>
                </a:lnTo>
                <a:cubicBezTo>
                  <a:pt x="63176" y="95250"/>
                  <a:pt x="64387" y="95752"/>
                  <a:pt x="65280" y="96644"/>
                </a:cubicBezTo>
                <a:cubicBezTo>
                  <a:pt x="66173" y="97538"/>
                  <a:pt x="66675" y="98749"/>
                  <a:pt x="66675" y="100013"/>
                </a:cubicBezTo>
                <a:cubicBezTo>
                  <a:pt x="66675" y="101276"/>
                  <a:pt x="66173" y="102487"/>
                  <a:pt x="65280" y="103381"/>
                </a:cubicBezTo>
                <a:cubicBezTo>
                  <a:pt x="64387" y="104273"/>
                  <a:pt x="63176" y="104775"/>
                  <a:pt x="61913" y="104775"/>
                </a:cubicBezTo>
                <a:lnTo>
                  <a:pt x="42863" y="104775"/>
                </a:lnTo>
                <a:cubicBezTo>
                  <a:pt x="41599" y="104775"/>
                  <a:pt x="40388" y="104273"/>
                  <a:pt x="39495" y="103381"/>
                </a:cubicBezTo>
                <a:cubicBezTo>
                  <a:pt x="38602" y="102487"/>
                  <a:pt x="38100" y="101276"/>
                  <a:pt x="38100" y="100013"/>
                </a:cubicBezTo>
                <a:close/>
                <a:moveTo>
                  <a:pt x="219075" y="100013"/>
                </a:moveTo>
                <a:cubicBezTo>
                  <a:pt x="219075" y="101276"/>
                  <a:pt x="218573" y="102487"/>
                  <a:pt x="217681" y="103381"/>
                </a:cubicBezTo>
                <a:cubicBezTo>
                  <a:pt x="216787" y="104273"/>
                  <a:pt x="215576" y="104775"/>
                  <a:pt x="214313" y="104775"/>
                </a:cubicBezTo>
                <a:lnTo>
                  <a:pt x="100013" y="104775"/>
                </a:lnTo>
                <a:cubicBezTo>
                  <a:pt x="98749" y="104775"/>
                  <a:pt x="97538" y="104273"/>
                  <a:pt x="96644" y="103381"/>
                </a:cubicBezTo>
                <a:cubicBezTo>
                  <a:pt x="95752" y="102487"/>
                  <a:pt x="95250" y="101276"/>
                  <a:pt x="95250" y="100013"/>
                </a:cubicBezTo>
                <a:cubicBezTo>
                  <a:pt x="95250" y="98749"/>
                  <a:pt x="95752" y="97538"/>
                  <a:pt x="96644" y="96644"/>
                </a:cubicBezTo>
                <a:cubicBezTo>
                  <a:pt x="97538" y="95752"/>
                  <a:pt x="98749" y="95250"/>
                  <a:pt x="100013" y="95250"/>
                </a:cubicBezTo>
                <a:lnTo>
                  <a:pt x="214313" y="95250"/>
                </a:lnTo>
                <a:cubicBezTo>
                  <a:pt x="215576" y="95250"/>
                  <a:pt x="216787" y="95752"/>
                  <a:pt x="217681" y="96644"/>
                </a:cubicBezTo>
                <a:cubicBezTo>
                  <a:pt x="218573" y="97538"/>
                  <a:pt x="219075" y="98749"/>
                  <a:pt x="219075" y="100013"/>
                </a:cubicBezTo>
                <a:close/>
                <a:moveTo>
                  <a:pt x="161925" y="138113"/>
                </a:moveTo>
                <a:cubicBezTo>
                  <a:pt x="161925" y="139376"/>
                  <a:pt x="161423" y="140587"/>
                  <a:pt x="160531" y="141481"/>
                </a:cubicBezTo>
                <a:cubicBezTo>
                  <a:pt x="159637" y="142373"/>
                  <a:pt x="158426" y="142875"/>
                  <a:pt x="157163" y="142875"/>
                </a:cubicBezTo>
                <a:lnTo>
                  <a:pt x="42863" y="142875"/>
                </a:lnTo>
                <a:cubicBezTo>
                  <a:pt x="41599" y="142875"/>
                  <a:pt x="40388" y="142373"/>
                  <a:pt x="39495" y="141481"/>
                </a:cubicBezTo>
                <a:cubicBezTo>
                  <a:pt x="38602" y="140587"/>
                  <a:pt x="38100" y="139376"/>
                  <a:pt x="38100" y="138113"/>
                </a:cubicBezTo>
                <a:cubicBezTo>
                  <a:pt x="38100" y="136849"/>
                  <a:pt x="38602" y="135638"/>
                  <a:pt x="39495" y="134744"/>
                </a:cubicBezTo>
                <a:cubicBezTo>
                  <a:pt x="40388" y="133852"/>
                  <a:pt x="41599" y="133350"/>
                  <a:pt x="42863" y="133350"/>
                </a:cubicBezTo>
                <a:lnTo>
                  <a:pt x="157163" y="133350"/>
                </a:lnTo>
                <a:cubicBezTo>
                  <a:pt x="158426" y="133350"/>
                  <a:pt x="159637" y="133852"/>
                  <a:pt x="160531" y="134744"/>
                </a:cubicBezTo>
                <a:cubicBezTo>
                  <a:pt x="161423" y="135638"/>
                  <a:pt x="161925" y="136849"/>
                  <a:pt x="161925" y="138113"/>
                </a:cubicBezTo>
                <a:close/>
                <a:moveTo>
                  <a:pt x="219075" y="138113"/>
                </a:moveTo>
                <a:cubicBezTo>
                  <a:pt x="219075" y="139376"/>
                  <a:pt x="218573" y="140587"/>
                  <a:pt x="217681" y="141481"/>
                </a:cubicBezTo>
                <a:cubicBezTo>
                  <a:pt x="216787" y="142373"/>
                  <a:pt x="215576" y="142875"/>
                  <a:pt x="214313" y="142875"/>
                </a:cubicBezTo>
                <a:lnTo>
                  <a:pt x="195263" y="142875"/>
                </a:lnTo>
                <a:cubicBezTo>
                  <a:pt x="193999" y="142875"/>
                  <a:pt x="192788" y="142373"/>
                  <a:pt x="191894" y="141481"/>
                </a:cubicBezTo>
                <a:cubicBezTo>
                  <a:pt x="191002" y="140587"/>
                  <a:pt x="190500" y="139376"/>
                  <a:pt x="190500" y="138113"/>
                </a:cubicBezTo>
                <a:cubicBezTo>
                  <a:pt x="190500" y="136849"/>
                  <a:pt x="191002" y="135638"/>
                  <a:pt x="191894" y="134744"/>
                </a:cubicBezTo>
                <a:cubicBezTo>
                  <a:pt x="192788" y="133852"/>
                  <a:pt x="193999" y="133350"/>
                  <a:pt x="195263" y="133350"/>
                </a:cubicBezTo>
                <a:lnTo>
                  <a:pt x="214313" y="133350"/>
                </a:lnTo>
                <a:cubicBezTo>
                  <a:pt x="215576" y="133350"/>
                  <a:pt x="216787" y="133852"/>
                  <a:pt x="217681" y="134744"/>
                </a:cubicBezTo>
                <a:cubicBezTo>
                  <a:pt x="218573" y="135638"/>
                  <a:pt x="219075" y="136849"/>
                  <a:pt x="219075" y="1381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5" name="Graphic 37">
            <a:extLst>
              <a:ext uri="{FF2B5EF4-FFF2-40B4-BE49-F238E27FC236}">
                <a16:creationId xmlns:a16="http://schemas.microsoft.com/office/drawing/2014/main" id="{F7E21355-C8D8-54A5-FB9B-C53A8EF92778}"/>
              </a:ext>
            </a:extLst>
          </p:cNvPr>
          <p:cNvSpPr/>
          <p:nvPr/>
        </p:nvSpPr>
        <p:spPr>
          <a:xfrm>
            <a:off x="10315854" y="2409701"/>
            <a:ext cx="247652" cy="238125"/>
          </a:xfrm>
          <a:custGeom>
            <a:avLst/>
            <a:gdLst>
              <a:gd name="csX0" fmla="*/ 230981 w 247652"/>
              <a:gd name="csY0" fmla="*/ 95330 h 238125"/>
              <a:gd name="csX1" fmla="*/ 229244 w 247652"/>
              <a:gd name="csY1" fmla="*/ 95991 h 238125"/>
              <a:gd name="csX2" fmla="*/ 227891 w 247652"/>
              <a:gd name="csY2" fmla="*/ 97266 h 238125"/>
              <a:gd name="csX3" fmla="*/ 227130 w 247652"/>
              <a:gd name="csY3" fmla="*/ 98961 h 238125"/>
              <a:gd name="csX4" fmla="*/ 227076 w 247652"/>
              <a:gd name="csY4" fmla="*/ 100820 h 238125"/>
              <a:gd name="csX5" fmla="*/ 228600 w 247652"/>
              <a:gd name="csY5" fmla="*/ 119084 h 238125"/>
              <a:gd name="csX6" fmla="*/ 220310 w 247652"/>
              <a:gd name="csY6" fmla="*/ 160879 h 238125"/>
              <a:gd name="csX7" fmla="*/ 196656 w 247652"/>
              <a:gd name="csY7" fmla="*/ 196319 h 238125"/>
              <a:gd name="csX8" fmla="*/ 143661 w 247652"/>
              <a:gd name="csY8" fmla="*/ 155838 h 238125"/>
              <a:gd name="csX9" fmla="*/ 166923 w 247652"/>
              <a:gd name="csY9" fmla="*/ 130890 h 238125"/>
              <a:gd name="csX10" fmla="*/ 169894 w 247652"/>
              <a:gd name="csY10" fmla="*/ 96909 h 238125"/>
              <a:gd name="csX11" fmla="*/ 151315 w 247652"/>
              <a:gd name="csY11" fmla="*/ 68302 h 238125"/>
              <a:gd name="csX12" fmla="*/ 119062 w 247652"/>
              <a:gd name="csY12" fmla="*/ 57197 h 238125"/>
              <a:gd name="csX13" fmla="*/ 86811 w 247652"/>
              <a:gd name="csY13" fmla="*/ 68302 h 238125"/>
              <a:gd name="csX14" fmla="*/ 68231 w 247652"/>
              <a:gd name="csY14" fmla="*/ 96909 h 238125"/>
              <a:gd name="csX15" fmla="*/ 71203 w 247652"/>
              <a:gd name="csY15" fmla="*/ 130890 h 238125"/>
              <a:gd name="csX16" fmla="*/ 94464 w 247652"/>
              <a:gd name="csY16" fmla="*/ 155838 h 238125"/>
              <a:gd name="csX17" fmla="*/ 41470 w 247652"/>
              <a:gd name="csY17" fmla="*/ 196319 h 238125"/>
              <a:gd name="csX18" fmla="*/ 11669 w 247652"/>
              <a:gd name="csY18" fmla="*/ 140246 h 238125"/>
              <a:gd name="csX19" fmla="*/ 17987 w 247652"/>
              <a:gd name="csY19" fmla="*/ 77060 h 238125"/>
              <a:gd name="csX20" fmla="*/ 58301 w 247652"/>
              <a:gd name="csY20" fmla="*/ 27997 h 238125"/>
              <a:gd name="csX21" fmla="*/ 119062 w 247652"/>
              <a:gd name="csY21" fmla="*/ 9546 h 238125"/>
              <a:gd name="csX22" fmla="*/ 137327 w 247652"/>
              <a:gd name="csY22" fmla="*/ 11058 h 238125"/>
              <a:gd name="csX23" fmla="*/ 140853 w 247652"/>
              <a:gd name="csY23" fmla="*/ 10218 h 238125"/>
              <a:gd name="csX24" fmla="*/ 142766 w 247652"/>
              <a:gd name="csY24" fmla="*/ 7140 h 238125"/>
              <a:gd name="csX25" fmla="*/ 141959 w 247652"/>
              <a:gd name="csY25" fmla="*/ 3606 h 238125"/>
              <a:gd name="csX26" fmla="*/ 138898 w 247652"/>
              <a:gd name="csY26" fmla="*/ 1664 h 238125"/>
              <a:gd name="csX27" fmla="*/ 68072 w 247652"/>
              <a:gd name="csY27" fmla="*/ 11471 h 238125"/>
              <a:gd name="csX28" fmla="*/ 15636 w 247652"/>
              <a:gd name="csY28" fmla="*/ 60081 h 238125"/>
              <a:gd name="csX29" fmla="*/ 500 w 247652"/>
              <a:gd name="csY29" fmla="*/ 129962 h 238125"/>
              <a:gd name="csX30" fmla="*/ 28123 w 247652"/>
              <a:gd name="csY30" fmla="*/ 195913 h 238125"/>
              <a:gd name="csX31" fmla="*/ 88542 w 247652"/>
              <a:gd name="csY31" fmla="*/ 234147 h 238125"/>
              <a:gd name="csX32" fmla="*/ 159970 w 247652"/>
              <a:gd name="csY32" fmla="*/ 230877 h 238125"/>
              <a:gd name="csX33" fmla="*/ 216643 w 247652"/>
              <a:gd name="csY33" fmla="*/ 187282 h 238125"/>
              <a:gd name="csX34" fmla="*/ 238125 w 247652"/>
              <a:gd name="csY34" fmla="*/ 119084 h 238125"/>
              <a:gd name="csX35" fmla="*/ 236482 w 247652"/>
              <a:gd name="csY35" fmla="*/ 99248 h 238125"/>
              <a:gd name="csX36" fmla="*/ 235824 w 247652"/>
              <a:gd name="csY36" fmla="*/ 97503 h 238125"/>
              <a:gd name="csX37" fmla="*/ 234546 w 247652"/>
              <a:gd name="csY37" fmla="*/ 96146 h 238125"/>
              <a:gd name="csX38" fmla="*/ 232845 w 247652"/>
              <a:gd name="csY38" fmla="*/ 95383 h 238125"/>
              <a:gd name="csX39" fmla="*/ 230981 w 247652"/>
              <a:gd name="csY39" fmla="*/ 95330 h 238125"/>
              <a:gd name="csX40" fmla="*/ 76200 w 247652"/>
              <a:gd name="csY40" fmla="*/ 109559 h 238125"/>
              <a:gd name="csX41" fmla="*/ 83424 w 247652"/>
              <a:gd name="csY41" fmla="*/ 85745 h 238125"/>
              <a:gd name="csX42" fmla="*/ 102659 w 247652"/>
              <a:gd name="csY42" fmla="*/ 69959 h 238125"/>
              <a:gd name="csX43" fmla="*/ 127424 w 247652"/>
              <a:gd name="csY43" fmla="*/ 67519 h 238125"/>
              <a:gd name="csX44" fmla="*/ 149371 w 247652"/>
              <a:gd name="csY44" fmla="*/ 79250 h 238125"/>
              <a:gd name="csX45" fmla="*/ 161101 w 247652"/>
              <a:gd name="csY45" fmla="*/ 101197 h 238125"/>
              <a:gd name="csX46" fmla="*/ 158663 w 247652"/>
              <a:gd name="csY46" fmla="*/ 125961 h 238125"/>
              <a:gd name="csX47" fmla="*/ 142876 w 247652"/>
              <a:gd name="csY47" fmla="*/ 145198 h 238125"/>
              <a:gd name="csX48" fmla="*/ 119062 w 247652"/>
              <a:gd name="csY48" fmla="*/ 152421 h 238125"/>
              <a:gd name="csX49" fmla="*/ 88754 w 247652"/>
              <a:gd name="csY49" fmla="*/ 139866 h 238125"/>
              <a:gd name="csX50" fmla="*/ 76200 w 247652"/>
              <a:gd name="csY50" fmla="*/ 109559 h 238125"/>
              <a:gd name="csX51" fmla="*/ 48661 w 247652"/>
              <a:gd name="csY51" fmla="*/ 202928 h 238125"/>
              <a:gd name="csX52" fmla="*/ 78333 w 247652"/>
              <a:gd name="csY52" fmla="*/ 172938 h 238125"/>
              <a:gd name="csX53" fmla="*/ 119062 w 247652"/>
              <a:gd name="csY53" fmla="*/ 161946 h 238125"/>
              <a:gd name="csX54" fmla="*/ 159793 w 247652"/>
              <a:gd name="csY54" fmla="*/ 172938 h 238125"/>
              <a:gd name="csX55" fmla="*/ 189465 w 247652"/>
              <a:gd name="csY55" fmla="*/ 202928 h 238125"/>
              <a:gd name="csX56" fmla="*/ 119062 w 247652"/>
              <a:gd name="csY56" fmla="*/ 228620 h 238125"/>
              <a:gd name="csX57" fmla="*/ 48661 w 247652"/>
              <a:gd name="csY57" fmla="*/ 202928 h 238125"/>
              <a:gd name="csX58" fmla="*/ 246305 w 247652"/>
              <a:gd name="csY58" fmla="*/ 17678 h 238125"/>
              <a:gd name="csX59" fmla="*/ 208205 w 247652"/>
              <a:gd name="csY59" fmla="*/ 55778 h 238125"/>
              <a:gd name="csX60" fmla="*/ 206659 w 247652"/>
              <a:gd name="csY60" fmla="*/ 56812 h 238125"/>
              <a:gd name="csX61" fmla="*/ 204835 w 247652"/>
              <a:gd name="csY61" fmla="*/ 57175 h 238125"/>
              <a:gd name="csX62" fmla="*/ 203011 w 247652"/>
              <a:gd name="csY62" fmla="*/ 56812 h 238125"/>
              <a:gd name="csX63" fmla="*/ 201466 w 247652"/>
              <a:gd name="csY63" fmla="*/ 55778 h 238125"/>
              <a:gd name="csX64" fmla="*/ 182416 w 247652"/>
              <a:gd name="csY64" fmla="*/ 36728 h 238125"/>
              <a:gd name="csX65" fmla="*/ 181020 w 247652"/>
              <a:gd name="csY65" fmla="*/ 33358 h 238125"/>
              <a:gd name="csX66" fmla="*/ 182416 w 247652"/>
              <a:gd name="csY66" fmla="*/ 29989 h 238125"/>
              <a:gd name="csX67" fmla="*/ 185785 w 247652"/>
              <a:gd name="csY67" fmla="*/ 28593 h 238125"/>
              <a:gd name="csX68" fmla="*/ 189155 w 247652"/>
              <a:gd name="csY68" fmla="*/ 29989 h 238125"/>
              <a:gd name="csX69" fmla="*/ 204787 w 247652"/>
              <a:gd name="csY69" fmla="*/ 45670 h 238125"/>
              <a:gd name="csX70" fmla="*/ 239518 w 247652"/>
              <a:gd name="csY70" fmla="*/ 10939 h 238125"/>
              <a:gd name="csX71" fmla="*/ 241064 w 247652"/>
              <a:gd name="csY71" fmla="*/ 9906 h 238125"/>
              <a:gd name="csX72" fmla="*/ 242887 w 247652"/>
              <a:gd name="csY72" fmla="*/ 9543 h 238125"/>
              <a:gd name="csX73" fmla="*/ 244712 w 247652"/>
              <a:gd name="csY73" fmla="*/ 9906 h 238125"/>
              <a:gd name="csX74" fmla="*/ 246257 w 247652"/>
              <a:gd name="csY74" fmla="*/ 10939 h 238125"/>
              <a:gd name="csX75" fmla="*/ 247290 w 247652"/>
              <a:gd name="csY75" fmla="*/ 12485 h 238125"/>
              <a:gd name="csX76" fmla="*/ 247653 w 247652"/>
              <a:gd name="csY76" fmla="*/ 14308 h 238125"/>
              <a:gd name="csX77" fmla="*/ 247290 w 247652"/>
              <a:gd name="csY77" fmla="*/ 16132 h 238125"/>
              <a:gd name="csX78" fmla="*/ 246257 w 247652"/>
              <a:gd name="csY78" fmla="*/ 17678 h 238125"/>
              <a:gd name="csX79" fmla="*/ 246305 w 247652"/>
              <a:gd name="csY79" fmla="*/ 17678 h 238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247652" h="238125">
                <a:moveTo>
                  <a:pt x="230981" y="95330"/>
                </a:moveTo>
                <a:cubicBezTo>
                  <a:pt x="230364" y="95434"/>
                  <a:pt x="229774" y="95659"/>
                  <a:pt x="229244" y="95991"/>
                </a:cubicBezTo>
                <a:cubicBezTo>
                  <a:pt x="228714" y="96323"/>
                  <a:pt x="228254" y="96756"/>
                  <a:pt x="227891" y="97266"/>
                </a:cubicBezTo>
                <a:cubicBezTo>
                  <a:pt x="227529" y="97775"/>
                  <a:pt x="227270" y="98352"/>
                  <a:pt x="227130" y="98961"/>
                </a:cubicBezTo>
                <a:cubicBezTo>
                  <a:pt x="226990" y="99571"/>
                  <a:pt x="226972" y="100202"/>
                  <a:pt x="227076" y="100820"/>
                </a:cubicBezTo>
                <a:cubicBezTo>
                  <a:pt x="228086" y="106855"/>
                  <a:pt x="228595" y="112964"/>
                  <a:pt x="228600" y="119084"/>
                </a:cubicBezTo>
                <a:cubicBezTo>
                  <a:pt x="228609" y="133425"/>
                  <a:pt x="225791" y="147627"/>
                  <a:pt x="220310" y="160879"/>
                </a:cubicBezTo>
                <a:cubicBezTo>
                  <a:pt x="214830" y="174131"/>
                  <a:pt x="206792" y="186174"/>
                  <a:pt x="196656" y="196319"/>
                </a:cubicBezTo>
                <a:cubicBezTo>
                  <a:pt x="184824" y="176539"/>
                  <a:pt x="165857" y="162050"/>
                  <a:pt x="143661" y="155838"/>
                </a:cubicBezTo>
                <a:cubicBezTo>
                  <a:pt x="153981" y="150350"/>
                  <a:pt x="162169" y="141568"/>
                  <a:pt x="166923" y="130890"/>
                </a:cubicBezTo>
                <a:cubicBezTo>
                  <a:pt x="171676" y="120212"/>
                  <a:pt x="172722" y="108250"/>
                  <a:pt x="169894" y="96909"/>
                </a:cubicBezTo>
                <a:cubicBezTo>
                  <a:pt x="167066" y="85567"/>
                  <a:pt x="160526" y="75498"/>
                  <a:pt x="151315" y="68302"/>
                </a:cubicBezTo>
                <a:cubicBezTo>
                  <a:pt x="142103" y="61106"/>
                  <a:pt x="130751" y="57197"/>
                  <a:pt x="119062" y="57197"/>
                </a:cubicBezTo>
                <a:cubicBezTo>
                  <a:pt x="107374" y="57197"/>
                  <a:pt x="96022" y="61106"/>
                  <a:pt x="86811" y="68302"/>
                </a:cubicBezTo>
                <a:cubicBezTo>
                  <a:pt x="77599" y="75498"/>
                  <a:pt x="71060" y="85567"/>
                  <a:pt x="68231" y="96909"/>
                </a:cubicBezTo>
                <a:cubicBezTo>
                  <a:pt x="65403" y="108250"/>
                  <a:pt x="66449" y="120212"/>
                  <a:pt x="71203" y="130890"/>
                </a:cubicBezTo>
                <a:cubicBezTo>
                  <a:pt x="75956" y="141568"/>
                  <a:pt x="84145" y="150350"/>
                  <a:pt x="94464" y="155838"/>
                </a:cubicBezTo>
                <a:cubicBezTo>
                  <a:pt x="72268" y="162050"/>
                  <a:pt x="53301" y="176539"/>
                  <a:pt x="41470" y="196319"/>
                </a:cubicBezTo>
                <a:cubicBezTo>
                  <a:pt x="26217" y="180980"/>
                  <a:pt x="15848" y="161469"/>
                  <a:pt x="11669" y="140246"/>
                </a:cubicBezTo>
                <a:cubicBezTo>
                  <a:pt x="7490" y="119022"/>
                  <a:pt x="9688" y="97035"/>
                  <a:pt x="17987" y="77060"/>
                </a:cubicBezTo>
                <a:cubicBezTo>
                  <a:pt x="26286" y="57083"/>
                  <a:pt x="40313" y="40012"/>
                  <a:pt x="58301" y="27997"/>
                </a:cubicBezTo>
                <a:cubicBezTo>
                  <a:pt x="76289" y="15982"/>
                  <a:pt x="97431" y="9562"/>
                  <a:pt x="119062" y="9546"/>
                </a:cubicBezTo>
                <a:cubicBezTo>
                  <a:pt x="125182" y="9547"/>
                  <a:pt x="131291" y="10052"/>
                  <a:pt x="137327" y="11058"/>
                </a:cubicBezTo>
                <a:cubicBezTo>
                  <a:pt x="138567" y="11254"/>
                  <a:pt x="139834" y="10952"/>
                  <a:pt x="140853" y="10218"/>
                </a:cubicBezTo>
                <a:cubicBezTo>
                  <a:pt x="141871" y="9484"/>
                  <a:pt x="142559" y="8378"/>
                  <a:pt x="142766" y="7140"/>
                </a:cubicBezTo>
                <a:cubicBezTo>
                  <a:pt x="142973" y="5901"/>
                  <a:pt x="142684" y="4631"/>
                  <a:pt x="141959" y="3606"/>
                </a:cubicBezTo>
                <a:cubicBezTo>
                  <a:pt x="141235" y="2581"/>
                  <a:pt x="140135" y="1883"/>
                  <a:pt x="138898" y="1664"/>
                </a:cubicBezTo>
                <a:cubicBezTo>
                  <a:pt x="114843" y="-2400"/>
                  <a:pt x="90119" y="1023"/>
                  <a:pt x="68072" y="11471"/>
                </a:cubicBezTo>
                <a:cubicBezTo>
                  <a:pt x="46026" y="21919"/>
                  <a:pt x="27722" y="38888"/>
                  <a:pt x="15636" y="60081"/>
                </a:cubicBezTo>
                <a:cubicBezTo>
                  <a:pt x="3550" y="81273"/>
                  <a:pt x="-1733" y="105668"/>
                  <a:pt x="500" y="129962"/>
                </a:cubicBezTo>
                <a:cubicBezTo>
                  <a:pt x="2733" y="154256"/>
                  <a:pt x="12376" y="177278"/>
                  <a:pt x="28123" y="195913"/>
                </a:cubicBezTo>
                <a:cubicBezTo>
                  <a:pt x="43870" y="214546"/>
                  <a:pt x="64961" y="227894"/>
                  <a:pt x="88542" y="234147"/>
                </a:cubicBezTo>
                <a:cubicBezTo>
                  <a:pt x="112124" y="240401"/>
                  <a:pt x="137058" y="239259"/>
                  <a:pt x="159970" y="230877"/>
                </a:cubicBezTo>
                <a:cubicBezTo>
                  <a:pt x="182881" y="222495"/>
                  <a:pt x="202664" y="207277"/>
                  <a:pt x="216643" y="187282"/>
                </a:cubicBezTo>
                <a:cubicBezTo>
                  <a:pt x="230622" y="167287"/>
                  <a:pt x="238121" y="143480"/>
                  <a:pt x="238125" y="119084"/>
                </a:cubicBezTo>
                <a:cubicBezTo>
                  <a:pt x="238122" y="112437"/>
                  <a:pt x="237573" y="105803"/>
                  <a:pt x="236482" y="99248"/>
                </a:cubicBezTo>
                <a:cubicBezTo>
                  <a:pt x="236380" y="98629"/>
                  <a:pt x="236156" y="98036"/>
                  <a:pt x="235824" y="97503"/>
                </a:cubicBezTo>
                <a:cubicBezTo>
                  <a:pt x="235491" y="96971"/>
                  <a:pt x="235057" y="96510"/>
                  <a:pt x="234546" y="96146"/>
                </a:cubicBezTo>
                <a:cubicBezTo>
                  <a:pt x="234035" y="95782"/>
                  <a:pt x="233457" y="95522"/>
                  <a:pt x="232845" y="95383"/>
                </a:cubicBezTo>
                <a:cubicBezTo>
                  <a:pt x="232233" y="95243"/>
                  <a:pt x="231600" y="95225"/>
                  <a:pt x="230981" y="95330"/>
                </a:cubicBezTo>
                <a:close/>
                <a:moveTo>
                  <a:pt x="76200" y="109559"/>
                </a:moveTo>
                <a:cubicBezTo>
                  <a:pt x="76200" y="101081"/>
                  <a:pt x="78714" y="92794"/>
                  <a:pt x="83424" y="85745"/>
                </a:cubicBezTo>
                <a:cubicBezTo>
                  <a:pt x="88134" y="78697"/>
                  <a:pt x="94828" y="73203"/>
                  <a:pt x="102659" y="69959"/>
                </a:cubicBezTo>
                <a:cubicBezTo>
                  <a:pt x="110492" y="66714"/>
                  <a:pt x="119110" y="65866"/>
                  <a:pt x="127424" y="67519"/>
                </a:cubicBezTo>
                <a:cubicBezTo>
                  <a:pt x="135739" y="69174"/>
                  <a:pt x="143377" y="73255"/>
                  <a:pt x="149371" y="79250"/>
                </a:cubicBezTo>
                <a:cubicBezTo>
                  <a:pt x="155365" y="85244"/>
                  <a:pt x="159448" y="92882"/>
                  <a:pt x="161101" y="101197"/>
                </a:cubicBezTo>
                <a:cubicBezTo>
                  <a:pt x="162756" y="109511"/>
                  <a:pt x="161907" y="118129"/>
                  <a:pt x="158663" y="125961"/>
                </a:cubicBezTo>
                <a:cubicBezTo>
                  <a:pt x="155418" y="133793"/>
                  <a:pt x="149924" y="140488"/>
                  <a:pt x="142876" y="145198"/>
                </a:cubicBezTo>
                <a:cubicBezTo>
                  <a:pt x="135827" y="149907"/>
                  <a:pt x="127540" y="152421"/>
                  <a:pt x="119062" y="152421"/>
                </a:cubicBezTo>
                <a:cubicBezTo>
                  <a:pt x="107694" y="152421"/>
                  <a:pt x="96792" y="147906"/>
                  <a:pt x="88754" y="139866"/>
                </a:cubicBezTo>
                <a:cubicBezTo>
                  <a:pt x="80716" y="131828"/>
                  <a:pt x="76200" y="120926"/>
                  <a:pt x="76200" y="109559"/>
                </a:cubicBezTo>
                <a:close/>
                <a:moveTo>
                  <a:pt x="48661" y="202928"/>
                </a:moveTo>
                <a:cubicBezTo>
                  <a:pt x="55727" y="190484"/>
                  <a:pt x="65965" y="180136"/>
                  <a:pt x="78333" y="172938"/>
                </a:cubicBezTo>
                <a:cubicBezTo>
                  <a:pt x="90699" y="165739"/>
                  <a:pt x="104753" y="161946"/>
                  <a:pt x="119062" y="161946"/>
                </a:cubicBezTo>
                <a:cubicBezTo>
                  <a:pt x="133372" y="161946"/>
                  <a:pt x="147426" y="165739"/>
                  <a:pt x="159793" y="172938"/>
                </a:cubicBezTo>
                <a:cubicBezTo>
                  <a:pt x="172160" y="180136"/>
                  <a:pt x="182398" y="190484"/>
                  <a:pt x="189465" y="202928"/>
                </a:cubicBezTo>
                <a:cubicBezTo>
                  <a:pt x="169758" y="219521"/>
                  <a:pt x="144825" y="228620"/>
                  <a:pt x="119062" y="228620"/>
                </a:cubicBezTo>
                <a:cubicBezTo>
                  <a:pt x="93301" y="228620"/>
                  <a:pt x="68367" y="219521"/>
                  <a:pt x="48661" y="202928"/>
                </a:cubicBezTo>
                <a:close/>
                <a:moveTo>
                  <a:pt x="246305" y="17678"/>
                </a:moveTo>
                <a:lnTo>
                  <a:pt x="208205" y="55778"/>
                </a:lnTo>
                <a:cubicBezTo>
                  <a:pt x="207762" y="56221"/>
                  <a:pt x="207237" y="56572"/>
                  <a:pt x="206659" y="56812"/>
                </a:cubicBezTo>
                <a:cubicBezTo>
                  <a:pt x="206081" y="57051"/>
                  <a:pt x="205461" y="57175"/>
                  <a:pt x="204835" y="57175"/>
                </a:cubicBezTo>
                <a:cubicBezTo>
                  <a:pt x="204209" y="57175"/>
                  <a:pt x="203589" y="57051"/>
                  <a:pt x="203011" y="56812"/>
                </a:cubicBezTo>
                <a:cubicBezTo>
                  <a:pt x="202433" y="56572"/>
                  <a:pt x="201908" y="56221"/>
                  <a:pt x="201466" y="55778"/>
                </a:cubicBezTo>
                <a:lnTo>
                  <a:pt x="182416" y="36728"/>
                </a:lnTo>
                <a:cubicBezTo>
                  <a:pt x="181522" y="35834"/>
                  <a:pt x="181020" y="34622"/>
                  <a:pt x="181020" y="33358"/>
                </a:cubicBezTo>
                <a:cubicBezTo>
                  <a:pt x="181020" y="32095"/>
                  <a:pt x="181522" y="30883"/>
                  <a:pt x="182416" y="29989"/>
                </a:cubicBezTo>
                <a:cubicBezTo>
                  <a:pt x="183310" y="29095"/>
                  <a:pt x="184521" y="28593"/>
                  <a:pt x="185785" y="28593"/>
                </a:cubicBezTo>
                <a:cubicBezTo>
                  <a:pt x="187049" y="28593"/>
                  <a:pt x="188261" y="29095"/>
                  <a:pt x="189155" y="29989"/>
                </a:cubicBezTo>
                <a:lnTo>
                  <a:pt x="204787" y="45670"/>
                </a:lnTo>
                <a:lnTo>
                  <a:pt x="239518" y="10939"/>
                </a:lnTo>
                <a:cubicBezTo>
                  <a:pt x="239960" y="10497"/>
                  <a:pt x="240486" y="10146"/>
                  <a:pt x="241064" y="9906"/>
                </a:cubicBezTo>
                <a:cubicBezTo>
                  <a:pt x="241643" y="9667"/>
                  <a:pt x="242262" y="9543"/>
                  <a:pt x="242887" y="9543"/>
                </a:cubicBezTo>
                <a:cubicBezTo>
                  <a:pt x="243513" y="9543"/>
                  <a:pt x="244133" y="9667"/>
                  <a:pt x="244712" y="9906"/>
                </a:cubicBezTo>
                <a:cubicBezTo>
                  <a:pt x="245290" y="10146"/>
                  <a:pt x="245815" y="10497"/>
                  <a:pt x="246257" y="10939"/>
                </a:cubicBezTo>
                <a:cubicBezTo>
                  <a:pt x="246699" y="11382"/>
                  <a:pt x="247051" y="11907"/>
                  <a:pt x="247290" y="12485"/>
                </a:cubicBezTo>
                <a:cubicBezTo>
                  <a:pt x="247529" y="13063"/>
                  <a:pt x="247653" y="13683"/>
                  <a:pt x="247653" y="14308"/>
                </a:cubicBezTo>
                <a:cubicBezTo>
                  <a:pt x="247653" y="14934"/>
                  <a:pt x="247529" y="15554"/>
                  <a:pt x="247290" y="16132"/>
                </a:cubicBezTo>
                <a:cubicBezTo>
                  <a:pt x="247051" y="16710"/>
                  <a:pt x="246699" y="17236"/>
                  <a:pt x="246257" y="17678"/>
                </a:cubicBezTo>
                <a:lnTo>
                  <a:pt x="246305" y="1767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" name="Graphic 45">
            <a:extLst>
              <a:ext uri="{FF2B5EF4-FFF2-40B4-BE49-F238E27FC236}">
                <a16:creationId xmlns:a16="http://schemas.microsoft.com/office/drawing/2014/main" id="{B25373B7-C7C3-D3A7-D66A-BBB04A883D92}"/>
              </a:ext>
            </a:extLst>
          </p:cNvPr>
          <p:cNvSpPr/>
          <p:nvPr/>
        </p:nvSpPr>
        <p:spPr>
          <a:xfrm>
            <a:off x="7408793" y="2428748"/>
            <a:ext cx="270202" cy="200030"/>
          </a:xfrm>
          <a:custGeom>
            <a:avLst/>
            <a:gdLst>
              <a:gd name="csX0" fmla="*/ 267891 w 270202"/>
              <a:gd name="csY0" fmla="*/ 113639 h 200030"/>
              <a:gd name="csX1" fmla="*/ 264284 w 270202"/>
              <a:gd name="csY1" fmla="*/ 114157 h 200030"/>
              <a:gd name="csX2" fmla="*/ 261366 w 270202"/>
              <a:gd name="csY2" fmla="*/ 111972 h 200030"/>
              <a:gd name="csX3" fmla="*/ 220218 w 270202"/>
              <a:gd name="csY3" fmla="*/ 85778 h 200030"/>
              <a:gd name="csX4" fmla="*/ 218789 w 270202"/>
              <a:gd name="csY4" fmla="*/ 85540 h 200030"/>
              <a:gd name="csX5" fmla="*/ 214265 w 270202"/>
              <a:gd name="csY5" fmla="*/ 85778 h 200030"/>
              <a:gd name="csX6" fmla="*/ 210897 w 270202"/>
              <a:gd name="csY6" fmla="*/ 84384 h 200030"/>
              <a:gd name="csX7" fmla="*/ 209502 w 270202"/>
              <a:gd name="csY7" fmla="*/ 81016 h 200030"/>
              <a:gd name="csX8" fmla="*/ 210897 w 270202"/>
              <a:gd name="csY8" fmla="*/ 77649 h 200030"/>
              <a:gd name="csX9" fmla="*/ 214265 w 270202"/>
              <a:gd name="csY9" fmla="*/ 76253 h 200030"/>
              <a:gd name="csX10" fmla="*/ 231899 w 270202"/>
              <a:gd name="csY10" fmla="*/ 71201 h 200030"/>
              <a:gd name="csX11" fmla="*/ 244191 w 270202"/>
              <a:gd name="csY11" fmla="*/ 57585 h 200030"/>
              <a:gd name="csX12" fmla="*/ 247419 w 270202"/>
              <a:gd name="csY12" fmla="*/ 39529 h 200030"/>
              <a:gd name="csX13" fmla="*/ 240606 w 270202"/>
              <a:gd name="csY13" fmla="*/ 22497 h 200030"/>
              <a:gd name="csX14" fmla="*/ 225815 w 270202"/>
              <a:gd name="csY14" fmla="*/ 11647 h 200030"/>
              <a:gd name="csX15" fmla="*/ 207524 w 270202"/>
              <a:gd name="csY15" fmla="*/ 10265 h 200030"/>
              <a:gd name="csX16" fmla="*/ 191271 w 270202"/>
              <a:gd name="csY16" fmla="*/ 18768 h 200030"/>
              <a:gd name="csX17" fmla="*/ 181975 w 270202"/>
              <a:gd name="csY17" fmla="*/ 34581 h 200030"/>
              <a:gd name="csX18" fmla="*/ 179782 w 270202"/>
              <a:gd name="csY18" fmla="*/ 37495 h 200030"/>
              <a:gd name="csX19" fmla="*/ 176171 w 270202"/>
              <a:gd name="csY19" fmla="*/ 38005 h 200030"/>
              <a:gd name="csX20" fmla="*/ 173257 w 270202"/>
              <a:gd name="csY20" fmla="*/ 35811 h 200030"/>
              <a:gd name="csX21" fmla="*/ 172748 w 270202"/>
              <a:gd name="csY21" fmla="*/ 32200 h 200030"/>
              <a:gd name="csX22" fmla="*/ 182594 w 270202"/>
              <a:gd name="csY22" fmla="*/ 14008 h 200030"/>
              <a:gd name="csX23" fmla="*/ 199814 w 270202"/>
              <a:gd name="csY23" fmla="*/ 2546 h 200030"/>
              <a:gd name="csX24" fmla="*/ 220398 w 270202"/>
              <a:gd name="csY24" fmla="*/ 485 h 200030"/>
              <a:gd name="csX25" fmla="*/ 239550 w 270202"/>
              <a:gd name="csY25" fmla="*/ 8303 h 200030"/>
              <a:gd name="csX26" fmla="*/ 252809 w 270202"/>
              <a:gd name="csY26" fmla="*/ 24181 h 200030"/>
              <a:gd name="csX27" fmla="*/ 257088 w 270202"/>
              <a:gd name="csY27" fmla="*/ 44420 h 200030"/>
              <a:gd name="csX28" fmla="*/ 251390 w 270202"/>
              <a:gd name="csY28" fmla="*/ 64305 h 200030"/>
              <a:gd name="csX29" fmla="*/ 237042 w 270202"/>
              <a:gd name="csY29" fmla="*/ 79206 h 200030"/>
              <a:gd name="csX30" fmla="*/ 269558 w 270202"/>
              <a:gd name="csY30" fmla="*/ 107162 h 200030"/>
              <a:gd name="csX31" fmla="*/ 270052 w 270202"/>
              <a:gd name="csY31" fmla="*/ 110742 h 200030"/>
              <a:gd name="csX32" fmla="*/ 267891 w 270202"/>
              <a:gd name="csY32" fmla="*/ 113639 h 200030"/>
              <a:gd name="csX33" fmla="*/ 208907 w 270202"/>
              <a:gd name="csY33" fmla="*/ 192887 h 200030"/>
              <a:gd name="csX34" fmla="*/ 209382 w 270202"/>
              <a:gd name="csY34" fmla="*/ 196497 h 200030"/>
              <a:gd name="csX35" fmla="*/ 207169 w 270202"/>
              <a:gd name="csY35" fmla="*/ 199388 h 200030"/>
              <a:gd name="csX36" fmla="*/ 204788 w 270202"/>
              <a:gd name="csY36" fmla="*/ 200031 h 200030"/>
              <a:gd name="csX37" fmla="*/ 202409 w 270202"/>
              <a:gd name="csY37" fmla="*/ 199391 h 200030"/>
              <a:gd name="csX38" fmla="*/ 200668 w 270202"/>
              <a:gd name="csY38" fmla="*/ 197649 h 200030"/>
              <a:gd name="csX39" fmla="*/ 174132 w 270202"/>
              <a:gd name="csY39" fmla="*/ 171483 h 200030"/>
              <a:gd name="csX40" fmla="*/ 138113 w 270202"/>
              <a:gd name="csY40" fmla="*/ 161922 h 200030"/>
              <a:gd name="csX41" fmla="*/ 102093 w 270202"/>
              <a:gd name="csY41" fmla="*/ 171483 h 200030"/>
              <a:gd name="csX42" fmla="*/ 75557 w 270202"/>
              <a:gd name="csY42" fmla="*/ 197649 h 200030"/>
              <a:gd name="csX43" fmla="*/ 72671 w 270202"/>
              <a:gd name="csY43" fmla="*/ 199720 h 200030"/>
              <a:gd name="csX44" fmla="*/ 69155 w 270202"/>
              <a:gd name="csY44" fmla="*/ 199218 h 200030"/>
              <a:gd name="csX45" fmla="*/ 66964 w 270202"/>
              <a:gd name="csY45" fmla="*/ 196422 h 200030"/>
              <a:gd name="csX46" fmla="*/ 67318 w 270202"/>
              <a:gd name="csY46" fmla="*/ 192887 h 200030"/>
              <a:gd name="csX47" fmla="*/ 113979 w 270202"/>
              <a:gd name="csY47" fmla="*/ 155977 h 200030"/>
              <a:gd name="csX48" fmla="*/ 90414 w 270202"/>
              <a:gd name="csY48" fmla="*/ 131144 h 200030"/>
              <a:gd name="csX49" fmla="*/ 87219 w 270202"/>
              <a:gd name="csY49" fmla="*/ 97060 h 200030"/>
              <a:gd name="csX50" fmla="*/ 105757 w 270202"/>
              <a:gd name="csY50" fmla="*/ 68279 h 200030"/>
              <a:gd name="csX51" fmla="*/ 138113 w 270202"/>
              <a:gd name="csY51" fmla="*/ 57093 h 200030"/>
              <a:gd name="csX52" fmla="*/ 170468 w 270202"/>
              <a:gd name="csY52" fmla="*/ 68279 h 200030"/>
              <a:gd name="csX53" fmla="*/ 189006 w 270202"/>
              <a:gd name="csY53" fmla="*/ 97060 h 200030"/>
              <a:gd name="csX54" fmla="*/ 185811 w 270202"/>
              <a:gd name="csY54" fmla="*/ 131144 h 200030"/>
              <a:gd name="csX55" fmla="*/ 162247 w 270202"/>
              <a:gd name="csY55" fmla="*/ 155977 h 200030"/>
              <a:gd name="csX56" fmla="*/ 208907 w 270202"/>
              <a:gd name="csY56" fmla="*/ 192887 h 200030"/>
              <a:gd name="csX57" fmla="*/ 138113 w 270202"/>
              <a:gd name="csY57" fmla="*/ 152406 h 200030"/>
              <a:gd name="csX58" fmla="*/ 161926 w 270202"/>
              <a:gd name="csY58" fmla="*/ 145182 h 200030"/>
              <a:gd name="csX59" fmla="*/ 177713 w 270202"/>
              <a:gd name="csY59" fmla="*/ 125946 h 200030"/>
              <a:gd name="csX60" fmla="*/ 180151 w 270202"/>
              <a:gd name="csY60" fmla="*/ 101181 h 200030"/>
              <a:gd name="csX61" fmla="*/ 168421 w 270202"/>
              <a:gd name="csY61" fmla="*/ 79235 h 200030"/>
              <a:gd name="csX62" fmla="*/ 146474 w 270202"/>
              <a:gd name="csY62" fmla="*/ 67505 h 200030"/>
              <a:gd name="csX63" fmla="*/ 121709 w 270202"/>
              <a:gd name="csY63" fmla="*/ 69944 h 200030"/>
              <a:gd name="csX64" fmla="*/ 102474 w 270202"/>
              <a:gd name="csY64" fmla="*/ 85731 h 200030"/>
              <a:gd name="csX65" fmla="*/ 95250 w 270202"/>
              <a:gd name="csY65" fmla="*/ 109543 h 200030"/>
              <a:gd name="csX66" fmla="*/ 107804 w 270202"/>
              <a:gd name="csY66" fmla="*/ 139852 h 200030"/>
              <a:gd name="csX67" fmla="*/ 138113 w 270202"/>
              <a:gd name="csY67" fmla="*/ 152406 h 200030"/>
              <a:gd name="csX68" fmla="*/ 61912 w 270202"/>
              <a:gd name="csY68" fmla="*/ 76206 h 200030"/>
              <a:gd name="csX69" fmla="*/ 44279 w 270202"/>
              <a:gd name="csY69" fmla="*/ 71154 h 200030"/>
              <a:gd name="csX70" fmla="*/ 31987 w 270202"/>
              <a:gd name="csY70" fmla="*/ 57538 h 200030"/>
              <a:gd name="csX71" fmla="*/ 28758 w 270202"/>
              <a:gd name="csY71" fmla="*/ 39481 h 200030"/>
              <a:gd name="csX72" fmla="*/ 35571 w 270202"/>
              <a:gd name="csY72" fmla="*/ 22449 h 200030"/>
              <a:gd name="csX73" fmla="*/ 50362 w 270202"/>
              <a:gd name="csY73" fmla="*/ 11600 h 200030"/>
              <a:gd name="csX74" fmla="*/ 68653 w 270202"/>
              <a:gd name="csY74" fmla="*/ 10217 h 200030"/>
              <a:gd name="csX75" fmla="*/ 84907 w 270202"/>
              <a:gd name="csY75" fmla="*/ 18720 h 200030"/>
              <a:gd name="csX76" fmla="*/ 94202 w 270202"/>
              <a:gd name="csY76" fmla="*/ 34534 h 200030"/>
              <a:gd name="csX77" fmla="*/ 96396 w 270202"/>
              <a:gd name="csY77" fmla="*/ 37447 h 200030"/>
              <a:gd name="csX78" fmla="*/ 100007 w 270202"/>
              <a:gd name="csY78" fmla="*/ 37957 h 200030"/>
              <a:gd name="csX79" fmla="*/ 102920 w 270202"/>
              <a:gd name="csY79" fmla="*/ 35763 h 200030"/>
              <a:gd name="csX80" fmla="*/ 103430 w 270202"/>
              <a:gd name="csY80" fmla="*/ 32153 h 200030"/>
              <a:gd name="csX81" fmla="*/ 93530 w 270202"/>
              <a:gd name="csY81" fmla="*/ 13907 h 200030"/>
              <a:gd name="csX82" fmla="*/ 76218 w 270202"/>
              <a:gd name="csY82" fmla="*/ 2453 h 200030"/>
              <a:gd name="csX83" fmla="*/ 55555 w 270202"/>
              <a:gd name="csY83" fmla="*/ 476 h 200030"/>
              <a:gd name="csX84" fmla="*/ 36385 w 270202"/>
              <a:gd name="csY84" fmla="*/ 8441 h 200030"/>
              <a:gd name="csX85" fmla="*/ 23207 w 270202"/>
              <a:gd name="csY85" fmla="*/ 24479 h 200030"/>
              <a:gd name="csX86" fmla="*/ 19109 w 270202"/>
              <a:gd name="csY86" fmla="*/ 44829 h 200030"/>
              <a:gd name="csX87" fmla="*/ 25055 w 270202"/>
              <a:gd name="csY87" fmla="*/ 64717 h 200030"/>
              <a:gd name="csX88" fmla="*/ 39648 w 270202"/>
              <a:gd name="csY88" fmla="*/ 79480 h 200030"/>
              <a:gd name="csX89" fmla="*/ 952 w 270202"/>
              <a:gd name="csY89" fmla="*/ 106686 h 200030"/>
              <a:gd name="csX90" fmla="*/ 48 w 270202"/>
              <a:gd name="csY90" fmla="*/ 110217 h 200030"/>
              <a:gd name="csX91" fmla="*/ 1905 w 270202"/>
              <a:gd name="csY91" fmla="*/ 113353 h 200030"/>
              <a:gd name="csX92" fmla="*/ 5436 w 270202"/>
              <a:gd name="csY92" fmla="*/ 114258 h 200030"/>
              <a:gd name="csX93" fmla="*/ 8572 w 270202"/>
              <a:gd name="csY93" fmla="*/ 112401 h 200030"/>
              <a:gd name="csX94" fmla="*/ 32066 w 270202"/>
              <a:gd name="csY94" fmla="*/ 92712 h 200030"/>
              <a:gd name="csX95" fmla="*/ 61912 w 270202"/>
              <a:gd name="csY95" fmla="*/ 85731 h 200030"/>
              <a:gd name="csX96" fmla="*/ 65280 w 270202"/>
              <a:gd name="csY96" fmla="*/ 84336 h 200030"/>
              <a:gd name="csX97" fmla="*/ 66675 w 270202"/>
              <a:gd name="csY97" fmla="*/ 80968 h 200030"/>
              <a:gd name="csX98" fmla="*/ 65280 w 270202"/>
              <a:gd name="csY98" fmla="*/ 77601 h 200030"/>
              <a:gd name="csX99" fmla="*/ 61912 w 270202"/>
              <a:gd name="csY99" fmla="*/ 76206 h 200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270202" h="200030">
                <a:moveTo>
                  <a:pt x="267891" y="113639"/>
                </a:moveTo>
                <a:cubicBezTo>
                  <a:pt x="266805" y="114283"/>
                  <a:pt x="265507" y="114469"/>
                  <a:pt x="264284" y="114157"/>
                </a:cubicBezTo>
                <a:cubicBezTo>
                  <a:pt x="263060" y="113845"/>
                  <a:pt x="262010" y="113059"/>
                  <a:pt x="261366" y="111972"/>
                </a:cubicBezTo>
                <a:cubicBezTo>
                  <a:pt x="251449" y="95303"/>
                  <a:pt x="236447" y="85778"/>
                  <a:pt x="220218" y="85778"/>
                </a:cubicBezTo>
                <a:cubicBezTo>
                  <a:pt x="219732" y="85773"/>
                  <a:pt x="219250" y="85693"/>
                  <a:pt x="218789" y="85540"/>
                </a:cubicBezTo>
                <a:cubicBezTo>
                  <a:pt x="217286" y="85698"/>
                  <a:pt x="215776" y="85777"/>
                  <a:pt x="214265" y="85778"/>
                </a:cubicBezTo>
                <a:cubicBezTo>
                  <a:pt x="213002" y="85778"/>
                  <a:pt x="211790" y="85276"/>
                  <a:pt x="210897" y="84384"/>
                </a:cubicBezTo>
                <a:cubicBezTo>
                  <a:pt x="210004" y="83490"/>
                  <a:pt x="209502" y="82279"/>
                  <a:pt x="209502" y="81016"/>
                </a:cubicBezTo>
                <a:cubicBezTo>
                  <a:pt x="209502" y="79753"/>
                  <a:pt x="210004" y="78541"/>
                  <a:pt x="210897" y="77649"/>
                </a:cubicBezTo>
                <a:cubicBezTo>
                  <a:pt x="211790" y="76755"/>
                  <a:pt x="213002" y="76253"/>
                  <a:pt x="214265" y="76253"/>
                </a:cubicBezTo>
                <a:cubicBezTo>
                  <a:pt x="220500" y="76251"/>
                  <a:pt x="226609" y="74501"/>
                  <a:pt x="231899" y="71201"/>
                </a:cubicBezTo>
                <a:cubicBezTo>
                  <a:pt x="237189" y="67902"/>
                  <a:pt x="241447" y="63184"/>
                  <a:pt x="244191" y="57585"/>
                </a:cubicBezTo>
                <a:cubicBezTo>
                  <a:pt x="246934" y="51986"/>
                  <a:pt x="248053" y="45730"/>
                  <a:pt x="247419" y="39529"/>
                </a:cubicBezTo>
                <a:cubicBezTo>
                  <a:pt x="246785" y="33326"/>
                  <a:pt x="244425" y="27425"/>
                  <a:pt x="240606" y="22497"/>
                </a:cubicBezTo>
                <a:cubicBezTo>
                  <a:pt x="236788" y="17568"/>
                  <a:pt x="231663" y="13810"/>
                  <a:pt x="225815" y="11647"/>
                </a:cubicBezTo>
                <a:cubicBezTo>
                  <a:pt x="219968" y="9485"/>
                  <a:pt x="213631" y="9006"/>
                  <a:pt x="207524" y="10265"/>
                </a:cubicBezTo>
                <a:cubicBezTo>
                  <a:pt x="201418" y="11524"/>
                  <a:pt x="195786" y="14469"/>
                  <a:pt x="191271" y="18768"/>
                </a:cubicBezTo>
                <a:cubicBezTo>
                  <a:pt x="186754" y="23066"/>
                  <a:pt x="183533" y="28545"/>
                  <a:pt x="181975" y="34581"/>
                </a:cubicBezTo>
                <a:cubicBezTo>
                  <a:pt x="181659" y="35805"/>
                  <a:pt x="180870" y="36853"/>
                  <a:pt x="179782" y="37495"/>
                </a:cubicBezTo>
                <a:cubicBezTo>
                  <a:pt x="178694" y="38137"/>
                  <a:pt x="177395" y="38321"/>
                  <a:pt x="176171" y="38005"/>
                </a:cubicBezTo>
                <a:cubicBezTo>
                  <a:pt x="174948" y="37689"/>
                  <a:pt x="173899" y="36900"/>
                  <a:pt x="173257" y="35811"/>
                </a:cubicBezTo>
                <a:cubicBezTo>
                  <a:pt x="172615" y="34723"/>
                  <a:pt x="172432" y="33424"/>
                  <a:pt x="172748" y="32200"/>
                </a:cubicBezTo>
                <a:cubicBezTo>
                  <a:pt x="174495" y="25423"/>
                  <a:pt x="177877" y="19177"/>
                  <a:pt x="182594" y="14008"/>
                </a:cubicBezTo>
                <a:cubicBezTo>
                  <a:pt x="187313" y="8839"/>
                  <a:pt x="193225" y="4904"/>
                  <a:pt x="199814" y="2546"/>
                </a:cubicBezTo>
                <a:cubicBezTo>
                  <a:pt x="206405" y="189"/>
                  <a:pt x="213471" y="-519"/>
                  <a:pt x="220398" y="485"/>
                </a:cubicBezTo>
                <a:cubicBezTo>
                  <a:pt x="227325" y="1488"/>
                  <a:pt x="233900" y="4172"/>
                  <a:pt x="239550" y="8303"/>
                </a:cubicBezTo>
                <a:cubicBezTo>
                  <a:pt x="245199" y="12434"/>
                  <a:pt x="249752" y="17885"/>
                  <a:pt x="252809" y="24181"/>
                </a:cubicBezTo>
                <a:cubicBezTo>
                  <a:pt x="255866" y="30476"/>
                  <a:pt x="257335" y="37425"/>
                  <a:pt x="257088" y="44420"/>
                </a:cubicBezTo>
                <a:cubicBezTo>
                  <a:pt x="256841" y="51414"/>
                  <a:pt x="254884" y="58241"/>
                  <a:pt x="251390" y="64305"/>
                </a:cubicBezTo>
                <a:cubicBezTo>
                  <a:pt x="247896" y="70369"/>
                  <a:pt x="242969" y="75486"/>
                  <a:pt x="237042" y="79206"/>
                </a:cubicBezTo>
                <a:cubicBezTo>
                  <a:pt x="249912" y="83790"/>
                  <a:pt x="261461" y="93493"/>
                  <a:pt x="269558" y="107162"/>
                </a:cubicBezTo>
                <a:cubicBezTo>
                  <a:pt x="270186" y="108244"/>
                  <a:pt x="270364" y="109531"/>
                  <a:pt x="270052" y="110742"/>
                </a:cubicBezTo>
                <a:cubicBezTo>
                  <a:pt x="269740" y="111955"/>
                  <a:pt x="268964" y="112995"/>
                  <a:pt x="267891" y="113639"/>
                </a:cubicBezTo>
                <a:close/>
                <a:moveTo>
                  <a:pt x="208907" y="192887"/>
                </a:moveTo>
                <a:cubicBezTo>
                  <a:pt x="209538" y="193980"/>
                  <a:pt x="209708" y="195279"/>
                  <a:pt x="209382" y="196497"/>
                </a:cubicBezTo>
                <a:cubicBezTo>
                  <a:pt x="209057" y="197716"/>
                  <a:pt x="208260" y="198755"/>
                  <a:pt x="207169" y="199388"/>
                </a:cubicBezTo>
                <a:cubicBezTo>
                  <a:pt x="206447" y="199812"/>
                  <a:pt x="205625" y="200033"/>
                  <a:pt x="204788" y="200031"/>
                </a:cubicBezTo>
                <a:cubicBezTo>
                  <a:pt x="203952" y="200030"/>
                  <a:pt x="203132" y="199810"/>
                  <a:pt x="202409" y="199391"/>
                </a:cubicBezTo>
                <a:cubicBezTo>
                  <a:pt x="201686" y="198973"/>
                  <a:pt x="201085" y="198373"/>
                  <a:pt x="200668" y="197649"/>
                </a:cubicBezTo>
                <a:cubicBezTo>
                  <a:pt x="194249" y="186768"/>
                  <a:pt x="185102" y="177749"/>
                  <a:pt x="174132" y="171483"/>
                </a:cubicBezTo>
                <a:cubicBezTo>
                  <a:pt x="163161" y="165218"/>
                  <a:pt x="150746" y="161922"/>
                  <a:pt x="138113" y="161922"/>
                </a:cubicBezTo>
                <a:cubicBezTo>
                  <a:pt x="125479" y="161922"/>
                  <a:pt x="113064" y="165218"/>
                  <a:pt x="102093" y="171483"/>
                </a:cubicBezTo>
                <a:cubicBezTo>
                  <a:pt x="91123" y="177749"/>
                  <a:pt x="81976" y="186768"/>
                  <a:pt x="75557" y="197649"/>
                </a:cubicBezTo>
                <a:cubicBezTo>
                  <a:pt x="74898" y="198687"/>
                  <a:pt x="73864" y="199429"/>
                  <a:pt x="72671" y="199720"/>
                </a:cubicBezTo>
                <a:cubicBezTo>
                  <a:pt x="71478" y="200013"/>
                  <a:pt x="70218" y="199832"/>
                  <a:pt x="69155" y="199218"/>
                </a:cubicBezTo>
                <a:cubicBezTo>
                  <a:pt x="68091" y="198603"/>
                  <a:pt x="67306" y="197602"/>
                  <a:pt x="66964" y="196422"/>
                </a:cubicBezTo>
                <a:cubicBezTo>
                  <a:pt x="66622" y="195241"/>
                  <a:pt x="66749" y="193976"/>
                  <a:pt x="67318" y="192887"/>
                </a:cubicBezTo>
                <a:cubicBezTo>
                  <a:pt x="77656" y="175136"/>
                  <a:pt x="94324" y="161951"/>
                  <a:pt x="113979" y="155977"/>
                </a:cubicBezTo>
                <a:cubicBezTo>
                  <a:pt x="103564" y="150572"/>
                  <a:pt x="95266" y="141827"/>
                  <a:pt x="90414" y="131144"/>
                </a:cubicBezTo>
                <a:cubicBezTo>
                  <a:pt x="85562" y="120461"/>
                  <a:pt x="84437" y="108458"/>
                  <a:pt x="87219" y="97060"/>
                </a:cubicBezTo>
                <a:cubicBezTo>
                  <a:pt x="90001" y="85660"/>
                  <a:pt x="96529" y="75526"/>
                  <a:pt x="105757" y="68279"/>
                </a:cubicBezTo>
                <a:cubicBezTo>
                  <a:pt x="114985" y="61032"/>
                  <a:pt x="126379" y="57093"/>
                  <a:pt x="138113" y="57093"/>
                </a:cubicBezTo>
                <a:cubicBezTo>
                  <a:pt x="149846" y="57093"/>
                  <a:pt x="161240" y="61032"/>
                  <a:pt x="170468" y="68279"/>
                </a:cubicBezTo>
                <a:cubicBezTo>
                  <a:pt x="179696" y="75526"/>
                  <a:pt x="186224" y="85660"/>
                  <a:pt x="189006" y="97060"/>
                </a:cubicBezTo>
                <a:cubicBezTo>
                  <a:pt x="191788" y="108458"/>
                  <a:pt x="190663" y="120461"/>
                  <a:pt x="185811" y="131144"/>
                </a:cubicBezTo>
                <a:cubicBezTo>
                  <a:pt x="180959" y="141827"/>
                  <a:pt x="172661" y="150572"/>
                  <a:pt x="162247" y="155977"/>
                </a:cubicBezTo>
                <a:cubicBezTo>
                  <a:pt x="181901" y="161951"/>
                  <a:pt x="198570" y="175136"/>
                  <a:pt x="208907" y="192887"/>
                </a:cubicBezTo>
                <a:close/>
                <a:moveTo>
                  <a:pt x="138113" y="152406"/>
                </a:moveTo>
                <a:cubicBezTo>
                  <a:pt x="146590" y="152406"/>
                  <a:pt x="154877" y="149892"/>
                  <a:pt x="161926" y="145182"/>
                </a:cubicBezTo>
                <a:cubicBezTo>
                  <a:pt x="168974" y="140473"/>
                  <a:pt x="174468" y="133779"/>
                  <a:pt x="177713" y="125946"/>
                </a:cubicBezTo>
                <a:cubicBezTo>
                  <a:pt x="180957" y="118114"/>
                  <a:pt x="181806" y="109495"/>
                  <a:pt x="180151" y="101181"/>
                </a:cubicBezTo>
                <a:cubicBezTo>
                  <a:pt x="178498" y="92867"/>
                  <a:pt x="174415" y="85230"/>
                  <a:pt x="168421" y="79235"/>
                </a:cubicBezTo>
                <a:cubicBezTo>
                  <a:pt x="162426" y="73240"/>
                  <a:pt x="154789" y="69158"/>
                  <a:pt x="146474" y="67505"/>
                </a:cubicBezTo>
                <a:cubicBezTo>
                  <a:pt x="138160" y="65851"/>
                  <a:pt x="129542" y="66700"/>
                  <a:pt x="121709" y="69944"/>
                </a:cubicBezTo>
                <a:cubicBezTo>
                  <a:pt x="113878" y="73188"/>
                  <a:pt x="107184" y="78681"/>
                  <a:pt x="102474" y="85731"/>
                </a:cubicBezTo>
                <a:cubicBezTo>
                  <a:pt x="97764" y="92779"/>
                  <a:pt x="95250" y="101066"/>
                  <a:pt x="95250" y="109543"/>
                </a:cubicBezTo>
                <a:cubicBezTo>
                  <a:pt x="95250" y="120911"/>
                  <a:pt x="99766" y="131814"/>
                  <a:pt x="107804" y="139852"/>
                </a:cubicBezTo>
                <a:cubicBezTo>
                  <a:pt x="115842" y="147890"/>
                  <a:pt x="126744" y="152406"/>
                  <a:pt x="138113" y="152406"/>
                </a:cubicBezTo>
                <a:close/>
                <a:moveTo>
                  <a:pt x="61912" y="76206"/>
                </a:moveTo>
                <a:cubicBezTo>
                  <a:pt x="55678" y="76204"/>
                  <a:pt x="49568" y="74453"/>
                  <a:pt x="44279" y="71154"/>
                </a:cubicBezTo>
                <a:cubicBezTo>
                  <a:pt x="38989" y="67854"/>
                  <a:pt x="34730" y="63136"/>
                  <a:pt x="31987" y="57538"/>
                </a:cubicBezTo>
                <a:cubicBezTo>
                  <a:pt x="29243" y="51939"/>
                  <a:pt x="28125" y="45683"/>
                  <a:pt x="28758" y="39481"/>
                </a:cubicBezTo>
                <a:cubicBezTo>
                  <a:pt x="29392" y="33278"/>
                  <a:pt x="31752" y="27377"/>
                  <a:pt x="35571" y="22449"/>
                </a:cubicBezTo>
                <a:cubicBezTo>
                  <a:pt x="39390" y="17521"/>
                  <a:pt x="44514" y="13762"/>
                  <a:pt x="50362" y="11600"/>
                </a:cubicBezTo>
                <a:cubicBezTo>
                  <a:pt x="56210" y="9438"/>
                  <a:pt x="62547" y="8959"/>
                  <a:pt x="68653" y="10217"/>
                </a:cubicBezTo>
                <a:cubicBezTo>
                  <a:pt x="74760" y="11476"/>
                  <a:pt x="80391" y="14422"/>
                  <a:pt x="84907" y="18720"/>
                </a:cubicBezTo>
                <a:cubicBezTo>
                  <a:pt x="89424" y="23018"/>
                  <a:pt x="92644" y="28497"/>
                  <a:pt x="94202" y="34534"/>
                </a:cubicBezTo>
                <a:cubicBezTo>
                  <a:pt x="94518" y="35758"/>
                  <a:pt x="95307" y="36805"/>
                  <a:pt x="96396" y="37447"/>
                </a:cubicBezTo>
                <a:cubicBezTo>
                  <a:pt x="97484" y="38089"/>
                  <a:pt x="98783" y="38273"/>
                  <a:pt x="100007" y="37957"/>
                </a:cubicBezTo>
                <a:cubicBezTo>
                  <a:pt x="101230" y="37642"/>
                  <a:pt x="102278" y="36852"/>
                  <a:pt x="102920" y="35763"/>
                </a:cubicBezTo>
                <a:cubicBezTo>
                  <a:pt x="103562" y="34676"/>
                  <a:pt x="103745" y="33376"/>
                  <a:pt x="103430" y="32153"/>
                </a:cubicBezTo>
                <a:cubicBezTo>
                  <a:pt x="101675" y="25352"/>
                  <a:pt x="98275" y="19086"/>
                  <a:pt x="93530" y="13907"/>
                </a:cubicBezTo>
                <a:cubicBezTo>
                  <a:pt x="88785" y="8728"/>
                  <a:pt x="82840" y="4795"/>
                  <a:pt x="76218" y="2453"/>
                </a:cubicBezTo>
                <a:cubicBezTo>
                  <a:pt x="69596" y="111"/>
                  <a:pt x="62500" y="-568"/>
                  <a:pt x="55555" y="476"/>
                </a:cubicBezTo>
                <a:cubicBezTo>
                  <a:pt x="48609" y="1520"/>
                  <a:pt x="42026" y="4256"/>
                  <a:pt x="36385" y="8441"/>
                </a:cubicBezTo>
                <a:cubicBezTo>
                  <a:pt x="30745" y="12627"/>
                  <a:pt x="26219" y="18134"/>
                  <a:pt x="23207" y="24479"/>
                </a:cubicBezTo>
                <a:cubicBezTo>
                  <a:pt x="20194" y="30824"/>
                  <a:pt x="18787" y="37812"/>
                  <a:pt x="19109" y="44829"/>
                </a:cubicBezTo>
                <a:cubicBezTo>
                  <a:pt x="19432" y="51845"/>
                  <a:pt x="21473" y="58675"/>
                  <a:pt x="25055" y="64717"/>
                </a:cubicBezTo>
                <a:cubicBezTo>
                  <a:pt x="28636" y="70760"/>
                  <a:pt x="33647" y="75829"/>
                  <a:pt x="39648" y="79480"/>
                </a:cubicBezTo>
                <a:cubicBezTo>
                  <a:pt x="24173" y="84180"/>
                  <a:pt x="10612" y="93715"/>
                  <a:pt x="952" y="106686"/>
                </a:cubicBezTo>
                <a:cubicBezTo>
                  <a:pt x="195" y="107696"/>
                  <a:pt x="-131" y="108967"/>
                  <a:pt x="48" y="110217"/>
                </a:cubicBezTo>
                <a:cubicBezTo>
                  <a:pt x="227" y="111467"/>
                  <a:pt x="895" y="112596"/>
                  <a:pt x="1905" y="113353"/>
                </a:cubicBezTo>
                <a:cubicBezTo>
                  <a:pt x="2916" y="114111"/>
                  <a:pt x="4186" y="114437"/>
                  <a:pt x="5436" y="114258"/>
                </a:cubicBezTo>
                <a:cubicBezTo>
                  <a:pt x="6686" y="114079"/>
                  <a:pt x="7815" y="113411"/>
                  <a:pt x="8572" y="112401"/>
                </a:cubicBezTo>
                <a:cubicBezTo>
                  <a:pt x="14754" y="104089"/>
                  <a:pt x="22801" y="97345"/>
                  <a:pt x="32066" y="92712"/>
                </a:cubicBezTo>
                <a:cubicBezTo>
                  <a:pt x="41331" y="88080"/>
                  <a:pt x="51554" y="85689"/>
                  <a:pt x="61912" y="85731"/>
                </a:cubicBezTo>
                <a:cubicBezTo>
                  <a:pt x="63176" y="85731"/>
                  <a:pt x="64387" y="85230"/>
                  <a:pt x="65280" y="84336"/>
                </a:cubicBezTo>
                <a:cubicBezTo>
                  <a:pt x="66173" y="83443"/>
                  <a:pt x="66675" y="82231"/>
                  <a:pt x="66675" y="80968"/>
                </a:cubicBezTo>
                <a:cubicBezTo>
                  <a:pt x="66675" y="79705"/>
                  <a:pt x="66173" y="78494"/>
                  <a:pt x="65280" y="77601"/>
                </a:cubicBezTo>
                <a:cubicBezTo>
                  <a:pt x="64387" y="76708"/>
                  <a:pt x="63176" y="76206"/>
                  <a:pt x="61912" y="762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" name="Graphic 47">
            <a:extLst>
              <a:ext uri="{FF2B5EF4-FFF2-40B4-BE49-F238E27FC236}">
                <a16:creationId xmlns:a16="http://schemas.microsoft.com/office/drawing/2014/main" id="{260F46A3-9030-9832-16C0-28489E0E1202}"/>
              </a:ext>
            </a:extLst>
          </p:cNvPr>
          <p:cNvSpPr/>
          <p:nvPr/>
        </p:nvSpPr>
        <p:spPr>
          <a:xfrm>
            <a:off x="1633260" y="2428751"/>
            <a:ext cx="238125" cy="200025"/>
          </a:xfrm>
          <a:custGeom>
            <a:avLst/>
            <a:gdLst>
              <a:gd name="csX0" fmla="*/ 223838 w 238125"/>
              <a:gd name="csY0" fmla="*/ 0 h 200025"/>
              <a:gd name="csX1" fmla="*/ 14288 w 238125"/>
              <a:gd name="csY1" fmla="*/ 0 h 200025"/>
              <a:gd name="csX2" fmla="*/ 4185 w 238125"/>
              <a:gd name="csY2" fmla="*/ 4185 h 200025"/>
              <a:gd name="csX3" fmla="*/ 0 w 238125"/>
              <a:gd name="csY3" fmla="*/ 14288 h 200025"/>
              <a:gd name="csX4" fmla="*/ 0 w 238125"/>
              <a:gd name="csY4" fmla="*/ 185738 h 200025"/>
              <a:gd name="csX5" fmla="*/ 4185 w 238125"/>
              <a:gd name="csY5" fmla="*/ 195841 h 200025"/>
              <a:gd name="csX6" fmla="*/ 14288 w 238125"/>
              <a:gd name="csY6" fmla="*/ 200025 h 200025"/>
              <a:gd name="csX7" fmla="*/ 223838 w 238125"/>
              <a:gd name="csY7" fmla="*/ 200025 h 200025"/>
              <a:gd name="csX8" fmla="*/ 233941 w 238125"/>
              <a:gd name="csY8" fmla="*/ 195841 h 200025"/>
              <a:gd name="csX9" fmla="*/ 238125 w 238125"/>
              <a:gd name="csY9" fmla="*/ 185738 h 200025"/>
              <a:gd name="csX10" fmla="*/ 238125 w 238125"/>
              <a:gd name="csY10" fmla="*/ 14288 h 200025"/>
              <a:gd name="csX11" fmla="*/ 233941 w 238125"/>
              <a:gd name="csY11" fmla="*/ 4185 h 200025"/>
              <a:gd name="csX12" fmla="*/ 223838 w 238125"/>
              <a:gd name="csY12" fmla="*/ 0 h 200025"/>
              <a:gd name="csX13" fmla="*/ 228600 w 238125"/>
              <a:gd name="csY13" fmla="*/ 14288 h 200025"/>
              <a:gd name="csX14" fmla="*/ 228600 w 238125"/>
              <a:gd name="csY14" fmla="*/ 95250 h 200025"/>
              <a:gd name="csX15" fmla="*/ 161925 w 238125"/>
              <a:gd name="csY15" fmla="*/ 95250 h 200025"/>
              <a:gd name="csX16" fmla="*/ 161925 w 238125"/>
              <a:gd name="csY16" fmla="*/ 9525 h 200025"/>
              <a:gd name="csX17" fmla="*/ 223838 w 238125"/>
              <a:gd name="csY17" fmla="*/ 9525 h 200025"/>
              <a:gd name="csX18" fmla="*/ 227206 w 238125"/>
              <a:gd name="csY18" fmla="*/ 10920 h 200025"/>
              <a:gd name="csX19" fmla="*/ 228600 w 238125"/>
              <a:gd name="csY19" fmla="*/ 14288 h 200025"/>
              <a:gd name="csX20" fmla="*/ 9525 w 238125"/>
              <a:gd name="csY20" fmla="*/ 185738 h 200025"/>
              <a:gd name="csX21" fmla="*/ 9525 w 238125"/>
              <a:gd name="csY21" fmla="*/ 14288 h 200025"/>
              <a:gd name="csX22" fmla="*/ 10920 w 238125"/>
              <a:gd name="csY22" fmla="*/ 10920 h 200025"/>
              <a:gd name="csX23" fmla="*/ 14288 w 238125"/>
              <a:gd name="csY23" fmla="*/ 9525 h 200025"/>
              <a:gd name="csX24" fmla="*/ 152400 w 238125"/>
              <a:gd name="csY24" fmla="*/ 9525 h 200025"/>
              <a:gd name="csX25" fmla="*/ 152400 w 238125"/>
              <a:gd name="csY25" fmla="*/ 190500 h 200025"/>
              <a:gd name="csX26" fmla="*/ 14288 w 238125"/>
              <a:gd name="csY26" fmla="*/ 190500 h 200025"/>
              <a:gd name="csX27" fmla="*/ 10920 w 238125"/>
              <a:gd name="csY27" fmla="*/ 189106 h 200025"/>
              <a:gd name="csX28" fmla="*/ 9525 w 238125"/>
              <a:gd name="csY28" fmla="*/ 185738 h 200025"/>
              <a:gd name="csX29" fmla="*/ 223838 w 238125"/>
              <a:gd name="csY29" fmla="*/ 190500 h 200025"/>
              <a:gd name="csX30" fmla="*/ 161925 w 238125"/>
              <a:gd name="csY30" fmla="*/ 190500 h 200025"/>
              <a:gd name="csX31" fmla="*/ 161925 w 238125"/>
              <a:gd name="csY31" fmla="*/ 104775 h 200025"/>
              <a:gd name="csX32" fmla="*/ 228600 w 238125"/>
              <a:gd name="csY32" fmla="*/ 104775 h 200025"/>
              <a:gd name="csX33" fmla="*/ 228600 w 238125"/>
              <a:gd name="csY33" fmla="*/ 185738 h 200025"/>
              <a:gd name="csX34" fmla="*/ 227206 w 238125"/>
              <a:gd name="csY34" fmla="*/ 189106 h 200025"/>
              <a:gd name="csX35" fmla="*/ 223838 w 238125"/>
              <a:gd name="csY35" fmla="*/ 190500 h 200025"/>
              <a:gd name="csX36" fmla="*/ 185738 w 238125"/>
              <a:gd name="csY36" fmla="*/ 52388 h 200025"/>
              <a:gd name="csX37" fmla="*/ 187342 w 238125"/>
              <a:gd name="csY37" fmla="*/ 47095 h 200025"/>
              <a:gd name="csX38" fmla="*/ 191617 w 238125"/>
              <a:gd name="csY38" fmla="*/ 43587 h 200025"/>
              <a:gd name="csX39" fmla="*/ 197121 w 238125"/>
              <a:gd name="csY39" fmla="*/ 43045 h 200025"/>
              <a:gd name="csX40" fmla="*/ 201998 w 238125"/>
              <a:gd name="csY40" fmla="*/ 45652 h 200025"/>
              <a:gd name="csX41" fmla="*/ 204605 w 238125"/>
              <a:gd name="csY41" fmla="*/ 50529 h 200025"/>
              <a:gd name="csX42" fmla="*/ 204063 w 238125"/>
              <a:gd name="csY42" fmla="*/ 56033 h 200025"/>
              <a:gd name="csX43" fmla="*/ 200555 w 238125"/>
              <a:gd name="csY43" fmla="*/ 60308 h 200025"/>
              <a:gd name="csX44" fmla="*/ 195263 w 238125"/>
              <a:gd name="csY44" fmla="*/ 61913 h 200025"/>
              <a:gd name="csX45" fmla="*/ 188527 w 238125"/>
              <a:gd name="csY45" fmla="*/ 59123 h 200025"/>
              <a:gd name="csX46" fmla="*/ 185738 w 238125"/>
              <a:gd name="csY46" fmla="*/ 52388 h 200025"/>
              <a:gd name="csX47" fmla="*/ 204788 w 238125"/>
              <a:gd name="csY47" fmla="*/ 147638 h 200025"/>
              <a:gd name="csX48" fmla="*/ 203183 w 238125"/>
              <a:gd name="csY48" fmla="*/ 152930 h 200025"/>
              <a:gd name="csX49" fmla="*/ 198908 w 238125"/>
              <a:gd name="csY49" fmla="*/ 156438 h 200025"/>
              <a:gd name="csX50" fmla="*/ 193404 w 238125"/>
              <a:gd name="csY50" fmla="*/ 156980 h 200025"/>
              <a:gd name="csX51" fmla="*/ 188527 w 238125"/>
              <a:gd name="csY51" fmla="*/ 154373 h 200025"/>
              <a:gd name="csX52" fmla="*/ 185920 w 238125"/>
              <a:gd name="csY52" fmla="*/ 149496 h 200025"/>
              <a:gd name="csX53" fmla="*/ 186462 w 238125"/>
              <a:gd name="csY53" fmla="*/ 143992 h 200025"/>
              <a:gd name="csX54" fmla="*/ 189970 w 238125"/>
              <a:gd name="csY54" fmla="*/ 139717 h 200025"/>
              <a:gd name="csX55" fmla="*/ 195263 w 238125"/>
              <a:gd name="csY55" fmla="*/ 138113 h 200025"/>
              <a:gd name="csX56" fmla="*/ 201998 w 238125"/>
              <a:gd name="csY56" fmla="*/ 140902 h 200025"/>
              <a:gd name="csX57" fmla="*/ 204788 w 238125"/>
              <a:gd name="csY57" fmla="*/ 147638 h 200025"/>
              <a:gd name="csX58" fmla="*/ 123670 w 238125"/>
              <a:gd name="csY58" fmla="*/ 146447 h 200025"/>
              <a:gd name="csX59" fmla="*/ 114708 w 238125"/>
              <a:gd name="csY59" fmla="*/ 129594 h 200025"/>
              <a:gd name="csX60" fmla="*/ 99346 w 238125"/>
              <a:gd name="csY60" fmla="*/ 118265 h 200025"/>
              <a:gd name="csX61" fmla="*/ 112309 w 238125"/>
              <a:gd name="csY61" fmla="*/ 101802 h 200025"/>
              <a:gd name="csX62" fmla="*/ 112888 w 238125"/>
              <a:gd name="csY62" fmla="*/ 80856 h 200025"/>
              <a:gd name="csX63" fmla="*/ 100855 w 238125"/>
              <a:gd name="csY63" fmla="*/ 63701 h 200025"/>
              <a:gd name="csX64" fmla="*/ 80963 w 238125"/>
              <a:gd name="csY64" fmla="*/ 57117 h 200025"/>
              <a:gd name="csX65" fmla="*/ 61070 w 238125"/>
              <a:gd name="csY65" fmla="*/ 63701 h 200025"/>
              <a:gd name="csX66" fmla="*/ 49037 w 238125"/>
              <a:gd name="csY66" fmla="*/ 80856 h 200025"/>
              <a:gd name="csX67" fmla="*/ 49616 w 238125"/>
              <a:gd name="csY67" fmla="*/ 101802 h 200025"/>
              <a:gd name="csX68" fmla="*/ 62579 w 238125"/>
              <a:gd name="csY68" fmla="*/ 118265 h 200025"/>
              <a:gd name="csX69" fmla="*/ 47225 w 238125"/>
              <a:gd name="csY69" fmla="*/ 129601 h 200025"/>
              <a:gd name="csX70" fmla="*/ 38255 w 238125"/>
              <a:gd name="csY70" fmla="*/ 146447 h 200025"/>
              <a:gd name="csX71" fmla="*/ 38764 w 238125"/>
              <a:gd name="csY71" fmla="*/ 150053 h 200025"/>
              <a:gd name="csX72" fmla="*/ 41672 w 238125"/>
              <a:gd name="csY72" fmla="*/ 152245 h 200025"/>
              <a:gd name="csX73" fmla="*/ 42863 w 238125"/>
              <a:gd name="csY73" fmla="*/ 152400 h 200025"/>
              <a:gd name="csX74" fmla="*/ 45777 w 238125"/>
              <a:gd name="csY74" fmla="*/ 151402 h 200025"/>
              <a:gd name="csX75" fmla="*/ 47470 w 238125"/>
              <a:gd name="csY75" fmla="*/ 148828 h 200025"/>
              <a:gd name="csX76" fmla="*/ 80963 w 238125"/>
              <a:gd name="csY76" fmla="*/ 123825 h 200025"/>
              <a:gd name="csX77" fmla="*/ 114454 w 238125"/>
              <a:gd name="csY77" fmla="*/ 148828 h 200025"/>
              <a:gd name="csX78" fmla="*/ 115224 w 238125"/>
              <a:gd name="csY78" fmla="*/ 150568 h 200025"/>
              <a:gd name="csX79" fmla="*/ 116613 w 238125"/>
              <a:gd name="csY79" fmla="*/ 151869 h 200025"/>
              <a:gd name="csX80" fmla="*/ 118400 w 238125"/>
              <a:gd name="csY80" fmla="*/ 152522 h 200025"/>
              <a:gd name="csX81" fmla="*/ 120299 w 238125"/>
              <a:gd name="csY81" fmla="*/ 152424 h 200025"/>
              <a:gd name="csX82" fmla="*/ 122010 w 238125"/>
              <a:gd name="csY82" fmla="*/ 151589 h 200025"/>
              <a:gd name="csX83" fmla="*/ 123256 w 238125"/>
              <a:gd name="csY83" fmla="*/ 150152 h 200025"/>
              <a:gd name="csX84" fmla="*/ 123841 w 238125"/>
              <a:gd name="csY84" fmla="*/ 148341 h 200025"/>
              <a:gd name="csX85" fmla="*/ 123670 w 238125"/>
              <a:gd name="csY85" fmla="*/ 146447 h 200025"/>
              <a:gd name="csX86" fmla="*/ 57150 w 238125"/>
              <a:gd name="csY86" fmla="*/ 90488 h 200025"/>
              <a:gd name="csX87" fmla="*/ 61163 w 238125"/>
              <a:gd name="csY87" fmla="*/ 77258 h 200025"/>
              <a:gd name="csX88" fmla="*/ 71850 w 238125"/>
              <a:gd name="csY88" fmla="*/ 68488 h 200025"/>
              <a:gd name="csX89" fmla="*/ 85608 w 238125"/>
              <a:gd name="csY89" fmla="*/ 67132 h 200025"/>
              <a:gd name="csX90" fmla="*/ 97801 w 238125"/>
              <a:gd name="csY90" fmla="*/ 73649 h 200025"/>
              <a:gd name="csX91" fmla="*/ 104318 w 238125"/>
              <a:gd name="csY91" fmla="*/ 85842 h 200025"/>
              <a:gd name="csX92" fmla="*/ 102962 w 238125"/>
              <a:gd name="csY92" fmla="*/ 99600 h 200025"/>
              <a:gd name="csX93" fmla="*/ 94192 w 238125"/>
              <a:gd name="csY93" fmla="*/ 110287 h 200025"/>
              <a:gd name="csX94" fmla="*/ 80963 w 238125"/>
              <a:gd name="csY94" fmla="*/ 114300 h 200025"/>
              <a:gd name="csX95" fmla="*/ 64124 w 238125"/>
              <a:gd name="csY95" fmla="*/ 107326 h 200025"/>
              <a:gd name="csX96" fmla="*/ 57150 w 238125"/>
              <a:gd name="csY96" fmla="*/ 90488 h 20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</a:cxnLst>
            <a:rect l="l" t="t" r="r" b="b"/>
            <a:pathLst>
              <a:path w="238125" h="200025">
                <a:moveTo>
                  <a:pt x="22383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185738"/>
                </a:lnTo>
                <a:cubicBezTo>
                  <a:pt x="0" y="189527"/>
                  <a:pt x="1505" y="193161"/>
                  <a:pt x="4185" y="195841"/>
                </a:cubicBezTo>
                <a:cubicBezTo>
                  <a:pt x="6864" y="198520"/>
                  <a:pt x="10498" y="200025"/>
                  <a:pt x="14288" y="200025"/>
                </a:cubicBezTo>
                <a:lnTo>
                  <a:pt x="223838" y="200025"/>
                </a:lnTo>
                <a:cubicBezTo>
                  <a:pt x="227627" y="200025"/>
                  <a:pt x="231261" y="198520"/>
                  <a:pt x="233941" y="195841"/>
                </a:cubicBezTo>
                <a:cubicBezTo>
                  <a:pt x="236620" y="193161"/>
                  <a:pt x="238125" y="189527"/>
                  <a:pt x="238125" y="185738"/>
                </a:cubicBezTo>
                <a:lnTo>
                  <a:pt x="238125" y="14288"/>
                </a:lnTo>
                <a:cubicBezTo>
                  <a:pt x="238125" y="10498"/>
                  <a:pt x="236620" y="6864"/>
                  <a:pt x="233941" y="4185"/>
                </a:cubicBezTo>
                <a:cubicBezTo>
                  <a:pt x="231261" y="1505"/>
                  <a:pt x="227627" y="0"/>
                  <a:pt x="223838" y="0"/>
                </a:cubicBezTo>
                <a:close/>
                <a:moveTo>
                  <a:pt x="228600" y="14288"/>
                </a:moveTo>
                <a:lnTo>
                  <a:pt x="228600" y="95250"/>
                </a:lnTo>
                <a:lnTo>
                  <a:pt x="161925" y="95250"/>
                </a:lnTo>
                <a:lnTo>
                  <a:pt x="161925" y="9525"/>
                </a:lnTo>
                <a:lnTo>
                  <a:pt x="223838" y="9525"/>
                </a:lnTo>
                <a:cubicBezTo>
                  <a:pt x="225101" y="9525"/>
                  <a:pt x="226312" y="10027"/>
                  <a:pt x="227206" y="10920"/>
                </a:cubicBezTo>
                <a:cubicBezTo>
                  <a:pt x="228098" y="11813"/>
                  <a:pt x="228600" y="13024"/>
                  <a:pt x="228600" y="14288"/>
                </a:cubicBezTo>
                <a:close/>
                <a:moveTo>
                  <a:pt x="9525" y="185738"/>
                </a:move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152400" y="9525"/>
                </a:lnTo>
                <a:lnTo>
                  <a:pt x="152400" y="190500"/>
                </a:lnTo>
                <a:lnTo>
                  <a:pt x="14288" y="190500"/>
                </a:lnTo>
                <a:cubicBezTo>
                  <a:pt x="13024" y="190500"/>
                  <a:pt x="11813" y="189998"/>
                  <a:pt x="10920" y="189106"/>
                </a:cubicBezTo>
                <a:cubicBezTo>
                  <a:pt x="10027" y="188212"/>
                  <a:pt x="9525" y="187001"/>
                  <a:pt x="9525" y="185738"/>
                </a:cubicBezTo>
                <a:close/>
                <a:moveTo>
                  <a:pt x="223838" y="190500"/>
                </a:moveTo>
                <a:lnTo>
                  <a:pt x="161925" y="190500"/>
                </a:lnTo>
                <a:lnTo>
                  <a:pt x="161925" y="104775"/>
                </a:lnTo>
                <a:lnTo>
                  <a:pt x="228600" y="104775"/>
                </a:lnTo>
                <a:lnTo>
                  <a:pt x="228600" y="185738"/>
                </a:lnTo>
                <a:cubicBezTo>
                  <a:pt x="228600" y="187001"/>
                  <a:pt x="228098" y="188212"/>
                  <a:pt x="227206" y="189106"/>
                </a:cubicBezTo>
                <a:cubicBezTo>
                  <a:pt x="226312" y="189998"/>
                  <a:pt x="225101" y="190500"/>
                  <a:pt x="223838" y="190500"/>
                </a:cubicBezTo>
                <a:close/>
                <a:moveTo>
                  <a:pt x="185738" y="52388"/>
                </a:moveTo>
                <a:cubicBezTo>
                  <a:pt x="185738" y="50503"/>
                  <a:pt x="186296" y="48662"/>
                  <a:pt x="187342" y="47095"/>
                </a:cubicBezTo>
                <a:cubicBezTo>
                  <a:pt x="188389" y="45529"/>
                  <a:pt x="189877" y="44308"/>
                  <a:pt x="191617" y="43587"/>
                </a:cubicBezTo>
                <a:cubicBezTo>
                  <a:pt x="193358" y="42866"/>
                  <a:pt x="195273" y="42678"/>
                  <a:pt x="197121" y="43045"/>
                </a:cubicBezTo>
                <a:cubicBezTo>
                  <a:pt x="198969" y="43413"/>
                  <a:pt x="200666" y="44320"/>
                  <a:pt x="201998" y="45652"/>
                </a:cubicBezTo>
                <a:cubicBezTo>
                  <a:pt x="203330" y="46984"/>
                  <a:pt x="204237" y="48681"/>
                  <a:pt x="204605" y="50529"/>
                </a:cubicBezTo>
                <a:cubicBezTo>
                  <a:pt x="204972" y="52377"/>
                  <a:pt x="204784" y="54293"/>
                  <a:pt x="204063" y="56033"/>
                </a:cubicBezTo>
                <a:cubicBezTo>
                  <a:pt x="203342" y="57773"/>
                  <a:pt x="202121" y="59261"/>
                  <a:pt x="200555" y="60308"/>
                </a:cubicBezTo>
                <a:cubicBezTo>
                  <a:pt x="198988" y="61354"/>
                  <a:pt x="197147" y="61913"/>
                  <a:pt x="195263" y="61913"/>
                </a:cubicBezTo>
                <a:cubicBezTo>
                  <a:pt x="192736" y="61913"/>
                  <a:pt x="190313" y="60909"/>
                  <a:pt x="188527" y="59123"/>
                </a:cubicBezTo>
                <a:cubicBezTo>
                  <a:pt x="186741" y="57337"/>
                  <a:pt x="185738" y="54914"/>
                  <a:pt x="185738" y="52388"/>
                </a:cubicBezTo>
                <a:close/>
                <a:moveTo>
                  <a:pt x="204788" y="147638"/>
                </a:moveTo>
                <a:cubicBezTo>
                  <a:pt x="204788" y="149522"/>
                  <a:pt x="204229" y="151363"/>
                  <a:pt x="203183" y="152930"/>
                </a:cubicBezTo>
                <a:cubicBezTo>
                  <a:pt x="202136" y="154496"/>
                  <a:pt x="200648" y="155717"/>
                  <a:pt x="198908" y="156438"/>
                </a:cubicBezTo>
                <a:cubicBezTo>
                  <a:pt x="197168" y="157159"/>
                  <a:pt x="195252" y="157347"/>
                  <a:pt x="193404" y="156980"/>
                </a:cubicBezTo>
                <a:cubicBezTo>
                  <a:pt x="191556" y="156612"/>
                  <a:pt x="189859" y="155705"/>
                  <a:pt x="188527" y="154373"/>
                </a:cubicBezTo>
                <a:cubicBezTo>
                  <a:pt x="187195" y="153041"/>
                  <a:pt x="186288" y="151344"/>
                  <a:pt x="185920" y="149496"/>
                </a:cubicBezTo>
                <a:cubicBezTo>
                  <a:pt x="185553" y="147648"/>
                  <a:pt x="185741" y="145733"/>
                  <a:pt x="186462" y="143992"/>
                </a:cubicBezTo>
                <a:cubicBezTo>
                  <a:pt x="187183" y="142252"/>
                  <a:pt x="188405" y="140764"/>
                  <a:pt x="189970" y="139717"/>
                </a:cubicBezTo>
                <a:cubicBezTo>
                  <a:pt x="191537" y="138671"/>
                  <a:pt x="193378" y="138113"/>
                  <a:pt x="195263" y="138113"/>
                </a:cubicBezTo>
                <a:cubicBezTo>
                  <a:pt x="197789" y="138113"/>
                  <a:pt x="200212" y="139116"/>
                  <a:pt x="201998" y="140902"/>
                </a:cubicBezTo>
                <a:cubicBezTo>
                  <a:pt x="203784" y="142688"/>
                  <a:pt x="204788" y="145111"/>
                  <a:pt x="204788" y="147638"/>
                </a:cubicBezTo>
                <a:close/>
                <a:moveTo>
                  <a:pt x="123670" y="146447"/>
                </a:moveTo>
                <a:cubicBezTo>
                  <a:pt x="121980" y="140230"/>
                  <a:pt x="118917" y="134471"/>
                  <a:pt x="114708" y="129594"/>
                </a:cubicBezTo>
                <a:cubicBezTo>
                  <a:pt x="110499" y="124718"/>
                  <a:pt x="105248" y="120846"/>
                  <a:pt x="99346" y="118265"/>
                </a:cubicBezTo>
                <a:cubicBezTo>
                  <a:pt x="105324" y="114313"/>
                  <a:pt x="109870" y="108540"/>
                  <a:pt x="112309" y="101802"/>
                </a:cubicBezTo>
                <a:cubicBezTo>
                  <a:pt x="114749" y="95063"/>
                  <a:pt x="114952" y="87719"/>
                  <a:pt x="112888" y="80856"/>
                </a:cubicBezTo>
                <a:cubicBezTo>
                  <a:pt x="110825" y="73993"/>
                  <a:pt x="106606" y="67978"/>
                  <a:pt x="100855" y="63701"/>
                </a:cubicBezTo>
                <a:cubicBezTo>
                  <a:pt x="95104" y="59426"/>
                  <a:pt x="88129" y="57117"/>
                  <a:pt x="80963" y="57117"/>
                </a:cubicBezTo>
                <a:cubicBezTo>
                  <a:pt x="73796" y="57117"/>
                  <a:pt x="66821" y="59426"/>
                  <a:pt x="61070" y="63701"/>
                </a:cubicBezTo>
                <a:cubicBezTo>
                  <a:pt x="55319" y="67978"/>
                  <a:pt x="51100" y="73993"/>
                  <a:pt x="49037" y="80856"/>
                </a:cubicBezTo>
                <a:cubicBezTo>
                  <a:pt x="46973" y="87719"/>
                  <a:pt x="47176" y="95063"/>
                  <a:pt x="49616" y="101802"/>
                </a:cubicBezTo>
                <a:cubicBezTo>
                  <a:pt x="52055" y="108540"/>
                  <a:pt x="56601" y="114313"/>
                  <a:pt x="62579" y="118265"/>
                </a:cubicBezTo>
                <a:cubicBezTo>
                  <a:pt x="56680" y="120851"/>
                  <a:pt x="51434" y="124725"/>
                  <a:pt x="47225" y="129601"/>
                </a:cubicBezTo>
                <a:cubicBezTo>
                  <a:pt x="43016" y="134477"/>
                  <a:pt x="39951" y="140233"/>
                  <a:pt x="38255" y="146447"/>
                </a:cubicBezTo>
                <a:cubicBezTo>
                  <a:pt x="37940" y="147669"/>
                  <a:pt x="38123" y="148966"/>
                  <a:pt x="38764" y="150053"/>
                </a:cubicBezTo>
                <a:cubicBezTo>
                  <a:pt x="39404" y="151140"/>
                  <a:pt x="40450" y="151929"/>
                  <a:pt x="41672" y="152245"/>
                </a:cubicBezTo>
                <a:cubicBezTo>
                  <a:pt x="42060" y="152349"/>
                  <a:pt x="42461" y="152401"/>
                  <a:pt x="42863" y="152400"/>
                </a:cubicBezTo>
                <a:cubicBezTo>
                  <a:pt x="43918" y="152399"/>
                  <a:pt x="44943" y="152048"/>
                  <a:pt x="45777" y="151402"/>
                </a:cubicBezTo>
                <a:cubicBezTo>
                  <a:pt x="46611" y="150755"/>
                  <a:pt x="47206" y="149850"/>
                  <a:pt x="47470" y="148828"/>
                </a:cubicBezTo>
                <a:cubicBezTo>
                  <a:pt x="51197" y="134541"/>
                  <a:pt x="65543" y="123825"/>
                  <a:pt x="80963" y="123825"/>
                </a:cubicBezTo>
                <a:cubicBezTo>
                  <a:pt x="96381" y="123825"/>
                  <a:pt x="110800" y="134541"/>
                  <a:pt x="114454" y="148828"/>
                </a:cubicBezTo>
                <a:cubicBezTo>
                  <a:pt x="114591" y="149454"/>
                  <a:pt x="114852" y="150046"/>
                  <a:pt x="115224" y="150568"/>
                </a:cubicBezTo>
                <a:cubicBezTo>
                  <a:pt x="115594" y="151091"/>
                  <a:pt x="116067" y="151533"/>
                  <a:pt x="116613" y="151869"/>
                </a:cubicBezTo>
                <a:cubicBezTo>
                  <a:pt x="117158" y="152205"/>
                  <a:pt x="117766" y="152427"/>
                  <a:pt x="118400" y="152522"/>
                </a:cubicBezTo>
                <a:cubicBezTo>
                  <a:pt x="119033" y="152617"/>
                  <a:pt x="119679" y="152584"/>
                  <a:pt x="120299" y="152424"/>
                </a:cubicBezTo>
                <a:cubicBezTo>
                  <a:pt x="120920" y="152264"/>
                  <a:pt x="121501" y="151980"/>
                  <a:pt x="122010" y="151589"/>
                </a:cubicBezTo>
                <a:cubicBezTo>
                  <a:pt x="122517" y="151199"/>
                  <a:pt x="122941" y="150710"/>
                  <a:pt x="123256" y="150152"/>
                </a:cubicBezTo>
                <a:cubicBezTo>
                  <a:pt x="123571" y="149594"/>
                  <a:pt x="123770" y="148979"/>
                  <a:pt x="123841" y="148341"/>
                </a:cubicBezTo>
                <a:cubicBezTo>
                  <a:pt x="123912" y="147705"/>
                  <a:pt x="123854" y="147060"/>
                  <a:pt x="123670" y="146447"/>
                </a:cubicBezTo>
                <a:close/>
                <a:moveTo>
                  <a:pt x="57150" y="90488"/>
                </a:moveTo>
                <a:cubicBezTo>
                  <a:pt x="57150" y="85777"/>
                  <a:pt x="58547" y="81174"/>
                  <a:pt x="61163" y="77258"/>
                </a:cubicBezTo>
                <a:cubicBezTo>
                  <a:pt x="63779" y="73343"/>
                  <a:pt x="67499" y="70290"/>
                  <a:pt x="71850" y="68488"/>
                </a:cubicBezTo>
                <a:cubicBezTo>
                  <a:pt x="76201" y="66685"/>
                  <a:pt x="80989" y="66214"/>
                  <a:pt x="85608" y="67132"/>
                </a:cubicBezTo>
                <a:cubicBezTo>
                  <a:pt x="90227" y="68051"/>
                  <a:pt x="94470" y="70319"/>
                  <a:pt x="97801" y="73649"/>
                </a:cubicBezTo>
                <a:cubicBezTo>
                  <a:pt x="101131" y="76980"/>
                  <a:pt x="103399" y="81223"/>
                  <a:pt x="104318" y="85842"/>
                </a:cubicBezTo>
                <a:cubicBezTo>
                  <a:pt x="105236" y="90461"/>
                  <a:pt x="104765" y="95249"/>
                  <a:pt x="102962" y="99600"/>
                </a:cubicBezTo>
                <a:cubicBezTo>
                  <a:pt x="101160" y="103951"/>
                  <a:pt x="98108" y="107671"/>
                  <a:pt x="94192" y="110287"/>
                </a:cubicBezTo>
                <a:cubicBezTo>
                  <a:pt x="90276" y="112904"/>
                  <a:pt x="85673" y="114300"/>
                  <a:pt x="80963" y="114300"/>
                </a:cubicBezTo>
                <a:cubicBezTo>
                  <a:pt x="74647" y="114300"/>
                  <a:pt x="68590" y="111791"/>
                  <a:pt x="64124" y="107326"/>
                </a:cubicBezTo>
                <a:cubicBezTo>
                  <a:pt x="59659" y="102860"/>
                  <a:pt x="57150" y="96803"/>
                  <a:pt x="57150" y="9048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34354407-1862-EAB3-5D77-C5E3E7DCF70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634545"/>
            <a:ext cx="10944224" cy="1094422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D8A3A9-4C2E-5775-FB7C-381845F6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20713"/>
            <a:ext cx="10944224" cy="775468"/>
          </a:xfrm>
        </p:spPr>
        <p:txBody>
          <a:bodyPr/>
          <a:lstStyle/>
          <a:p>
            <a:r>
              <a:rPr lang="en-ID" dirty="0"/>
              <a:t>The right team at the right time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94D37A-C48A-E31B-0976-9B83F745931A}"/>
              </a:ext>
            </a:extLst>
          </p:cNvPr>
          <p:cNvSpPr/>
          <p:nvPr/>
        </p:nvSpPr>
        <p:spPr>
          <a:xfrm>
            <a:off x="623888" y="1520155"/>
            <a:ext cx="3479130" cy="3253407"/>
          </a:xfrm>
          <a:prstGeom prst="roundRect">
            <a:avLst>
              <a:gd name="adj" fmla="val 1355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640A0-77D7-ECE1-8DBF-0C3EA3C5BFEA}"/>
              </a:ext>
            </a:extLst>
          </p:cNvPr>
          <p:cNvSpPr txBox="1"/>
          <p:nvPr/>
        </p:nvSpPr>
        <p:spPr>
          <a:xfrm>
            <a:off x="623888" y="5003581"/>
            <a:ext cx="326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ADVISORS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BB542D-80CA-A3C9-469A-854070EF140C}"/>
              </a:ext>
            </a:extLst>
          </p:cNvPr>
          <p:cNvSpPr/>
          <p:nvPr/>
        </p:nvSpPr>
        <p:spPr>
          <a:xfrm>
            <a:off x="623888" y="5461819"/>
            <a:ext cx="10931525" cy="7754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4E0CB4-8FC5-D226-AC56-B88EF32D9DC8}"/>
              </a:ext>
            </a:extLst>
          </p:cNvPr>
          <p:cNvSpPr txBox="1"/>
          <p:nvPr/>
        </p:nvSpPr>
        <p:spPr>
          <a:xfrm>
            <a:off x="814334" y="2544668"/>
            <a:ext cx="309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Sarah Chen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B4901-A891-BECF-E72A-0E8D379FB329}"/>
              </a:ext>
            </a:extLst>
          </p:cNvPr>
          <p:cNvSpPr txBox="1"/>
          <p:nvPr/>
        </p:nvSpPr>
        <p:spPr>
          <a:xfrm>
            <a:off x="814334" y="3243118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Ex-Notion Product Lead · 7 years building B2B productivity tools · Stanford CS '16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66E529-2A88-9487-BFB9-0172CB011075}"/>
              </a:ext>
            </a:extLst>
          </p:cNvPr>
          <p:cNvSpPr/>
          <p:nvPr/>
        </p:nvSpPr>
        <p:spPr>
          <a:xfrm>
            <a:off x="913612" y="4120122"/>
            <a:ext cx="91590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1E9D8-25FD-94F3-91A5-EE8E835E5B87}"/>
              </a:ext>
            </a:extLst>
          </p:cNvPr>
          <p:cNvSpPr txBox="1"/>
          <p:nvPr/>
        </p:nvSpPr>
        <p:spPr>
          <a:xfrm>
            <a:off x="1017717" y="4160859"/>
            <a:ext cx="707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Product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07AFD-2998-8367-3A90-3B76DA32CD43}"/>
              </a:ext>
            </a:extLst>
          </p:cNvPr>
          <p:cNvSpPr txBox="1"/>
          <p:nvPr/>
        </p:nvSpPr>
        <p:spPr>
          <a:xfrm>
            <a:off x="814334" y="2859978"/>
            <a:ext cx="309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Founder &amp; CEO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3E7363-A088-A341-B6F3-2321AA1102FE}"/>
              </a:ext>
            </a:extLst>
          </p:cNvPr>
          <p:cNvSpPr/>
          <p:nvPr/>
        </p:nvSpPr>
        <p:spPr>
          <a:xfrm>
            <a:off x="1933621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A91612-E050-22B5-8811-9CEB31F948DF}"/>
              </a:ext>
            </a:extLst>
          </p:cNvPr>
          <p:cNvSpPr txBox="1"/>
          <p:nvPr/>
        </p:nvSpPr>
        <p:spPr>
          <a:xfrm>
            <a:off x="2030420" y="4160859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PLG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B52E609-F113-8E03-78E8-99AFDCF5B355}"/>
              </a:ext>
            </a:extLst>
          </p:cNvPr>
          <p:cNvSpPr/>
          <p:nvPr/>
        </p:nvSpPr>
        <p:spPr>
          <a:xfrm>
            <a:off x="2710647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A290D4-9DE3-1ED3-05D8-FC6B6A8AF5AF}"/>
              </a:ext>
            </a:extLst>
          </p:cNvPr>
          <p:cNvSpPr txBox="1"/>
          <p:nvPr/>
        </p:nvSpPr>
        <p:spPr>
          <a:xfrm>
            <a:off x="2809049" y="4160859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B2B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E7CD3B-F723-7AD3-3192-B944AB78BC39}"/>
              </a:ext>
            </a:extLst>
          </p:cNvPr>
          <p:cNvSpPr/>
          <p:nvPr/>
        </p:nvSpPr>
        <p:spPr>
          <a:xfrm>
            <a:off x="913612" y="1822787"/>
            <a:ext cx="636080" cy="636078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692B31-CD98-ECE9-F219-177164C33BD1}"/>
              </a:ext>
            </a:extLst>
          </p:cNvPr>
          <p:cNvSpPr/>
          <p:nvPr/>
        </p:nvSpPr>
        <p:spPr>
          <a:xfrm>
            <a:off x="8088982" y="1520155"/>
            <a:ext cx="3479130" cy="3253407"/>
          </a:xfrm>
          <a:prstGeom prst="roundRect">
            <a:avLst>
              <a:gd name="adj" fmla="val 1355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C33F1E-0EF8-6D95-7C48-E925E8F564C6}"/>
              </a:ext>
            </a:extLst>
          </p:cNvPr>
          <p:cNvSpPr txBox="1"/>
          <p:nvPr/>
        </p:nvSpPr>
        <p:spPr>
          <a:xfrm>
            <a:off x="8279428" y="2544668"/>
            <a:ext cx="309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Priya Patel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51E2E-0610-2704-27F5-F8F4DF92E253}"/>
              </a:ext>
            </a:extLst>
          </p:cNvPr>
          <p:cNvSpPr txBox="1"/>
          <p:nvPr/>
        </p:nvSpPr>
        <p:spPr>
          <a:xfrm>
            <a:off x="8279428" y="3243118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Ex-Intercom · grew SMB segment 0→$2M ARR · PLG specialist · </a:t>
            </a:r>
          </a:p>
          <a:p>
            <a:r>
              <a:rPr lang="en-ID" sz="14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YC W20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2E0E8E-522E-7A5C-20BE-9D8D95BE76D3}"/>
              </a:ext>
            </a:extLst>
          </p:cNvPr>
          <p:cNvSpPr/>
          <p:nvPr/>
        </p:nvSpPr>
        <p:spPr>
          <a:xfrm>
            <a:off x="8378706" y="4120122"/>
            <a:ext cx="91590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910B65-055A-59FD-E6C3-56B02749FB6A}"/>
              </a:ext>
            </a:extLst>
          </p:cNvPr>
          <p:cNvSpPr txBox="1"/>
          <p:nvPr/>
        </p:nvSpPr>
        <p:spPr>
          <a:xfrm>
            <a:off x="8501246" y="4160859"/>
            <a:ext cx="670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Growth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DD4390-A83A-960D-55E6-7189649CB73B}"/>
              </a:ext>
            </a:extLst>
          </p:cNvPr>
          <p:cNvSpPr txBox="1"/>
          <p:nvPr/>
        </p:nvSpPr>
        <p:spPr>
          <a:xfrm>
            <a:off x="8279428" y="2859978"/>
            <a:ext cx="309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Head of Growth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672D25-05C6-0A92-C00F-7D4EBDBD2B81}"/>
              </a:ext>
            </a:extLst>
          </p:cNvPr>
          <p:cNvSpPr/>
          <p:nvPr/>
        </p:nvSpPr>
        <p:spPr>
          <a:xfrm>
            <a:off x="9398715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5CD567-234D-0912-37E6-BBDE7D58E93E}"/>
              </a:ext>
            </a:extLst>
          </p:cNvPr>
          <p:cNvSpPr txBox="1"/>
          <p:nvPr/>
        </p:nvSpPr>
        <p:spPr>
          <a:xfrm>
            <a:off x="9462653" y="4160859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Sales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BB46C5C-EF9E-B682-9B09-95B918B032E5}"/>
              </a:ext>
            </a:extLst>
          </p:cNvPr>
          <p:cNvSpPr/>
          <p:nvPr/>
        </p:nvSpPr>
        <p:spPr>
          <a:xfrm>
            <a:off x="10175741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35BCCD-AFE8-98DE-DE16-52E73B59EC7D}"/>
              </a:ext>
            </a:extLst>
          </p:cNvPr>
          <p:cNvSpPr txBox="1"/>
          <p:nvPr/>
        </p:nvSpPr>
        <p:spPr>
          <a:xfrm>
            <a:off x="10272541" y="4160859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PLG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E580F06-067E-14B4-F123-787229B44D8C}"/>
              </a:ext>
            </a:extLst>
          </p:cNvPr>
          <p:cNvSpPr/>
          <p:nvPr/>
        </p:nvSpPr>
        <p:spPr>
          <a:xfrm>
            <a:off x="8378706" y="1822787"/>
            <a:ext cx="636080" cy="636078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6AE8663-3F8F-FF42-80F1-BFD7491F31ED}"/>
              </a:ext>
            </a:extLst>
          </p:cNvPr>
          <p:cNvSpPr/>
          <p:nvPr/>
        </p:nvSpPr>
        <p:spPr>
          <a:xfrm>
            <a:off x="4356955" y="1520155"/>
            <a:ext cx="3479130" cy="3253407"/>
          </a:xfrm>
          <a:prstGeom prst="roundRect">
            <a:avLst>
              <a:gd name="adj" fmla="val 13553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EEC046-AC6E-56BF-D942-EE93A717809A}"/>
              </a:ext>
            </a:extLst>
          </p:cNvPr>
          <p:cNvSpPr txBox="1"/>
          <p:nvPr/>
        </p:nvSpPr>
        <p:spPr>
          <a:xfrm>
            <a:off x="4547401" y="2544668"/>
            <a:ext cx="309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Marcus Rivera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A3BA01-36E0-8FE9-3BCE-8F8A616DB064}"/>
              </a:ext>
            </a:extLst>
          </p:cNvPr>
          <p:cNvSpPr txBox="1"/>
          <p:nvPr/>
        </p:nvSpPr>
        <p:spPr>
          <a:xfrm>
            <a:off x="4547401" y="3243118"/>
            <a:ext cx="30982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Ex-Google AI Research · Led speech recognition team · 3 published NLP papers · MIT '14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3146375-5597-5210-DD62-480798F0F0F2}"/>
              </a:ext>
            </a:extLst>
          </p:cNvPr>
          <p:cNvSpPr/>
          <p:nvPr/>
        </p:nvSpPr>
        <p:spPr>
          <a:xfrm>
            <a:off x="4646679" y="4120122"/>
            <a:ext cx="915904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4B2E8E-7B5A-D75A-7EE3-A6E5147B312B}"/>
              </a:ext>
            </a:extLst>
          </p:cNvPr>
          <p:cNvSpPr txBox="1"/>
          <p:nvPr/>
        </p:nvSpPr>
        <p:spPr>
          <a:xfrm>
            <a:off x="4816732" y="4160859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AI/ML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316C12-4DEA-D3AE-3553-4CBA8B9DAE05}"/>
              </a:ext>
            </a:extLst>
          </p:cNvPr>
          <p:cNvSpPr txBox="1"/>
          <p:nvPr/>
        </p:nvSpPr>
        <p:spPr>
          <a:xfrm>
            <a:off x="4547401" y="2859978"/>
            <a:ext cx="309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Co-founder &amp; CTO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D0D91AA-C60B-5495-5C4D-2A711FC58D2F}"/>
              </a:ext>
            </a:extLst>
          </p:cNvPr>
          <p:cNvSpPr/>
          <p:nvPr/>
        </p:nvSpPr>
        <p:spPr>
          <a:xfrm>
            <a:off x="5666688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C2D771-DB20-7ADD-AFD3-167AE5111829}"/>
              </a:ext>
            </a:extLst>
          </p:cNvPr>
          <p:cNvSpPr txBox="1"/>
          <p:nvPr/>
        </p:nvSpPr>
        <p:spPr>
          <a:xfrm>
            <a:off x="5765892" y="4160859"/>
            <a:ext cx="4732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NLP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A73C2E6-6892-5BD8-4BFF-A00A9FFF14F9}"/>
              </a:ext>
            </a:extLst>
          </p:cNvPr>
          <p:cNvSpPr/>
          <p:nvPr/>
        </p:nvSpPr>
        <p:spPr>
          <a:xfrm>
            <a:off x="6443714" y="4120122"/>
            <a:ext cx="6716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8B3BA-D565-CD4E-F077-A7869B282258}"/>
              </a:ext>
            </a:extLst>
          </p:cNvPr>
          <p:cNvSpPr txBox="1"/>
          <p:nvPr/>
        </p:nvSpPr>
        <p:spPr>
          <a:xfrm>
            <a:off x="6544521" y="4160859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Infra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C6C1583-2FA0-7474-2F30-4A8F2F594E2C}"/>
              </a:ext>
            </a:extLst>
          </p:cNvPr>
          <p:cNvSpPr/>
          <p:nvPr/>
        </p:nvSpPr>
        <p:spPr>
          <a:xfrm>
            <a:off x="4646679" y="1822787"/>
            <a:ext cx="636080" cy="636078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C74A77-F67C-C2F5-EC31-239EA4241F71}"/>
              </a:ext>
            </a:extLst>
          </p:cNvPr>
          <p:cNvSpPr/>
          <p:nvPr/>
        </p:nvSpPr>
        <p:spPr>
          <a:xfrm>
            <a:off x="796193" y="5607716"/>
            <a:ext cx="483676" cy="48367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03EFA2-2501-70C1-2E3A-932CB4E3076C}"/>
              </a:ext>
            </a:extLst>
          </p:cNvPr>
          <p:cNvSpPr txBox="1"/>
          <p:nvPr/>
        </p:nvSpPr>
        <p:spPr>
          <a:xfrm>
            <a:off x="1371564" y="5607716"/>
            <a:ext cx="309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James Kim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840179-1558-15EE-DE1A-336E5481D409}"/>
              </a:ext>
            </a:extLst>
          </p:cNvPr>
          <p:cNvSpPr txBox="1"/>
          <p:nvPr/>
        </p:nvSpPr>
        <p:spPr>
          <a:xfrm>
            <a:off x="1371564" y="5829658"/>
            <a:ext cx="3098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Ex-Zoom VP Product · YC Partner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C4D208-E81D-4291-A7E5-F9AE62A2EF8C}"/>
              </a:ext>
            </a:extLst>
          </p:cNvPr>
          <p:cNvCxnSpPr>
            <a:cxnSpLocks/>
          </p:cNvCxnSpPr>
          <p:nvPr/>
        </p:nvCxnSpPr>
        <p:spPr>
          <a:xfrm>
            <a:off x="4105518" y="5611972"/>
            <a:ext cx="0" cy="475163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DC407CC-83A7-7C80-C701-94559D8ADDE5}"/>
              </a:ext>
            </a:extLst>
          </p:cNvPr>
          <p:cNvSpPr txBox="1"/>
          <p:nvPr/>
        </p:nvSpPr>
        <p:spPr>
          <a:xfrm>
            <a:off x="5045842" y="5607716"/>
            <a:ext cx="309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Aisha Lowe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77DC0D-4A30-7315-8B69-40C7130BEF60}"/>
              </a:ext>
            </a:extLst>
          </p:cNvPr>
          <p:cNvSpPr txBox="1"/>
          <p:nvPr/>
        </p:nvSpPr>
        <p:spPr>
          <a:xfrm>
            <a:off x="5045842" y="5829658"/>
            <a:ext cx="3098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Partner @ Sequoia · B2B SaaS specialist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6FD386A-D442-2860-A5C9-AF5B70085502}"/>
              </a:ext>
            </a:extLst>
          </p:cNvPr>
          <p:cNvCxnSpPr>
            <a:cxnSpLocks/>
          </p:cNvCxnSpPr>
          <p:nvPr/>
        </p:nvCxnSpPr>
        <p:spPr>
          <a:xfrm>
            <a:off x="8175744" y="5611972"/>
            <a:ext cx="0" cy="475163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4F7D51B-0BF3-A684-3335-F15E4D500B34}"/>
              </a:ext>
            </a:extLst>
          </p:cNvPr>
          <p:cNvSpPr txBox="1"/>
          <p:nvPr/>
        </p:nvSpPr>
        <p:spPr>
          <a:xfrm>
            <a:off x="8418429" y="5625856"/>
            <a:ext cx="293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>
                    <a:lumMod val="6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+ 2 founders from YC W22 batch as informal advisors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D8C6438-5F78-AA44-2C9A-E34662AA13D4}"/>
              </a:ext>
            </a:extLst>
          </p:cNvPr>
          <p:cNvSpPr/>
          <p:nvPr/>
        </p:nvSpPr>
        <p:spPr>
          <a:xfrm>
            <a:off x="4469977" y="5607716"/>
            <a:ext cx="483676" cy="483674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9877794-7464-4F53-B0D4-EC09D0072E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5ACC21-E510-3A72-4735-981E776AF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860D5CF-971B-23A0-238C-3D680D456EE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F764868-DBA0-EE02-9938-1A24216591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E01BCC7C-8443-CDBB-7FF9-A0983F21FD3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1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77730B-5A92-B5AF-DCD5-20303D84634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7886" y="-4086224"/>
            <a:ext cx="10944224" cy="10944224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09779E-2030-09CB-37CA-852D7F23CA9A}"/>
              </a:ext>
            </a:extLst>
          </p:cNvPr>
          <p:cNvSpPr/>
          <p:nvPr/>
        </p:nvSpPr>
        <p:spPr>
          <a:xfrm>
            <a:off x="-1861457" y="-1398493"/>
            <a:ext cx="10943071" cy="6089704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07A691-0F04-7FB9-93B4-D2229D8CE040}"/>
              </a:ext>
            </a:extLst>
          </p:cNvPr>
          <p:cNvSpPr/>
          <p:nvPr/>
        </p:nvSpPr>
        <p:spPr>
          <a:xfrm>
            <a:off x="8597337" y="4160709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C4836D8-18CD-697F-7FE8-A27F6B91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15857"/>
            <a:ext cx="8315395" cy="2814697"/>
          </a:xfrm>
        </p:spPr>
        <p:txBody>
          <a:bodyPr>
            <a:normAutofit/>
          </a:bodyPr>
          <a:lstStyle/>
          <a:p>
            <a:r>
              <a:rPr lang="en-ID" dirty="0"/>
              <a:t>“Every team in the world leaves every meeting with clarity”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0E0DCD-071F-89D2-1BE5-77F01578BAC2}"/>
              </a:ext>
            </a:extLst>
          </p:cNvPr>
          <p:cNvSpPr/>
          <p:nvPr/>
        </p:nvSpPr>
        <p:spPr>
          <a:xfrm>
            <a:off x="628196" y="620713"/>
            <a:ext cx="174278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EEEAD-3939-1F15-8003-35D9D0640FC7}"/>
              </a:ext>
            </a:extLst>
          </p:cNvPr>
          <p:cNvSpPr txBox="1"/>
          <p:nvPr/>
        </p:nvSpPr>
        <p:spPr>
          <a:xfrm>
            <a:off x="736623" y="645757"/>
            <a:ext cx="1533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Our Vision · 2030</a:t>
            </a:r>
            <a:endParaRPr lang="en-US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F3268-DB5A-902E-CBEB-81EBD84E53E9}"/>
              </a:ext>
            </a:extLst>
          </p:cNvPr>
          <p:cNvSpPr txBox="1"/>
          <p:nvPr/>
        </p:nvSpPr>
        <p:spPr>
          <a:xfrm>
            <a:off x="623888" y="5652513"/>
            <a:ext cx="5258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100M+ knowledge workers · $10B+ market opportunity The productivity layer for the future of work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10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0D17D989-A003-F297-B892-B9BDE78D22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95" y="-3920167"/>
            <a:ext cx="8353412" cy="83534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7B65490-AFDB-A114-E7E3-B5207DC5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1448"/>
            <a:ext cx="10944224" cy="1245828"/>
          </a:xfrm>
        </p:spPr>
        <p:txBody>
          <a:bodyPr>
            <a:normAutofit/>
          </a:bodyPr>
          <a:lstStyle/>
          <a:p>
            <a:r>
              <a:rPr lang="en-ID" dirty="0"/>
              <a:t>$600K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45AFB-54F1-D460-43F1-B04AD1360BD8}"/>
              </a:ext>
            </a:extLst>
          </p:cNvPr>
          <p:cNvSpPr txBox="1"/>
          <p:nvPr/>
        </p:nvSpPr>
        <p:spPr>
          <a:xfrm>
            <a:off x="3125733" y="1949034"/>
            <a:ext cx="5940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Pre-Seed · SAFE Note · 20% discount cap · $5M valuation cap</a:t>
            </a:r>
            <a:endParaRPr lang="en-US" sz="16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9F3BAD-395A-F89C-A0F2-19A9EF8068A2}"/>
              </a:ext>
            </a:extLst>
          </p:cNvPr>
          <p:cNvSpPr txBox="1"/>
          <p:nvPr/>
        </p:nvSpPr>
        <p:spPr>
          <a:xfrm>
            <a:off x="5265174" y="620713"/>
            <a:ext cx="1666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We're raising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F96842-946A-EADD-6B4A-3D091F0052E7}"/>
              </a:ext>
            </a:extLst>
          </p:cNvPr>
          <p:cNvCxnSpPr>
            <a:cxnSpLocks/>
          </p:cNvCxnSpPr>
          <p:nvPr/>
        </p:nvCxnSpPr>
        <p:spPr>
          <a:xfrm>
            <a:off x="623887" y="2534188"/>
            <a:ext cx="10944226" cy="0"/>
          </a:xfrm>
          <a:prstGeom prst="line">
            <a:avLst/>
          </a:prstGeom>
          <a:ln w="9525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1698D0F-57B1-F0F2-2453-99189DC69C6F}"/>
              </a:ext>
            </a:extLst>
          </p:cNvPr>
          <p:cNvSpPr/>
          <p:nvPr/>
        </p:nvSpPr>
        <p:spPr>
          <a:xfrm>
            <a:off x="623887" y="2787488"/>
            <a:ext cx="672477" cy="672475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619FA4-67E9-04AB-E40C-EF303FDBCEA7}"/>
              </a:ext>
            </a:extLst>
          </p:cNvPr>
          <p:cNvSpPr/>
          <p:nvPr/>
        </p:nvSpPr>
        <p:spPr>
          <a:xfrm>
            <a:off x="1530849" y="2787488"/>
            <a:ext cx="10024561" cy="672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1A9C67-15DC-6782-3412-B2D6FA81D305}"/>
              </a:ext>
            </a:extLst>
          </p:cNvPr>
          <p:cNvSpPr/>
          <p:nvPr/>
        </p:nvSpPr>
        <p:spPr>
          <a:xfrm>
            <a:off x="623887" y="3713263"/>
            <a:ext cx="672477" cy="672475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46A335-903C-2D03-B1D7-F56FA2189DCE}"/>
              </a:ext>
            </a:extLst>
          </p:cNvPr>
          <p:cNvSpPr/>
          <p:nvPr/>
        </p:nvSpPr>
        <p:spPr>
          <a:xfrm>
            <a:off x="623887" y="4639038"/>
            <a:ext cx="672477" cy="672475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EF2AF8-F961-5563-7529-13D6C2F277E7}"/>
              </a:ext>
            </a:extLst>
          </p:cNvPr>
          <p:cNvSpPr/>
          <p:nvPr/>
        </p:nvSpPr>
        <p:spPr>
          <a:xfrm>
            <a:off x="623887" y="5564813"/>
            <a:ext cx="672477" cy="672475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550CE8A-DF56-6945-22A0-C811D32468A6}"/>
              </a:ext>
            </a:extLst>
          </p:cNvPr>
          <p:cNvSpPr/>
          <p:nvPr/>
        </p:nvSpPr>
        <p:spPr>
          <a:xfrm>
            <a:off x="1530849" y="3712162"/>
            <a:ext cx="10024561" cy="672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4685FD-4014-8C5D-74CF-5E2C5CC3E106}"/>
              </a:ext>
            </a:extLst>
          </p:cNvPr>
          <p:cNvSpPr/>
          <p:nvPr/>
        </p:nvSpPr>
        <p:spPr>
          <a:xfrm>
            <a:off x="1530849" y="4636836"/>
            <a:ext cx="10024561" cy="672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48B9649-6310-2873-633B-82F79CE85AC1}"/>
              </a:ext>
            </a:extLst>
          </p:cNvPr>
          <p:cNvSpPr/>
          <p:nvPr/>
        </p:nvSpPr>
        <p:spPr>
          <a:xfrm>
            <a:off x="1530849" y="5561510"/>
            <a:ext cx="10024561" cy="672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9517B8-D2F0-27CF-0AB2-0A54C5DA8E6B}"/>
              </a:ext>
            </a:extLst>
          </p:cNvPr>
          <p:cNvSpPr txBox="1"/>
          <p:nvPr/>
        </p:nvSpPr>
        <p:spPr>
          <a:xfrm>
            <a:off x="1728734" y="29698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Engineering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29A8B-56F9-DD7D-2F6B-FFD910E8F780}"/>
              </a:ext>
            </a:extLst>
          </p:cNvPr>
          <p:cNvSpPr txBox="1"/>
          <p:nvPr/>
        </p:nvSpPr>
        <p:spPr>
          <a:xfrm>
            <a:off x="9443984" y="29698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45%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75530BA-05A0-D681-284A-42E740D65B64}"/>
              </a:ext>
            </a:extLst>
          </p:cNvPr>
          <p:cNvSpPr/>
          <p:nvPr/>
        </p:nvSpPr>
        <p:spPr>
          <a:xfrm>
            <a:off x="3812075" y="3016823"/>
            <a:ext cx="6595334" cy="213804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136E37B-4267-7C71-E4A5-33B078139F37}"/>
              </a:ext>
            </a:extLst>
          </p:cNvPr>
          <p:cNvSpPr/>
          <p:nvPr/>
        </p:nvSpPr>
        <p:spPr>
          <a:xfrm>
            <a:off x="3812075" y="3016273"/>
            <a:ext cx="2856354" cy="2138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00F722-CA91-ED26-239E-4C7FEC28FBC1}"/>
              </a:ext>
            </a:extLst>
          </p:cNvPr>
          <p:cNvSpPr txBox="1"/>
          <p:nvPr/>
        </p:nvSpPr>
        <p:spPr>
          <a:xfrm>
            <a:off x="1728734" y="38969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Sales &amp; Marketing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7FD7C-D84B-DD98-D802-3FDA730DCDE9}"/>
              </a:ext>
            </a:extLst>
          </p:cNvPr>
          <p:cNvSpPr txBox="1"/>
          <p:nvPr/>
        </p:nvSpPr>
        <p:spPr>
          <a:xfrm>
            <a:off x="9443984" y="38969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30%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73944F-75E9-9BE3-AD9B-BFE122C4D793}"/>
              </a:ext>
            </a:extLst>
          </p:cNvPr>
          <p:cNvSpPr/>
          <p:nvPr/>
        </p:nvSpPr>
        <p:spPr>
          <a:xfrm>
            <a:off x="3812075" y="3943923"/>
            <a:ext cx="6595334" cy="213804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671D593-BBF6-CB9C-D174-92833ACD1BAB}"/>
              </a:ext>
            </a:extLst>
          </p:cNvPr>
          <p:cNvSpPr/>
          <p:nvPr/>
        </p:nvSpPr>
        <p:spPr>
          <a:xfrm>
            <a:off x="3812075" y="3943373"/>
            <a:ext cx="2377058" cy="21380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FD4280-8DAC-D3D8-20F2-5F73F1711413}"/>
              </a:ext>
            </a:extLst>
          </p:cNvPr>
          <p:cNvSpPr txBox="1"/>
          <p:nvPr/>
        </p:nvSpPr>
        <p:spPr>
          <a:xfrm>
            <a:off x="1728734" y="48240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Infrastructure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7048A7-2570-AB7B-8D98-27D3D48693A2}"/>
              </a:ext>
            </a:extLst>
          </p:cNvPr>
          <p:cNvSpPr txBox="1"/>
          <p:nvPr/>
        </p:nvSpPr>
        <p:spPr>
          <a:xfrm>
            <a:off x="9443984" y="4824036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15%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7FD586C-83F0-6EC5-1D4C-2710FDF84BBC}"/>
              </a:ext>
            </a:extLst>
          </p:cNvPr>
          <p:cNvSpPr/>
          <p:nvPr/>
        </p:nvSpPr>
        <p:spPr>
          <a:xfrm>
            <a:off x="3812075" y="4871023"/>
            <a:ext cx="6595334" cy="213804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02AA1EF-3D04-8A74-6051-27A267359228}"/>
              </a:ext>
            </a:extLst>
          </p:cNvPr>
          <p:cNvSpPr/>
          <p:nvPr/>
        </p:nvSpPr>
        <p:spPr>
          <a:xfrm>
            <a:off x="3812075" y="4870473"/>
            <a:ext cx="1276392" cy="213804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8144CF-A014-B71B-4C4A-007B244E4A21}"/>
              </a:ext>
            </a:extLst>
          </p:cNvPr>
          <p:cNvSpPr txBox="1"/>
          <p:nvPr/>
        </p:nvSpPr>
        <p:spPr>
          <a:xfrm>
            <a:off x="1728734" y="5743859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Operations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E8F6E2-AF59-ECD7-6447-9A0235DCAEB0}"/>
              </a:ext>
            </a:extLst>
          </p:cNvPr>
          <p:cNvSpPr txBox="1"/>
          <p:nvPr/>
        </p:nvSpPr>
        <p:spPr>
          <a:xfrm>
            <a:off x="9443984" y="5743859"/>
            <a:ext cx="1848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1400" dirty="0">
                <a:solidFill>
                  <a:schemeClr val="bg1">
                    <a:lumMod val="8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10%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6244F5F-5723-0099-3CD7-D8040850D6D0}"/>
              </a:ext>
            </a:extLst>
          </p:cNvPr>
          <p:cNvSpPr/>
          <p:nvPr/>
        </p:nvSpPr>
        <p:spPr>
          <a:xfrm>
            <a:off x="3812075" y="5790845"/>
            <a:ext cx="6595334" cy="213804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E8CA5FA-9681-A2D0-E576-AC8E6AC4E9C8}"/>
              </a:ext>
            </a:extLst>
          </p:cNvPr>
          <p:cNvSpPr/>
          <p:nvPr/>
        </p:nvSpPr>
        <p:spPr>
          <a:xfrm>
            <a:off x="3812075" y="5790845"/>
            <a:ext cx="853058" cy="213804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raphic 13">
            <a:extLst>
              <a:ext uri="{FF2B5EF4-FFF2-40B4-BE49-F238E27FC236}">
                <a16:creationId xmlns:a16="http://schemas.microsoft.com/office/drawing/2014/main" id="{C75014E8-DE13-F6C8-7AD1-87AAA061B566}"/>
              </a:ext>
            </a:extLst>
          </p:cNvPr>
          <p:cNvSpPr/>
          <p:nvPr/>
        </p:nvSpPr>
        <p:spPr>
          <a:xfrm>
            <a:off x="821937" y="2985538"/>
            <a:ext cx="276377" cy="276375"/>
          </a:xfrm>
          <a:custGeom>
            <a:avLst/>
            <a:gdLst>
              <a:gd name="csX0" fmla="*/ 157163 w 257175"/>
              <a:gd name="csY0" fmla="*/ 95250 h 257175"/>
              <a:gd name="csX1" fmla="*/ 100013 w 257175"/>
              <a:gd name="csY1" fmla="*/ 95250 h 257175"/>
              <a:gd name="csX2" fmla="*/ 96644 w 257175"/>
              <a:gd name="csY2" fmla="*/ 96644 h 257175"/>
              <a:gd name="csX3" fmla="*/ 95250 w 257175"/>
              <a:gd name="csY3" fmla="*/ 100013 h 257175"/>
              <a:gd name="csX4" fmla="*/ 95250 w 257175"/>
              <a:gd name="csY4" fmla="*/ 157163 h 257175"/>
              <a:gd name="csX5" fmla="*/ 96644 w 257175"/>
              <a:gd name="csY5" fmla="*/ 160531 h 257175"/>
              <a:gd name="csX6" fmla="*/ 100013 w 257175"/>
              <a:gd name="csY6" fmla="*/ 161925 h 257175"/>
              <a:gd name="csX7" fmla="*/ 157163 w 257175"/>
              <a:gd name="csY7" fmla="*/ 161925 h 257175"/>
              <a:gd name="csX8" fmla="*/ 160531 w 257175"/>
              <a:gd name="csY8" fmla="*/ 160531 h 257175"/>
              <a:gd name="csX9" fmla="*/ 161925 w 257175"/>
              <a:gd name="csY9" fmla="*/ 157163 h 257175"/>
              <a:gd name="csX10" fmla="*/ 161925 w 257175"/>
              <a:gd name="csY10" fmla="*/ 100013 h 257175"/>
              <a:gd name="csX11" fmla="*/ 160531 w 257175"/>
              <a:gd name="csY11" fmla="*/ 96644 h 257175"/>
              <a:gd name="csX12" fmla="*/ 157163 w 257175"/>
              <a:gd name="csY12" fmla="*/ 95250 h 257175"/>
              <a:gd name="csX13" fmla="*/ 152400 w 257175"/>
              <a:gd name="csY13" fmla="*/ 152400 h 257175"/>
              <a:gd name="csX14" fmla="*/ 104775 w 257175"/>
              <a:gd name="csY14" fmla="*/ 152400 h 257175"/>
              <a:gd name="csX15" fmla="*/ 104775 w 257175"/>
              <a:gd name="csY15" fmla="*/ 104775 h 257175"/>
              <a:gd name="csX16" fmla="*/ 152400 w 257175"/>
              <a:gd name="csY16" fmla="*/ 104775 h 257175"/>
              <a:gd name="csX17" fmla="*/ 152400 w 257175"/>
              <a:gd name="csY17" fmla="*/ 152400 h 257175"/>
              <a:gd name="csX18" fmla="*/ 252413 w 257175"/>
              <a:gd name="csY18" fmla="*/ 152400 h 257175"/>
              <a:gd name="csX19" fmla="*/ 228600 w 257175"/>
              <a:gd name="csY19" fmla="*/ 152400 h 257175"/>
              <a:gd name="csX20" fmla="*/ 228600 w 257175"/>
              <a:gd name="csY20" fmla="*/ 104775 h 257175"/>
              <a:gd name="csX21" fmla="*/ 252413 w 257175"/>
              <a:gd name="csY21" fmla="*/ 104775 h 257175"/>
              <a:gd name="csX22" fmla="*/ 255781 w 257175"/>
              <a:gd name="csY22" fmla="*/ 103381 h 257175"/>
              <a:gd name="csX23" fmla="*/ 257175 w 257175"/>
              <a:gd name="csY23" fmla="*/ 100013 h 257175"/>
              <a:gd name="csX24" fmla="*/ 255781 w 257175"/>
              <a:gd name="csY24" fmla="*/ 96644 h 257175"/>
              <a:gd name="csX25" fmla="*/ 252413 w 257175"/>
              <a:gd name="csY25" fmla="*/ 95250 h 257175"/>
              <a:gd name="csX26" fmla="*/ 228600 w 257175"/>
              <a:gd name="csY26" fmla="*/ 95250 h 257175"/>
              <a:gd name="csX27" fmla="*/ 228600 w 257175"/>
              <a:gd name="csY27" fmla="*/ 42863 h 257175"/>
              <a:gd name="csX28" fmla="*/ 224416 w 257175"/>
              <a:gd name="csY28" fmla="*/ 32760 h 257175"/>
              <a:gd name="csX29" fmla="*/ 214313 w 257175"/>
              <a:gd name="csY29" fmla="*/ 28575 h 257175"/>
              <a:gd name="csX30" fmla="*/ 161925 w 257175"/>
              <a:gd name="csY30" fmla="*/ 28575 h 257175"/>
              <a:gd name="csX31" fmla="*/ 161925 w 257175"/>
              <a:gd name="csY31" fmla="*/ 4763 h 257175"/>
              <a:gd name="csX32" fmla="*/ 160531 w 257175"/>
              <a:gd name="csY32" fmla="*/ 1395 h 257175"/>
              <a:gd name="csX33" fmla="*/ 157163 w 257175"/>
              <a:gd name="csY33" fmla="*/ 0 h 257175"/>
              <a:gd name="csX34" fmla="*/ 153794 w 257175"/>
              <a:gd name="csY34" fmla="*/ 1395 h 257175"/>
              <a:gd name="csX35" fmla="*/ 152400 w 257175"/>
              <a:gd name="csY35" fmla="*/ 4763 h 257175"/>
              <a:gd name="csX36" fmla="*/ 152400 w 257175"/>
              <a:gd name="csY36" fmla="*/ 28575 h 257175"/>
              <a:gd name="csX37" fmla="*/ 104775 w 257175"/>
              <a:gd name="csY37" fmla="*/ 28575 h 257175"/>
              <a:gd name="csX38" fmla="*/ 104775 w 257175"/>
              <a:gd name="csY38" fmla="*/ 4763 h 257175"/>
              <a:gd name="csX39" fmla="*/ 103381 w 257175"/>
              <a:gd name="csY39" fmla="*/ 1395 h 257175"/>
              <a:gd name="csX40" fmla="*/ 100013 w 257175"/>
              <a:gd name="csY40" fmla="*/ 0 h 257175"/>
              <a:gd name="csX41" fmla="*/ 96644 w 257175"/>
              <a:gd name="csY41" fmla="*/ 1395 h 257175"/>
              <a:gd name="csX42" fmla="*/ 95250 w 257175"/>
              <a:gd name="csY42" fmla="*/ 4763 h 257175"/>
              <a:gd name="csX43" fmla="*/ 95250 w 257175"/>
              <a:gd name="csY43" fmla="*/ 28575 h 257175"/>
              <a:gd name="csX44" fmla="*/ 42863 w 257175"/>
              <a:gd name="csY44" fmla="*/ 28575 h 257175"/>
              <a:gd name="csX45" fmla="*/ 32760 w 257175"/>
              <a:gd name="csY45" fmla="*/ 32760 h 257175"/>
              <a:gd name="csX46" fmla="*/ 28575 w 257175"/>
              <a:gd name="csY46" fmla="*/ 42863 h 257175"/>
              <a:gd name="csX47" fmla="*/ 28575 w 257175"/>
              <a:gd name="csY47" fmla="*/ 95250 h 257175"/>
              <a:gd name="csX48" fmla="*/ 4763 w 257175"/>
              <a:gd name="csY48" fmla="*/ 95250 h 257175"/>
              <a:gd name="csX49" fmla="*/ 1395 w 257175"/>
              <a:gd name="csY49" fmla="*/ 96644 h 257175"/>
              <a:gd name="csX50" fmla="*/ 0 w 257175"/>
              <a:gd name="csY50" fmla="*/ 100013 h 257175"/>
              <a:gd name="csX51" fmla="*/ 1395 w 257175"/>
              <a:gd name="csY51" fmla="*/ 103381 h 257175"/>
              <a:gd name="csX52" fmla="*/ 4763 w 257175"/>
              <a:gd name="csY52" fmla="*/ 104775 h 257175"/>
              <a:gd name="csX53" fmla="*/ 28575 w 257175"/>
              <a:gd name="csY53" fmla="*/ 104775 h 257175"/>
              <a:gd name="csX54" fmla="*/ 28575 w 257175"/>
              <a:gd name="csY54" fmla="*/ 152400 h 257175"/>
              <a:gd name="csX55" fmla="*/ 4763 w 257175"/>
              <a:gd name="csY55" fmla="*/ 152400 h 257175"/>
              <a:gd name="csX56" fmla="*/ 1395 w 257175"/>
              <a:gd name="csY56" fmla="*/ 153794 h 257175"/>
              <a:gd name="csX57" fmla="*/ 0 w 257175"/>
              <a:gd name="csY57" fmla="*/ 157163 h 257175"/>
              <a:gd name="csX58" fmla="*/ 1395 w 257175"/>
              <a:gd name="csY58" fmla="*/ 160531 h 257175"/>
              <a:gd name="csX59" fmla="*/ 4763 w 257175"/>
              <a:gd name="csY59" fmla="*/ 161925 h 257175"/>
              <a:gd name="csX60" fmla="*/ 28575 w 257175"/>
              <a:gd name="csY60" fmla="*/ 161925 h 257175"/>
              <a:gd name="csX61" fmla="*/ 28575 w 257175"/>
              <a:gd name="csY61" fmla="*/ 214313 h 257175"/>
              <a:gd name="csX62" fmla="*/ 32760 w 257175"/>
              <a:gd name="csY62" fmla="*/ 224416 h 257175"/>
              <a:gd name="csX63" fmla="*/ 42863 w 257175"/>
              <a:gd name="csY63" fmla="*/ 228600 h 257175"/>
              <a:gd name="csX64" fmla="*/ 95250 w 257175"/>
              <a:gd name="csY64" fmla="*/ 228600 h 257175"/>
              <a:gd name="csX65" fmla="*/ 95250 w 257175"/>
              <a:gd name="csY65" fmla="*/ 252413 h 257175"/>
              <a:gd name="csX66" fmla="*/ 96644 w 257175"/>
              <a:gd name="csY66" fmla="*/ 255781 h 257175"/>
              <a:gd name="csX67" fmla="*/ 100013 w 257175"/>
              <a:gd name="csY67" fmla="*/ 257175 h 257175"/>
              <a:gd name="csX68" fmla="*/ 103381 w 257175"/>
              <a:gd name="csY68" fmla="*/ 255781 h 257175"/>
              <a:gd name="csX69" fmla="*/ 104775 w 257175"/>
              <a:gd name="csY69" fmla="*/ 252413 h 257175"/>
              <a:gd name="csX70" fmla="*/ 104775 w 257175"/>
              <a:gd name="csY70" fmla="*/ 228600 h 257175"/>
              <a:gd name="csX71" fmla="*/ 152400 w 257175"/>
              <a:gd name="csY71" fmla="*/ 228600 h 257175"/>
              <a:gd name="csX72" fmla="*/ 152400 w 257175"/>
              <a:gd name="csY72" fmla="*/ 252413 h 257175"/>
              <a:gd name="csX73" fmla="*/ 153794 w 257175"/>
              <a:gd name="csY73" fmla="*/ 255781 h 257175"/>
              <a:gd name="csX74" fmla="*/ 157163 w 257175"/>
              <a:gd name="csY74" fmla="*/ 257175 h 257175"/>
              <a:gd name="csX75" fmla="*/ 160531 w 257175"/>
              <a:gd name="csY75" fmla="*/ 255781 h 257175"/>
              <a:gd name="csX76" fmla="*/ 161925 w 257175"/>
              <a:gd name="csY76" fmla="*/ 252413 h 257175"/>
              <a:gd name="csX77" fmla="*/ 161925 w 257175"/>
              <a:gd name="csY77" fmla="*/ 228600 h 257175"/>
              <a:gd name="csX78" fmla="*/ 214313 w 257175"/>
              <a:gd name="csY78" fmla="*/ 228600 h 257175"/>
              <a:gd name="csX79" fmla="*/ 224416 w 257175"/>
              <a:gd name="csY79" fmla="*/ 224416 h 257175"/>
              <a:gd name="csX80" fmla="*/ 228600 w 257175"/>
              <a:gd name="csY80" fmla="*/ 214313 h 257175"/>
              <a:gd name="csX81" fmla="*/ 228600 w 257175"/>
              <a:gd name="csY81" fmla="*/ 161925 h 257175"/>
              <a:gd name="csX82" fmla="*/ 252413 w 257175"/>
              <a:gd name="csY82" fmla="*/ 161925 h 257175"/>
              <a:gd name="csX83" fmla="*/ 255781 w 257175"/>
              <a:gd name="csY83" fmla="*/ 160531 h 257175"/>
              <a:gd name="csX84" fmla="*/ 257175 w 257175"/>
              <a:gd name="csY84" fmla="*/ 157163 h 257175"/>
              <a:gd name="csX85" fmla="*/ 255781 w 257175"/>
              <a:gd name="csY85" fmla="*/ 153794 h 257175"/>
              <a:gd name="csX86" fmla="*/ 252413 w 257175"/>
              <a:gd name="csY86" fmla="*/ 152400 h 257175"/>
              <a:gd name="csX87" fmla="*/ 219075 w 257175"/>
              <a:gd name="csY87" fmla="*/ 214313 h 257175"/>
              <a:gd name="csX88" fmla="*/ 217681 w 257175"/>
              <a:gd name="csY88" fmla="*/ 217681 h 257175"/>
              <a:gd name="csX89" fmla="*/ 214313 w 257175"/>
              <a:gd name="csY89" fmla="*/ 219075 h 257175"/>
              <a:gd name="csX90" fmla="*/ 42863 w 257175"/>
              <a:gd name="csY90" fmla="*/ 219075 h 257175"/>
              <a:gd name="csX91" fmla="*/ 39495 w 257175"/>
              <a:gd name="csY91" fmla="*/ 217681 h 257175"/>
              <a:gd name="csX92" fmla="*/ 38100 w 257175"/>
              <a:gd name="csY92" fmla="*/ 214313 h 257175"/>
              <a:gd name="csX93" fmla="*/ 38100 w 257175"/>
              <a:gd name="csY93" fmla="*/ 42863 h 257175"/>
              <a:gd name="csX94" fmla="*/ 39495 w 257175"/>
              <a:gd name="csY94" fmla="*/ 39495 h 257175"/>
              <a:gd name="csX95" fmla="*/ 42863 w 257175"/>
              <a:gd name="csY95" fmla="*/ 38100 h 257175"/>
              <a:gd name="csX96" fmla="*/ 214313 w 257175"/>
              <a:gd name="csY96" fmla="*/ 38100 h 257175"/>
              <a:gd name="csX97" fmla="*/ 217681 w 257175"/>
              <a:gd name="csY97" fmla="*/ 39495 h 257175"/>
              <a:gd name="csX98" fmla="*/ 219075 w 257175"/>
              <a:gd name="csY98" fmla="*/ 42863 h 257175"/>
              <a:gd name="csX99" fmla="*/ 219075 w 257175"/>
              <a:gd name="csY99" fmla="*/ 214313 h 257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257175" h="257175">
                <a:moveTo>
                  <a:pt x="157163" y="95250"/>
                </a:moveTo>
                <a:lnTo>
                  <a:pt x="100013" y="95250"/>
                </a:lnTo>
                <a:cubicBezTo>
                  <a:pt x="98749" y="95250"/>
                  <a:pt x="97538" y="95752"/>
                  <a:pt x="96644" y="96644"/>
                </a:cubicBezTo>
                <a:cubicBezTo>
                  <a:pt x="95752" y="97538"/>
                  <a:pt x="95250" y="98749"/>
                  <a:pt x="95250" y="100013"/>
                </a:cubicBezTo>
                <a:lnTo>
                  <a:pt x="95250" y="157163"/>
                </a:lnTo>
                <a:cubicBezTo>
                  <a:pt x="95250" y="158426"/>
                  <a:pt x="95752" y="159637"/>
                  <a:pt x="96644" y="160531"/>
                </a:cubicBezTo>
                <a:cubicBezTo>
                  <a:pt x="97538" y="161423"/>
                  <a:pt x="98749" y="161925"/>
                  <a:pt x="100013" y="161925"/>
                </a:cubicBezTo>
                <a:lnTo>
                  <a:pt x="157163" y="161925"/>
                </a:lnTo>
                <a:cubicBezTo>
                  <a:pt x="158426" y="161925"/>
                  <a:pt x="159637" y="161423"/>
                  <a:pt x="160531" y="160531"/>
                </a:cubicBezTo>
                <a:cubicBezTo>
                  <a:pt x="161423" y="159637"/>
                  <a:pt x="161925" y="158426"/>
                  <a:pt x="161925" y="157163"/>
                </a:cubicBezTo>
                <a:lnTo>
                  <a:pt x="161925" y="100013"/>
                </a:lnTo>
                <a:cubicBezTo>
                  <a:pt x="161925" y="98749"/>
                  <a:pt x="161423" y="97538"/>
                  <a:pt x="160531" y="96644"/>
                </a:cubicBezTo>
                <a:cubicBezTo>
                  <a:pt x="159637" y="95752"/>
                  <a:pt x="158426" y="95250"/>
                  <a:pt x="157163" y="95250"/>
                </a:cubicBezTo>
                <a:close/>
                <a:moveTo>
                  <a:pt x="152400" y="152400"/>
                </a:moveTo>
                <a:lnTo>
                  <a:pt x="104775" y="152400"/>
                </a:lnTo>
                <a:lnTo>
                  <a:pt x="104775" y="104775"/>
                </a:lnTo>
                <a:lnTo>
                  <a:pt x="152400" y="104775"/>
                </a:lnTo>
                <a:lnTo>
                  <a:pt x="152400" y="152400"/>
                </a:lnTo>
                <a:close/>
                <a:moveTo>
                  <a:pt x="252413" y="152400"/>
                </a:moveTo>
                <a:lnTo>
                  <a:pt x="228600" y="152400"/>
                </a:lnTo>
                <a:lnTo>
                  <a:pt x="228600" y="104775"/>
                </a:lnTo>
                <a:lnTo>
                  <a:pt x="252413" y="104775"/>
                </a:lnTo>
                <a:cubicBezTo>
                  <a:pt x="253676" y="104775"/>
                  <a:pt x="254887" y="104273"/>
                  <a:pt x="255781" y="103381"/>
                </a:cubicBezTo>
                <a:cubicBezTo>
                  <a:pt x="256673" y="102487"/>
                  <a:pt x="257175" y="101276"/>
                  <a:pt x="257175" y="100013"/>
                </a:cubicBezTo>
                <a:cubicBezTo>
                  <a:pt x="257175" y="98749"/>
                  <a:pt x="256673" y="97538"/>
                  <a:pt x="255781" y="96644"/>
                </a:cubicBezTo>
                <a:cubicBezTo>
                  <a:pt x="254887" y="95752"/>
                  <a:pt x="253676" y="95250"/>
                  <a:pt x="252413" y="95250"/>
                </a:cubicBezTo>
                <a:lnTo>
                  <a:pt x="228600" y="95250"/>
                </a:lnTo>
                <a:lnTo>
                  <a:pt x="228600" y="42863"/>
                </a:lnTo>
                <a:cubicBezTo>
                  <a:pt x="228600" y="39073"/>
                  <a:pt x="227095" y="35439"/>
                  <a:pt x="224416" y="32760"/>
                </a:cubicBezTo>
                <a:cubicBezTo>
                  <a:pt x="221736" y="30080"/>
                  <a:pt x="218102" y="28575"/>
                  <a:pt x="214313" y="28575"/>
                </a:cubicBezTo>
                <a:lnTo>
                  <a:pt x="161925" y="28575"/>
                </a:lnTo>
                <a:lnTo>
                  <a:pt x="161925" y="4763"/>
                </a:lnTo>
                <a:cubicBezTo>
                  <a:pt x="161925" y="3499"/>
                  <a:pt x="161423" y="2288"/>
                  <a:pt x="160531" y="1395"/>
                </a:cubicBezTo>
                <a:cubicBezTo>
                  <a:pt x="159637" y="502"/>
                  <a:pt x="158426" y="0"/>
                  <a:pt x="157163" y="0"/>
                </a:cubicBezTo>
                <a:cubicBezTo>
                  <a:pt x="155899" y="0"/>
                  <a:pt x="154688" y="502"/>
                  <a:pt x="153794" y="1395"/>
                </a:cubicBezTo>
                <a:cubicBezTo>
                  <a:pt x="152902" y="2288"/>
                  <a:pt x="152400" y="3499"/>
                  <a:pt x="152400" y="4763"/>
                </a:cubicBezTo>
                <a:lnTo>
                  <a:pt x="152400" y="28575"/>
                </a:lnTo>
                <a:lnTo>
                  <a:pt x="104775" y="28575"/>
                </a:lnTo>
                <a:lnTo>
                  <a:pt x="104775" y="4763"/>
                </a:lnTo>
                <a:cubicBezTo>
                  <a:pt x="104775" y="3499"/>
                  <a:pt x="104273" y="2288"/>
                  <a:pt x="103381" y="1395"/>
                </a:cubicBezTo>
                <a:cubicBezTo>
                  <a:pt x="102487" y="502"/>
                  <a:pt x="101276" y="0"/>
                  <a:pt x="100013" y="0"/>
                </a:cubicBezTo>
                <a:cubicBezTo>
                  <a:pt x="98749" y="0"/>
                  <a:pt x="97538" y="502"/>
                  <a:pt x="96644" y="1395"/>
                </a:cubicBezTo>
                <a:cubicBezTo>
                  <a:pt x="95752" y="2288"/>
                  <a:pt x="95250" y="3499"/>
                  <a:pt x="95250" y="4763"/>
                </a:cubicBezTo>
                <a:lnTo>
                  <a:pt x="95250" y="28575"/>
                </a:lnTo>
                <a:lnTo>
                  <a:pt x="42863" y="28575"/>
                </a:lnTo>
                <a:cubicBezTo>
                  <a:pt x="39073" y="28575"/>
                  <a:pt x="35439" y="30080"/>
                  <a:pt x="32760" y="32760"/>
                </a:cubicBezTo>
                <a:cubicBezTo>
                  <a:pt x="30080" y="35439"/>
                  <a:pt x="28575" y="39073"/>
                  <a:pt x="28575" y="42863"/>
                </a:cubicBezTo>
                <a:lnTo>
                  <a:pt x="28575" y="95250"/>
                </a:lnTo>
                <a:lnTo>
                  <a:pt x="4763" y="95250"/>
                </a:lnTo>
                <a:cubicBezTo>
                  <a:pt x="3499" y="95250"/>
                  <a:pt x="2288" y="95752"/>
                  <a:pt x="1395" y="96644"/>
                </a:cubicBezTo>
                <a:cubicBezTo>
                  <a:pt x="502" y="97538"/>
                  <a:pt x="0" y="98749"/>
                  <a:pt x="0" y="100013"/>
                </a:cubicBezTo>
                <a:cubicBezTo>
                  <a:pt x="0" y="101276"/>
                  <a:pt x="502" y="102487"/>
                  <a:pt x="1395" y="103381"/>
                </a:cubicBezTo>
                <a:cubicBezTo>
                  <a:pt x="2288" y="104273"/>
                  <a:pt x="3499" y="104775"/>
                  <a:pt x="4763" y="104775"/>
                </a:cubicBezTo>
                <a:lnTo>
                  <a:pt x="28575" y="104775"/>
                </a:lnTo>
                <a:lnTo>
                  <a:pt x="28575" y="152400"/>
                </a:lnTo>
                <a:lnTo>
                  <a:pt x="4763" y="152400"/>
                </a:lnTo>
                <a:cubicBezTo>
                  <a:pt x="3499" y="152400"/>
                  <a:pt x="2288" y="152902"/>
                  <a:pt x="1395" y="153794"/>
                </a:cubicBezTo>
                <a:cubicBezTo>
                  <a:pt x="502" y="154688"/>
                  <a:pt x="0" y="155899"/>
                  <a:pt x="0" y="157163"/>
                </a:cubicBezTo>
                <a:cubicBezTo>
                  <a:pt x="0" y="158426"/>
                  <a:pt x="502" y="159637"/>
                  <a:pt x="1395" y="160531"/>
                </a:cubicBezTo>
                <a:cubicBezTo>
                  <a:pt x="2288" y="161423"/>
                  <a:pt x="3499" y="161925"/>
                  <a:pt x="4763" y="161925"/>
                </a:cubicBezTo>
                <a:lnTo>
                  <a:pt x="28575" y="161925"/>
                </a:lnTo>
                <a:lnTo>
                  <a:pt x="28575" y="214313"/>
                </a:lnTo>
                <a:cubicBezTo>
                  <a:pt x="28575" y="218102"/>
                  <a:pt x="30080" y="221736"/>
                  <a:pt x="32760" y="224416"/>
                </a:cubicBezTo>
                <a:cubicBezTo>
                  <a:pt x="35439" y="227095"/>
                  <a:pt x="39073" y="228600"/>
                  <a:pt x="42863" y="228600"/>
                </a:cubicBezTo>
                <a:lnTo>
                  <a:pt x="95250" y="228600"/>
                </a:lnTo>
                <a:lnTo>
                  <a:pt x="95250" y="252413"/>
                </a:lnTo>
                <a:cubicBezTo>
                  <a:pt x="95250" y="253676"/>
                  <a:pt x="95752" y="254887"/>
                  <a:pt x="96644" y="255781"/>
                </a:cubicBezTo>
                <a:cubicBezTo>
                  <a:pt x="97538" y="256673"/>
                  <a:pt x="98749" y="257175"/>
                  <a:pt x="100013" y="257175"/>
                </a:cubicBezTo>
                <a:cubicBezTo>
                  <a:pt x="101276" y="257175"/>
                  <a:pt x="102487" y="256673"/>
                  <a:pt x="103381" y="255781"/>
                </a:cubicBezTo>
                <a:cubicBezTo>
                  <a:pt x="104273" y="254887"/>
                  <a:pt x="104775" y="253676"/>
                  <a:pt x="104775" y="252413"/>
                </a:cubicBezTo>
                <a:lnTo>
                  <a:pt x="104775" y="228600"/>
                </a:lnTo>
                <a:lnTo>
                  <a:pt x="152400" y="228600"/>
                </a:lnTo>
                <a:lnTo>
                  <a:pt x="152400" y="252413"/>
                </a:lnTo>
                <a:cubicBezTo>
                  <a:pt x="152400" y="253676"/>
                  <a:pt x="152902" y="254887"/>
                  <a:pt x="153794" y="255781"/>
                </a:cubicBezTo>
                <a:cubicBezTo>
                  <a:pt x="154688" y="256673"/>
                  <a:pt x="155899" y="257175"/>
                  <a:pt x="157163" y="257175"/>
                </a:cubicBezTo>
                <a:cubicBezTo>
                  <a:pt x="158426" y="257175"/>
                  <a:pt x="159637" y="256673"/>
                  <a:pt x="160531" y="255781"/>
                </a:cubicBezTo>
                <a:cubicBezTo>
                  <a:pt x="161423" y="254887"/>
                  <a:pt x="161925" y="253676"/>
                  <a:pt x="161925" y="252413"/>
                </a:cubicBezTo>
                <a:lnTo>
                  <a:pt x="161925" y="228600"/>
                </a:lnTo>
                <a:lnTo>
                  <a:pt x="214313" y="228600"/>
                </a:lnTo>
                <a:cubicBezTo>
                  <a:pt x="218102" y="228600"/>
                  <a:pt x="221736" y="227095"/>
                  <a:pt x="224416" y="224416"/>
                </a:cubicBezTo>
                <a:cubicBezTo>
                  <a:pt x="227095" y="221736"/>
                  <a:pt x="228600" y="218102"/>
                  <a:pt x="228600" y="214313"/>
                </a:cubicBezTo>
                <a:lnTo>
                  <a:pt x="228600" y="161925"/>
                </a:lnTo>
                <a:lnTo>
                  <a:pt x="252413" y="161925"/>
                </a:lnTo>
                <a:cubicBezTo>
                  <a:pt x="253676" y="161925"/>
                  <a:pt x="254887" y="161423"/>
                  <a:pt x="255781" y="160531"/>
                </a:cubicBezTo>
                <a:cubicBezTo>
                  <a:pt x="256673" y="159637"/>
                  <a:pt x="257175" y="158426"/>
                  <a:pt x="257175" y="157163"/>
                </a:cubicBezTo>
                <a:cubicBezTo>
                  <a:pt x="257175" y="155899"/>
                  <a:pt x="256673" y="154688"/>
                  <a:pt x="255781" y="153794"/>
                </a:cubicBezTo>
                <a:cubicBezTo>
                  <a:pt x="254887" y="152902"/>
                  <a:pt x="253676" y="152400"/>
                  <a:pt x="252413" y="152400"/>
                </a:cubicBezTo>
                <a:close/>
                <a:moveTo>
                  <a:pt x="219075" y="214313"/>
                </a:moveTo>
                <a:cubicBezTo>
                  <a:pt x="219075" y="215576"/>
                  <a:pt x="218573" y="216787"/>
                  <a:pt x="217681" y="217681"/>
                </a:cubicBezTo>
                <a:cubicBezTo>
                  <a:pt x="216787" y="218573"/>
                  <a:pt x="215576" y="219075"/>
                  <a:pt x="214313" y="219075"/>
                </a:cubicBezTo>
                <a:lnTo>
                  <a:pt x="42863" y="219075"/>
                </a:lnTo>
                <a:cubicBezTo>
                  <a:pt x="41599" y="219075"/>
                  <a:pt x="40388" y="218573"/>
                  <a:pt x="39495" y="217681"/>
                </a:cubicBezTo>
                <a:cubicBezTo>
                  <a:pt x="38602" y="216787"/>
                  <a:pt x="38100" y="215576"/>
                  <a:pt x="38100" y="214313"/>
                </a:cubicBezTo>
                <a:lnTo>
                  <a:pt x="38100" y="42863"/>
                </a:lnTo>
                <a:cubicBezTo>
                  <a:pt x="38100" y="41599"/>
                  <a:pt x="38602" y="40388"/>
                  <a:pt x="39495" y="39495"/>
                </a:cubicBezTo>
                <a:cubicBezTo>
                  <a:pt x="40388" y="38602"/>
                  <a:pt x="41599" y="38100"/>
                  <a:pt x="42863" y="38100"/>
                </a:cubicBezTo>
                <a:lnTo>
                  <a:pt x="214313" y="38100"/>
                </a:lnTo>
                <a:cubicBezTo>
                  <a:pt x="215576" y="38100"/>
                  <a:pt x="216787" y="38602"/>
                  <a:pt x="217681" y="39495"/>
                </a:cubicBezTo>
                <a:cubicBezTo>
                  <a:pt x="218573" y="40388"/>
                  <a:pt x="219075" y="41599"/>
                  <a:pt x="219075" y="42863"/>
                </a:cubicBezTo>
                <a:lnTo>
                  <a:pt x="219075" y="2143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Graphic 15">
            <a:extLst>
              <a:ext uri="{FF2B5EF4-FFF2-40B4-BE49-F238E27FC236}">
                <a16:creationId xmlns:a16="http://schemas.microsoft.com/office/drawing/2014/main" id="{B7EDD55E-459B-EDE8-B7C1-1ECE2C785D30}"/>
              </a:ext>
            </a:extLst>
          </p:cNvPr>
          <p:cNvSpPr/>
          <p:nvPr/>
        </p:nvSpPr>
        <p:spPr>
          <a:xfrm>
            <a:off x="811701" y="4857561"/>
            <a:ext cx="296849" cy="235429"/>
          </a:xfrm>
          <a:custGeom>
            <a:avLst/>
            <a:gdLst>
              <a:gd name="csX0" fmla="*/ 238125 w 276225"/>
              <a:gd name="csY0" fmla="*/ 42863 h 219075"/>
              <a:gd name="csX1" fmla="*/ 236731 w 276225"/>
              <a:gd name="csY1" fmla="*/ 46230 h 219075"/>
              <a:gd name="csX2" fmla="*/ 233363 w 276225"/>
              <a:gd name="csY2" fmla="*/ 47625 h 219075"/>
              <a:gd name="csX3" fmla="*/ 195263 w 276225"/>
              <a:gd name="csY3" fmla="*/ 47625 h 219075"/>
              <a:gd name="csX4" fmla="*/ 191894 w 276225"/>
              <a:gd name="csY4" fmla="*/ 46230 h 219075"/>
              <a:gd name="csX5" fmla="*/ 190500 w 276225"/>
              <a:gd name="csY5" fmla="*/ 42863 h 219075"/>
              <a:gd name="csX6" fmla="*/ 191894 w 276225"/>
              <a:gd name="csY6" fmla="*/ 39495 h 219075"/>
              <a:gd name="csX7" fmla="*/ 195263 w 276225"/>
              <a:gd name="csY7" fmla="*/ 38100 h 219075"/>
              <a:gd name="csX8" fmla="*/ 233363 w 276225"/>
              <a:gd name="csY8" fmla="*/ 38100 h 219075"/>
              <a:gd name="csX9" fmla="*/ 236731 w 276225"/>
              <a:gd name="csY9" fmla="*/ 39495 h 219075"/>
              <a:gd name="csX10" fmla="*/ 238125 w 276225"/>
              <a:gd name="csY10" fmla="*/ 42863 h 219075"/>
              <a:gd name="csX11" fmla="*/ 233363 w 276225"/>
              <a:gd name="csY11" fmla="*/ 76200 h 219075"/>
              <a:gd name="csX12" fmla="*/ 195263 w 276225"/>
              <a:gd name="csY12" fmla="*/ 76200 h 219075"/>
              <a:gd name="csX13" fmla="*/ 191894 w 276225"/>
              <a:gd name="csY13" fmla="*/ 77594 h 219075"/>
              <a:gd name="csX14" fmla="*/ 190500 w 276225"/>
              <a:gd name="csY14" fmla="*/ 80963 h 219075"/>
              <a:gd name="csX15" fmla="*/ 191894 w 276225"/>
              <a:gd name="csY15" fmla="*/ 84331 h 219075"/>
              <a:gd name="csX16" fmla="*/ 195263 w 276225"/>
              <a:gd name="csY16" fmla="*/ 85725 h 219075"/>
              <a:gd name="csX17" fmla="*/ 233363 w 276225"/>
              <a:gd name="csY17" fmla="*/ 85725 h 219075"/>
              <a:gd name="csX18" fmla="*/ 236731 w 276225"/>
              <a:gd name="csY18" fmla="*/ 84331 h 219075"/>
              <a:gd name="csX19" fmla="*/ 238125 w 276225"/>
              <a:gd name="csY19" fmla="*/ 80963 h 219075"/>
              <a:gd name="csX20" fmla="*/ 236731 w 276225"/>
              <a:gd name="csY20" fmla="*/ 77594 h 219075"/>
              <a:gd name="csX21" fmla="*/ 233363 w 276225"/>
              <a:gd name="csY21" fmla="*/ 76200 h 219075"/>
              <a:gd name="csX22" fmla="*/ 276225 w 276225"/>
              <a:gd name="csY22" fmla="*/ 14288 h 219075"/>
              <a:gd name="csX23" fmla="*/ 276225 w 276225"/>
              <a:gd name="csY23" fmla="*/ 204788 h 219075"/>
              <a:gd name="csX24" fmla="*/ 272041 w 276225"/>
              <a:gd name="csY24" fmla="*/ 214891 h 219075"/>
              <a:gd name="csX25" fmla="*/ 261938 w 276225"/>
              <a:gd name="csY25" fmla="*/ 219075 h 219075"/>
              <a:gd name="csX26" fmla="*/ 166688 w 276225"/>
              <a:gd name="csY26" fmla="*/ 219075 h 219075"/>
              <a:gd name="csX27" fmla="*/ 156584 w 276225"/>
              <a:gd name="csY27" fmla="*/ 214891 h 219075"/>
              <a:gd name="csX28" fmla="*/ 152400 w 276225"/>
              <a:gd name="csY28" fmla="*/ 204788 h 219075"/>
              <a:gd name="csX29" fmla="*/ 152400 w 276225"/>
              <a:gd name="csY29" fmla="*/ 180975 h 219075"/>
              <a:gd name="csX30" fmla="*/ 95250 w 276225"/>
              <a:gd name="csY30" fmla="*/ 180975 h 219075"/>
              <a:gd name="csX31" fmla="*/ 95250 w 276225"/>
              <a:gd name="csY31" fmla="*/ 209550 h 219075"/>
              <a:gd name="csX32" fmla="*/ 119063 w 276225"/>
              <a:gd name="csY32" fmla="*/ 209550 h 219075"/>
              <a:gd name="csX33" fmla="*/ 122431 w 276225"/>
              <a:gd name="csY33" fmla="*/ 210944 h 219075"/>
              <a:gd name="csX34" fmla="*/ 123825 w 276225"/>
              <a:gd name="csY34" fmla="*/ 214313 h 219075"/>
              <a:gd name="csX35" fmla="*/ 122431 w 276225"/>
              <a:gd name="csY35" fmla="*/ 217681 h 219075"/>
              <a:gd name="csX36" fmla="*/ 119063 w 276225"/>
              <a:gd name="csY36" fmla="*/ 219075 h 219075"/>
              <a:gd name="csX37" fmla="*/ 61913 w 276225"/>
              <a:gd name="csY37" fmla="*/ 219075 h 219075"/>
              <a:gd name="csX38" fmla="*/ 58545 w 276225"/>
              <a:gd name="csY38" fmla="*/ 217681 h 219075"/>
              <a:gd name="csX39" fmla="*/ 57150 w 276225"/>
              <a:gd name="csY39" fmla="*/ 214313 h 219075"/>
              <a:gd name="csX40" fmla="*/ 58545 w 276225"/>
              <a:gd name="csY40" fmla="*/ 210944 h 219075"/>
              <a:gd name="csX41" fmla="*/ 61913 w 276225"/>
              <a:gd name="csY41" fmla="*/ 209550 h 219075"/>
              <a:gd name="csX42" fmla="*/ 85725 w 276225"/>
              <a:gd name="csY42" fmla="*/ 209550 h 219075"/>
              <a:gd name="csX43" fmla="*/ 85725 w 276225"/>
              <a:gd name="csY43" fmla="*/ 180975 h 219075"/>
              <a:gd name="csX44" fmla="*/ 23813 w 276225"/>
              <a:gd name="csY44" fmla="*/ 180975 h 219075"/>
              <a:gd name="csX45" fmla="*/ 6974 w 276225"/>
              <a:gd name="csY45" fmla="*/ 174001 h 219075"/>
              <a:gd name="csX46" fmla="*/ 0 w 276225"/>
              <a:gd name="csY46" fmla="*/ 157163 h 219075"/>
              <a:gd name="csX47" fmla="*/ 0 w 276225"/>
              <a:gd name="csY47" fmla="*/ 71438 h 219075"/>
              <a:gd name="csX48" fmla="*/ 6974 w 276225"/>
              <a:gd name="csY48" fmla="*/ 54599 h 219075"/>
              <a:gd name="csX49" fmla="*/ 23813 w 276225"/>
              <a:gd name="csY49" fmla="*/ 47625 h 219075"/>
              <a:gd name="csX50" fmla="*/ 152400 w 276225"/>
              <a:gd name="csY50" fmla="*/ 47625 h 219075"/>
              <a:gd name="csX51" fmla="*/ 152400 w 276225"/>
              <a:gd name="csY51" fmla="*/ 14288 h 219075"/>
              <a:gd name="csX52" fmla="*/ 156584 w 276225"/>
              <a:gd name="csY52" fmla="*/ 4185 h 219075"/>
              <a:gd name="csX53" fmla="*/ 166688 w 276225"/>
              <a:gd name="csY53" fmla="*/ 0 h 219075"/>
              <a:gd name="csX54" fmla="*/ 261938 w 276225"/>
              <a:gd name="csY54" fmla="*/ 0 h 219075"/>
              <a:gd name="csX55" fmla="*/ 272041 w 276225"/>
              <a:gd name="csY55" fmla="*/ 4185 h 219075"/>
              <a:gd name="csX56" fmla="*/ 276225 w 276225"/>
              <a:gd name="csY56" fmla="*/ 14288 h 219075"/>
              <a:gd name="csX57" fmla="*/ 152400 w 276225"/>
              <a:gd name="csY57" fmla="*/ 171450 h 219075"/>
              <a:gd name="csX58" fmla="*/ 152400 w 276225"/>
              <a:gd name="csY58" fmla="*/ 57150 h 219075"/>
              <a:gd name="csX59" fmla="*/ 23813 w 276225"/>
              <a:gd name="csY59" fmla="*/ 57150 h 219075"/>
              <a:gd name="csX60" fmla="*/ 13710 w 276225"/>
              <a:gd name="csY60" fmla="*/ 61334 h 219075"/>
              <a:gd name="csX61" fmla="*/ 9525 w 276225"/>
              <a:gd name="csY61" fmla="*/ 71438 h 219075"/>
              <a:gd name="csX62" fmla="*/ 9525 w 276225"/>
              <a:gd name="csY62" fmla="*/ 157163 h 219075"/>
              <a:gd name="csX63" fmla="*/ 13710 w 276225"/>
              <a:gd name="csY63" fmla="*/ 167266 h 219075"/>
              <a:gd name="csX64" fmla="*/ 23813 w 276225"/>
              <a:gd name="csY64" fmla="*/ 171450 h 219075"/>
              <a:gd name="csX65" fmla="*/ 152400 w 276225"/>
              <a:gd name="csY65" fmla="*/ 171450 h 219075"/>
              <a:gd name="csX66" fmla="*/ 266700 w 276225"/>
              <a:gd name="csY66" fmla="*/ 14288 h 219075"/>
              <a:gd name="csX67" fmla="*/ 265306 w 276225"/>
              <a:gd name="csY67" fmla="*/ 10920 h 219075"/>
              <a:gd name="csX68" fmla="*/ 261938 w 276225"/>
              <a:gd name="csY68" fmla="*/ 9525 h 219075"/>
              <a:gd name="csX69" fmla="*/ 166688 w 276225"/>
              <a:gd name="csY69" fmla="*/ 9525 h 219075"/>
              <a:gd name="csX70" fmla="*/ 163319 w 276225"/>
              <a:gd name="csY70" fmla="*/ 10920 h 219075"/>
              <a:gd name="csX71" fmla="*/ 161925 w 276225"/>
              <a:gd name="csY71" fmla="*/ 14288 h 219075"/>
              <a:gd name="csX72" fmla="*/ 161925 w 276225"/>
              <a:gd name="csY72" fmla="*/ 204788 h 219075"/>
              <a:gd name="csX73" fmla="*/ 163319 w 276225"/>
              <a:gd name="csY73" fmla="*/ 208156 h 219075"/>
              <a:gd name="csX74" fmla="*/ 166688 w 276225"/>
              <a:gd name="csY74" fmla="*/ 209550 h 219075"/>
              <a:gd name="csX75" fmla="*/ 261938 w 276225"/>
              <a:gd name="csY75" fmla="*/ 209550 h 219075"/>
              <a:gd name="csX76" fmla="*/ 265306 w 276225"/>
              <a:gd name="csY76" fmla="*/ 208156 h 219075"/>
              <a:gd name="csX77" fmla="*/ 266700 w 276225"/>
              <a:gd name="csY77" fmla="*/ 204788 h 219075"/>
              <a:gd name="csX78" fmla="*/ 266700 w 276225"/>
              <a:gd name="csY78" fmla="*/ 14288 h 219075"/>
              <a:gd name="csX79" fmla="*/ 214313 w 276225"/>
              <a:gd name="csY79" fmla="*/ 161925 h 219075"/>
              <a:gd name="csX80" fmla="*/ 209020 w 276225"/>
              <a:gd name="csY80" fmla="*/ 163530 h 219075"/>
              <a:gd name="csX81" fmla="*/ 205512 w 276225"/>
              <a:gd name="csY81" fmla="*/ 167805 h 219075"/>
              <a:gd name="csX82" fmla="*/ 204970 w 276225"/>
              <a:gd name="csY82" fmla="*/ 173308 h 219075"/>
              <a:gd name="csX83" fmla="*/ 207577 w 276225"/>
              <a:gd name="csY83" fmla="*/ 178185 h 219075"/>
              <a:gd name="csX84" fmla="*/ 212454 w 276225"/>
              <a:gd name="csY84" fmla="*/ 180792 h 219075"/>
              <a:gd name="csX85" fmla="*/ 217958 w 276225"/>
              <a:gd name="csY85" fmla="*/ 180250 h 219075"/>
              <a:gd name="csX86" fmla="*/ 222233 w 276225"/>
              <a:gd name="csY86" fmla="*/ 176742 h 219075"/>
              <a:gd name="csX87" fmla="*/ 223838 w 276225"/>
              <a:gd name="csY87" fmla="*/ 171450 h 219075"/>
              <a:gd name="csX88" fmla="*/ 221048 w 276225"/>
              <a:gd name="csY88" fmla="*/ 164715 h 219075"/>
              <a:gd name="csX89" fmla="*/ 214313 w 276225"/>
              <a:gd name="csY89" fmla="*/ 161925 h 219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276225" h="219075">
                <a:moveTo>
                  <a:pt x="238125" y="42863"/>
                </a:moveTo>
                <a:cubicBezTo>
                  <a:pt x="238125" y="44126"/>
                  <a:pt x="237623" y="45337"/>
                  <a:pt x="236731" y="46230"/>
                </a:cubicBezTo>
                <a:cubicBezTo>
                  <a:pt x="235837" y="47123"/>
                  <a:pt x="234626" y="47625"/>
                  <a:pt x="233363" y="47625"/>
                </a:cubicBezTo>
                <a:lnTo>
                  <a:pt x="195263" y="47625"/>
                </a:lnTo>
                <a:cubicBezTo>
                  <a:pt x="193999" y="47625"/>
                  <a:pt x="192788" y="47123"/>
                  <a:pt x="191894" y="46230"/>
                </a:cubicBezTo>
                <a:cubicBezTo>
                  <a:pt x="191002" y="45337"/>
                  <a:pt x="190500" y="44126"/>
                  <a:pt x="190500" y="42863"/>
                </a:cubicBezTo>
                <a:cubicBezTo>
                  <a:pt x="190500" y="41599"/>
                  <a:pt x="191002" y="40388"/>
                  <a:pt x="191894" y="39495"/>
                </a:cubicBezTo>
                <a:cubicBezTo>
                  <a:pt x="192788" y="38602"/>
                  <a:pt x="193999" y="38100"/>
                  <a:pt x="195263" y="38100"/>
                </a:cubicBezTo>
                <a:lnTo>
                  <a:pt x="233363" y="38100"/>
                </a:lnTo>
                <a:cubicBezTo>
                  <a:pt x="234626" y="38100"/>
                  <a:pt x="235837" y="38602"/>
                  <a:pt x="236731" y="39495"/>
                </a:cubicBezTo>
                <a:cubicBezTo>
                  <a:pt x="237623" y="40388"/>
                  <a:pt x="238125" y="41599"/>
                  <a:pt x="238125" y="42863"/>
                </a:cubicBezTo>
                <a:close/>
                <a:moveTo>
                  <a:pt x="233363" y="76200"/>
                </a:moveTo>
                <a:lnTo>
                  <a:pt x="195263" y="76200"/>
                </a:lnTo>
                <a:cubicBezTo>
                  <a:pt x="193999" y="76200"/>
                  <a:pt x="192788" y="76702"/>
                  <a:pt x="191894" y="77594"/>
                </a:cubicBezTo>
                <a:cubicBezTo>
                  <a:pt x="191002" y="78488"/>
                  <a:pt x="190500" y="79699"/>
                  <a:pt x="190500" y="80963"/>
                </a:cubicBezTo>
                <a:cubicBezTo>
                  <a:pt x="190500" y="82226"/>
                  <a:pt x="191002" y="83437"/>
                  <a:pt x="191894" y="84331"/>
                </a:cubicBezTo>
                <a:cubicBezTo>
                  <a:pt x="192788" y="85223"/>
                  <a:pt x="193999" y="85725"/>
                  <a:pt x="195263" y="85725"/>
                </a:cubicBezTo>
                <a:lnTo>
                  <a:pt x="233363" y="85725"/>
                </a:lnTo>
                <a:cubicBezTo>
                  <a:pt x="234626" y="85725"/>
                  <a:pt x="235837" y="85223"/>
                  <a:pt x="236731" y="84331"/>
                </a:cubicBezTo>
                <a:cubicBezTo>
                  <a:pt x="237623" y="83437"/>
                  <a:pt x="238125" y="82226"/>
                  <a:pt x="238125" y="80963"/>
                </a:cubicBezTo>
                <a:cubicBezTo>
                  <a:pt x="238125" y="79699"/>
                  <a:pt x="237623" y="78488"/>
                  <a:pt x="236731" y="77594"/>
                </a:cubicBezTo>
                <a:cubicBezTo>
                  <a:pt x="235837" y="76702"/>
                  <a:pt x="234626" y="76200"/>
                  <a:pt x="233363" y="76200"/>
                </a:cubicBezTo>
                <a:close/>
                <a:moveTo>
                  <a:pt x="276225" y="14288"/>
                </a:moveTo>
                <a:lnTo>
                  <a:pt x="276225" y="204788"/>
                </a:lnTo>
                <a:cubicBezTo>
                  <a:pt x="276225" y="208577"/>
                  <a:pt x="274720" y="212211"/>
                  <a:pt x="272041" y="214891"/>
                </a:cubicBezTo>
                <a:cubicBezTo>
                  <a:pt x="269361" y="217570"/>
                  <a:pt x="265727" y="219075"/>
                  <a:pt x="261938" y="219075"/>
                </a:cubicBezTo>
                <a:lnTo>
                  <a:pt x="166688" y="219075"/>
                </a:lnTo>
                <a:cubicBezTo>
                  <a:pt x="162898" y="219075"/>
                  <a:pt x="159264" y="217570"/>
                  <a:pt x="156584" y="214891"/>
                </a:cubicBezTo>
                <a:cubicBezTo>
                  <a:pt x="153905" y="212211"/>
                  <a:pt x="152400" y="208577"/>
                  <a:pt x="152400" y="204788"/>
                </a:cubicBezTo>
                <a:lnTo>
                  <a:pt x="152400" y="180975"/>
                </a:lnTo>
                <a:lnTo>
                  <a:pt x="95250" y="180975"/>
                </a:lnTo>
                <a:lnTo>
                  <a:pt x="95250" y="209550"/>
                </a:lnTo>
                <a:lnTo>
                  <a:pt x="119063" y="209550"/>
                </a:lnTo>
                <a:cubicBezTo>
                  <a:pt x="120326" y="209550"/>
                  <a:pt x="121537" y="210052"/>
                  <a:pt x="122431" y="210944"/>
                </a:cubicBezTo>
                <a:cubicBezTo>
                  <a:pt x="123323" y="211838"/>
                  <a:pt x="123825" y="213049"/>
                  <a:pt x="123825" y="214313"/>
                </a:cubicBezTo>
                <a:cubicBezTo>
                  <a:pt x="123825" y="215576"/>
                  <a:pt x="123323" y="216787"/>
                  <a:pt x="122431" y="217681"/>
                </a:cubicBezTo>
                <a:cubicBezTo>
                  <a:pt x="121537" y="218573"/>
                  <a:pt x="120326" y="219075"/>
                  <a:pt x="119063" y="219075"/>
                </a:cubicBezTo>
                <a:lnTo>
                  <a:pt x="61913" y="219075"/>
                </a:lnTo>
                <a:cubicBezTo>
                  <a:pt x="60649" y="219075"/>
                  <a:pt x="59438" y="218573"/>
                  <a:pt x="58545" y="217681"/>
                </a:cubicBezTo>
                <a:cubicBezTo>
                  <a:pt x="57652" y="216787"/>
                  <a:pt x="57150" y="215576"/>
                  <a:pt x="57150" y="214313"/>
                </a:cubicBezTo>
                <a:cubicBezTo>
                  <a:pt x="57150" y="213049"/>
                  <a:pt x="57652" y="211838"/>
                  <a:pt x="58545" y="210944"/>
                </a:cubicBezTo>
                <a:cubicBezTo>
                  <a:pt x="59438" y="210052"/>
                  <a:pt x="60649" y="209550"/>
                  <a:pt x="61913" y="209550"/>
                </a:cubicBezTo>
                <a:lnTo>
                  <a:pt x="85725" y="209550"/>
                </a:lnTo>
                <a:lnTo>
                  <a:pt x="85725" y="180975"/>
                </a:lnTo>
                <a:lnTo>
                  <a:pt x="23813" y="180975"/>
                </a:lnTo>
                <a:cubicBezTo>
                  <a:pt x="17497" y="180975"/>
                  <a:pt x="11440" y="178466"/>
                  <a:pt x="6974" y="174001"/>
                </a:cubicBezTo>
                <a:cubicBezTo>
                  <a:pt x="2509" y="169535"/>
                  <a:pt x="0" y="163478"/>
                  <a:pt x="0" y="157163"/>
                </a:cubicBezTo>
                <a:lnTo>
                  <a:pt x="0" y="71438"/>
                </a:lnTo>
                <a:cubicBezTo>
                  <a:pt x="0" y="65122"/>
                  <a:pt x="2509" y="59065"/>
                  <a:pt x="6974" y="54599"/>
                </a:cubicBezTo>
                <a:cubicBezTo>
                  <a:pt x="11440" y="50134"/>
                  <a:pt x="17497" y="47625"/>
                  <a:pt x="23813" y="47625"/>
                </a:cubicBezTo>
                <a:lnTo>
                  <a:pt x="152400" y="47625"/>
                </a:lnTo>
                <a:lnTo>
                  <a:pt x="152400" y="14288"/>
                </a:lnTo>
                <a:cubicBezTo>
                  <a:pt x="152400" y="10498"/>
                  <a:pt x="153905" y="6864"/>
                  <a:pt x="156584" y="4185"/>
                </a:cubicBezTo>
                <a:cubicBezTo>
                  <a:pt x="159264" y="1505"/>
                  <a:pt x="162898" y="0"/>
                  <a:pt x="166688" y="0"/>
                </a:cubicBezTo>
                <a:lnTo>
                  <a:pt x="261938" y="0"/>
                </a:lnTo>
                <a:cubicBezTo>
                  <a:pt x="265727" y="0"/>
                  <a:pt x="269361" y="1505"/>
                  <a:pt x="272041" y="4185"/>
                </a:cubicBezTo>
                <a:cubicBezTo>
                  <a:pt x="274720" y="6864"/>
                  <a:pt x="276225" y="10498"/>
                  <a:pt x="276225" y="14288"/>
                </a:cubicBezTo>
                <a:close/>
                <a:moveTo>
                  <a:pt x="152400" y="171450"/>
                </a:moveTo>
                <a:lnTo>
                  <a:pt x="152400" y="57150"/>
                </a:lnTo>
                <a:lnTo>
                  <a:pt x="23813" y="57150"/>
                </a:lnTo>
                <a:cubicBezTo>
                  <a:pt x="20023" y="57150"/>
                  <a:pt x="16389" y="58655"/>
                  <a:pt x="13710" y="61334"/>
                </a:cubicBezTo>
                <a:cubicBezTo>
                  <a:pt x="11030" y="64014"/>
                  <a:pt x="9525" y="67648"/>
                  <a:pt x="9525" y="71438"/>
                </a:cubicBezTo>
                <a:lnTo>
                  <a:pt x="9525" y="157163"/>
                </a:lnTo>
                <a:cubicBezTo>
                  <a:pt x="9525" y="160952"/>
                  <a:pt x="11030" y="164586"/>
                  <a:pt x="13710" y="167266"/>
                </a:cubicBezTo>
                <a:cubicBezTo>
                  <a:pt x="16389" y="169945"/>
                  <a:pt x="20023" y="171450"/>
                  <a:pt x="23813" y="171450"/>
                </a:cubicBezTo>
                <a:lnTo>
                  <a:pt x="152400" y="171450"/>
                </a:lnTo>
                <a:close/>
                <a:moveTo>
                  <a:pt x="266700" y="14288"/>
                </a:moveTo>
                <a:cubicBezTo>
                  <a:pt x="266700" y="13024"/>
                  <a:pt x="266198" y="11813"/>
                  <a:pt x="265306" y="10920"/>
                </a:cubicBezTo>
                <a:cubicBezTo>
                  <a:pt x="264412" y="10027"/>
                  <a:pt x="263201" y="9525"/>
                  <a:pt x="261938" y="9525"/>
                </a:cubicBezTo>
                <a:lnTo>
                  <a:pt x="166688" y="9525"/>
                </a:lnTo>
                <a:cubicBezTo>
                  <a:pt x="165424" y="9525"/>
                  <a:pt x="164213" y="10027"/>
                  <a:pt x="163319" y="10920"/>
                </a:cubicBezTo>
                <a:cubicBezTo>
                  <a:pt x="162427" y="11813"/>
                  <a:pt x="161925" y="13024"/>
                  <a:pt x="161925" y="14288"/>
                </a:cubicBezTo>
                <a:lnTo>
                  <a:pt x="161925" y="204788"/>
                </a:lnTo>
                <a:cubicBezTo>
                  <a:pt x="161925" y="206051"/>
                  <a:pt x="162427" y="207262"/>
                  <a:pt x="163319" y="208156"/>
                </a:cubicBezTo>
                <a:cubicBezTo>
                  <a:pt x="164213" y="209048"/>
                  <a:pt x="165424" y="209550"/>
                  <a:pt x="166688" y="209550"/>
                </a:cubicBezTo>
                <a:lnTo>
                  <a:pt x="261938" y="209550"/>
                </a:lnTo>
                <a:cubicBezTo>
                  <a:pt x="263201" y="209550"/>
                  <a:pt x="264412" y="209048"/>
                  <a:pt x="265306" y="208156"/>
                </a:cubicBezTo>
                <a:cubicBezTo>
                  <a:pt x="266198" y="207262"/>
                  <a:pt x="266700" y="206051"/>
                  <a:pt x="266700" y="204788"/>
                </a:cubicBezTo>
                <a:lnTo>
                  <a:pt x="266700" y="14288"/>
                </a:lnTo>
                <a:close/>
                <a:moveTo>
                  <a:pt x="214313" y="161925"/>
                </a:moveTo>
                <a:cubicBezTo>
                  <a:pt x="212428" y="161925"/>
                  <a:pt x="210587" y="162483"/>
                  <a:pt x="209020" y="163530"/>
                </a:cubicBezTo>
                <a:cubicBezTo>
                  <a:pt x="207455" y="164577"/>
                  <a:pt x="206233" y="166065"/>
                  <a:pt x="205512" y="167805"/>
                </a:cubicBezTo>
                <a:cubicBezTo>
                  <a:pt x="204791" y="169545"/>
                  <a:pt x="204603" y="171460"/>
                  <a:pt x="204970" y="173308"/>
                </a:cubicBezTo>
                <a:cubicBezTo>
                  <a:pt x="205338" y="175156"/>
                  <a:pt x="206245" y="176854"/>
                  <a:pt x="207577" y="178185"/>
                </a:cubicBezTo>
                <a:cubicBezTo>
                  <a:pt x="208909" y="179518"/>
                  <a:pt x="210606" y="180424"/>
                  <a:pt x="212454" y="180792"/>
                </a:cubicBezTo>
                <a:cubicBezTo>
                  <a:pt x="214302" y="181160"/>
                  <a:pt x="216218" y="180971"/>
                  <a:pt x="217958" y="180250"/>
                </a:cubicBezTo>
                <a:cubicBezTo>
                  <a:pt x="219698" y="179529"/>
                  <a:pt x="221186" y="178308"/>
                  <a:pt x="222233" y="176742"/>
                </a:cubicBezTo>
                <a:cubicBezTo>
                  <a:pt x="223279" y="175175"/>
                  <a:pt x="223838" y="173334"/>
                  <a:pt x="223838" y="171450"/>
                </a:cubicBezTo>
                <a:cubicBezTo>
                  <a:pt x="223838" y="168924"/>
                  <a:pt x="222834" y="166501"/>
                  <a:pt x="221048" y="164715"/>
                </a:cubicBezTo>
                <a:cubicBezTo>
                  <a:pt x="219262" y="162929"/>
                  <a:pt x="216839" y="161925"/>
                  <a:pt x="214313" y="16192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Graphic 19">
            <a:extLst>
              <a:ext uri="{FF2B5EF4-FFF2-40B4-BE49-F238E27FC236}">
                <a16:creationId xmlns:a16="http://schemas.microsoft.com/office/drawing/2014/main" id="{4093F100-35E9-D4DD-02A7-3F91B9610E1E}"/>
              </a:ext>
            </a:extLst>
          </p:cNvPr>
          <p:cNvSpPr/>
          <p:nvPr/>
        </p:nvSpPr>
        <p:spPr>
          <a:xfrm>
            <a:off x="831349" y="5772272"/>
            <a:ext cx="257552" cy="257556"/>
          </a:xfrm>
          <a:custGeom>
            <a:avLst/>
            <a:gdLst>
              <a:gd name="csX0" fmla="*/ 119829 w 239659"/>
              <a:gd name="csY0" fmla="*/ 67440 h 239664"/>
              <a:gd name="csX1" fmla="*/ 90723 w 239659"/>
              <a:gd name="csY1" fmla="*/ 76269 h 239664"/>
              <a:gd name="csX2" fmla="*/ 71428 w 239659"/>
              <a:gd name="csY2" fmla="*/ 99781 h 239664"/>
              <a:gd name="csX3" fmla="*/ 68447 w 239659"/>
              <a:gd name="csY3" fmla="*/ 130048 h 239664"/>
              <a:gd name="csX4" fmla="*/ 82785 w 239659"/>
              <a:gd name="csY4" fmla="*/ 156872 h 239664"/>
              <a:gd name="csX5" fmla="*/ 109608 w 239659"/>
              <a:gd name="csY5" fmla="*/ 171209 h 239664"/>
              <a:gd name="csX6" fmla="*/ 139876 w 239659"/>
              <a:gd name="csY6" fmla="*/ 168228 h 239664"/>
              <a:gd name="csX7" fmla="*/ 163386 w 239659"/>
              <a:gd name="csY7" fmla="*/ 148934 h 239664"/>
              <a:gd name="csX8" fmla="*/ 172216 w 239659"/>
              <a:gd name="csY8" fmla="*/ 119828 h 239664"/>
              <a:gd name="csX9" fmla="*/ 156854 w 239659"/>
              <a:gd name="csY9" fmla="*/ 82802 h 239664"/>
              <a:gd name="csX10" fmla="*/ 119829 w 239659"/>
              <a:gd name="csY10" fmla="*/ 67440 h 239664"/>
              <a:gd name="csX11" fmla="*/ 119829 w 239659"/>
              <a:gd name="csY11" fmla="*/ 162690 h 239664"/>
              <a:gd name="csX12" fmla="*/ 96015 w 239659"/>
              <a:gd name="csY12" fmla="*/ 155467 h 239664"/>
              <a:gd name="csX13" fmla="*/ 80228 w 239659"/>
              <a:gd name="csY13" fmla="*/ 136231 h 239664"/>
              <a:gd name="csX14" fmla="*/ 77789 w 239659"/>
              <a:gd name="csY14" fmla="*/ 111466 h 239664"/>
              <a:gd name="csX15" fmla="*/ 89520 w 239659"/>
              <a:gd name="csY15" fmla="*/ 89519 h 239664"/>
              <a:gd name="csX16" fmla="*/ 111467 w 239659"/>
              <a:gd name="csY16" fmla="*/ 77789 h 239664"/>
              <a:gd name="csX17" fmla="*/ 136231 w 239659"/>
              <a:gd name="csY17" fmla="*/ 80229 h 239664"/>
              <a:gd name="csX18" fmla="*/ 155467 w 239659"/>
              <a:gd name="csY18" fmla="*/ 96015 h 239664"/>
              <a:gd name="csX19" fmla="*/ 162691 w 239659"/>
              <a:gd name="csY19" fmla="*/ 119828 h 239664"/>
              <a:gd name="csX20" fmla="*/ 150136 w 239659"/>
              <a:gd name="csY20" fmla="*/ 150137 h 239664"/>
              <a:gd name="csX21" fmla="*/ 119829 w 239659"/>
              <a:gd name="csY21" fmla="*/ 162690 h 239664"/>
              <a:gd name="csX22" fmla="*/ 219757 w 239659"/>
              <a:gd name="csY22" fmla="*/ 124008 h 239664"/>
              <a:gd name="csX23" fmla="*/ 219757 w 239659"/>
              <a:gd name="csY23" fmla="*/ 115673 h 239664"/>
              <a:gd name="csX24" fmla="*/ 238605 w 239659"/>
              <a:gd name="csY24" fmla="*/ 92110 h 239664"/>
              <a:gd name="csX25" fmla="*/ 239552 w 239659"/>
              <a:gd name="csY25" fmla="*/ 90116 h 239664"/>
              <a:gd name="csX26" fmla="*/ 239498 w 239659"/>
              <a:gd name="csY26" fmla="*/ 87908 h 239664"/>
              <a:gd name="csX27" fmla="*/ 226985 w 239659"/>
              <a:gd name="csY27" fmla="*/ 57797 h 239664"/>
              <a:gd name="csX28" fmla="*/ 225482 w 239659"/>
              <a:gd name="csY28" fmla="*/ 56181 h 239664"/>
              <a:gd name="csX29" fmla="*/ 223413 w 239659"/>
              <a:gd name="csY29" fmla="*/ 55415 h 239664"/>
              <a:gd name="csX30" fmla="*/ 193421 w 239659"/>
              <a:gd name="csY30" fmla="*/ 52082 h 239664"/>
              <a:gd name="csX31" fmla="*/ 187527 w 239659"/>
              <a:gd name="csY31" fmla="*/ 46188 h 239664"/>
              <a:gd name="csX32" fmla="*/ 184205 w 239659"/>
              <a:gd name="csY32" fmla="*/ 16244 h 239664"/>
              <a:gd name="csX33" fmla="*/ 183440 w 239659"/>
              <a:gd name="csY33" fmla="*/ 14174 h 239664"/>
              <a:gd name="csX34" fmla="*/ 181824 w 239659"/>
              <a:gd name="csY34" fmla="*/ 12672 h 239664"/>
              <a:gd name="csX35" fmla="*/ 151761 w 239659"/>
              <a:gd name="csY35" fmla="*/ 170 h 239664"/>
              <a:gd name="csX36" fmla="*/ 149554 w 239659"/>
              <a:gd name="csY36" fmla="*/ 110 h 239664"/>
              <a:gd name="csX37" fmla="*/ 147558 w 239659"/>
              <a:gd name="csY37" fmla="*/ 1051 h 239664"/>
              <a:gd name="csX38" fmla="*/ 124007 w 239659"/>
              <a:gd name="csY38" fmla="*/ 19899 h 239664"/>
              <a:gd name="csX39" fmla="*/ 115673 w 239659"/>
              <a:gd name="csY39" fmla="*/ 19899 h 239664"/>
              <a:gd name="csX40" fmla="*/ 92087 w 239659"/>
              <a:gd name="csY40" fmla="*/ 1051 h 239664"/>
              <a:gd name="csX41" fmla="*/ 90091 w 239659"/>
              <a:gd name="csY41" fmla="*/ 104 h 239664"/>
              <a:gd name="csX42" fmla="*/ 87884 w 239659"/>
              <a:gd name="csY42" fmla="*/ 158 h 239664"/>
              <a:gd name="csX43" fmla="*/ 57797 w 239659"/>
              <a:gd name="csY43" fmla="*/ 12672 h 239664"/>
              <a:gd name="csX44" fmla="*/ 56181 w 239659"/>
              <a:gd name="csY44" fmla="*/ 14174 h 239664"/>
              <a:gd name="csX45" fmla="*/ 55415 w 239659"/>
              <a:gd name="csY45" fmla="*/ 16244 h 239664"/>
              <a:gd name="csX46" fmla="*/ 52082 w 239659"/>
              <a:gd name="csY46" fmla="*/ 46236 h 239664"/>
              <a:gd name="csX47" fmla="*/ 46188 w 239659"/>
              <a:gd name="csY47" fmla="*/ 52129 h 239664"/>
              <a:gd name="csX48" fmla="*/ 16244 w 239659"/>
              <a:gd name="csY48" fmla="*/ 55451 h 239664"/>
              <a:gd name="csX49" fmla="*/ 14174 w 239659"/>
              <a:gd name="csY49" fmla="*/ 56216 h 239664"/>
              <a:gd name="csX50" fmla="*/ 12672 w 239659"/>
              <a:gd name="csY50" fmla="*/ 57832 h 239664"/>
              <a:gd name="csX51" fmla="*/ 170 w 239659"/>
              <a:gd name="csY51" fmla="*/ 87895 h 239664"/>
              <a:gd name="csX52" fmla="*/ 110 w 239659"/>
              <a:gd name="csY52" fmla="*/ 90102 h 239664"/>
              <a:gd name="csX53" fmla="*/ 1051 w 239659"/>
              <a:gd name="csY53" fmla="*/ 92099 h 239664"/>
              <a:gd name="csX54" fmla="*/ 19899 w 239659"/>
              <a:gd name="csY54" fmla="*/ 115649 h 239664"/>
              <a:gd name="csX55" fmla="*/ 19899 w 239659"/>
              <a:gd name="csY55" fmla="*/ 123984 h 239664"/>
              <a:gd name="csX56" fmla="*/ 1051 w 239659"/>
              <a:gd name="csY56" fmla="*/ 147570 h 239664"/>
              <a:gd name="csX57" fmla="*/ 104 w 239659"/>
              <a:gd name="csY57" fmla="*/ 149565 h 239664"/>
              <a:gd name="csX58" fmla="*/ 158 w 239659"/>
              <a:gd name="csY58" fmla="*/ 151773 h 239664"/>
              <a:gd name="csX59" fmla="*/ 12672 w 239659"/>
              <a:gd name="csY59" fmla="*/ 181860 h 239664"/>
              <a:gd name="csX60" fmla="*/ 14174 w 239659"/>
              <a:gd name="csY60" fmla="*/ 183476 h 239664"/>
              <a:gd name="csX61" fmla="*/ 16244 w 239659"/>
              <a:gd name="csY61" fmla="*/ 184241 h 239664"/>
              <a:gd name="csX62" fmla="*/ 46236 w 239659"/>
              <a:gd name="csY62" fmla="*/ 187575 h 239664"/>
              <a:gd name="csX63" fmla="*/ 52129 w 239659"/>
              <a:gd name="csY63" fmla="*/ 193469 h 239664"/>
              <a:gd name="csX64" fmla="*/ 55463 w 239659"/>
              <a:gd name="csY64" fmla="*/ 223472 h 239664"/>
              <a:gd name="csX65" fmla="*/ 56228 w 239659"/>
              <a:gd name="csY65" fmla="*/ 225541 h 239664"/>
              <a:gd name="csX66" fmla="*/ 57844 w 239659"/>
              <a:gd name="csY66" fmla="*/ 227044 h 239664"/>
              <a:gd name="csX67" fmla="*/ 87944 w 239659"/>
              <a:gd name="csY67" fmla="*/ 239498 h 239664"/>
              <a:gd name="csX68" fmla="*/ 90150 w 239659"/>
              <a:gd name="csY68" fmla="*/ 239558 h 239664"/>
              <a:gd name="csX69" fmla="*/ 92146 w 239659"/>
              <a:gd name="csY69" fmla="*/ 238617 h 239664"/>
              <a:gd name="csX70" fmla="*/ 115697 w 239659"/>
              <a:gd name="csY70" fmla="*/ 219769 h 239664"/>
              <a:gd name="csX71" fmla="*/ 124031 w 239659"/>
              <a:gd name="csY71" fmla="*/ 219769 h 239664"/>
              <a:gd name="csX72" fmla="*/ 147594 w 239659"/>
              <a:gd name="csY72" fmla="*/ 238617 h 239664"/>
              <a:gd name="csX73" fmla="*/ 150570 w 239659"/>
              <a:gd name="csY73" fmla="*/ 239665 h 239664"/>
              <a:gd name="csX74" fmla="*/ 151761 w 239659"/>
              <a:gd name="csY74" fmla="*/ 239510 h 239664"/>
              <a:gd name="csX75" fmla="*/ 181860 w 239659"/>
              <a:gd name="csY75" fmla="*/ 226984 h 239664"/>
              <a:gd name="csX76" fmla="*/ 183476 w 239659"/>
              <a:gd name="csY76" fmla="*/ 225482 h 239664"/>
              <a:gd name="csX77" fmla="*/ 184241 w 239659"/>
              <a:gd name="csY77" fmla="*/ 223412 h 239664"/>
              <a:gd name="csX78" fmla="*/ 187575 w 239659"/>
              <a:gd name="csY78" fmla="*/ 193421 h 239664"/>
              <a:gd name="csX79" fmla="*/ 193468 w 239659"/>
              <a:gd name="csY79" fmla="*/ 187527 h 239664"/>
              <a:gd name="csX80" fmla="*/ 223472 w 239659"/>
              <a:gd name="csY80" fmla="*/ 184193 h 239664"/>
              <a:gd name="csX81" fmla="*/ 225542 w 239659"/>
              <a:gd name="csY81" fmla="*/ 183428 h 239664"/>
              <a:gd name="csX82" fmla="*/ 227044 w 239659"/>
              <a:gd name="csY82" fmla="*/ 181812 h 239664"/>
              <a:gd name="csX83" fmla="*/ 239498 w 239659"/>
              <a:gd name="csY83" fmla="*/ 151713 h 239664"/>
              <a:gd name="csX84" fmla="*/ 239558 w 239659"/>
              <a:gd name="csY84" fmla="*/ 149507 h 239664"/>
              <a:gd name="csX85" fmla="*/ 238617 w 239659"/>
              <a:gd name="csY85" fmla="*/ 147510 h 239664"/>
              <a:gd name="csX86" fmla="*/ 219757 w 239659"/>
              <a:gd name="csY86" fmla="*/ 124008 h 239664"/>
              <a:gd name="csX87" fmla="*/ 219960 w 239659"/>
              <a:gd name="csY87" fmla="*/ 175002 h 239664"/>
              <a:gd name="csX88" fmla="*/ 190587 w 239659"/>
              <a:gd name="csY88" fmla="*/ 178264 h 239664"/>
              <a:gd name="csX89" fmla="*/ 187551 w 239659"/>
              <a:gd name="csY89" fmla="*/ 179836 h 239664"/>
              <a:gd name="csX90" fmla="*/ 179836 w 239659"/>
              <a:gd name="csY90" fmla="*/ 187551 h 239664"/>
              <a:gd name="csX91" fmla="*/ 178264 w 239659"/>
              <a:gd name="csY91" fmla="*/ 190587 h 239664"/>
              <a:gd name="csX92" fmla="*/ 175002 w 239659"/>
              <a:gd name="csY92" fmla="*/ 219948 h 239664"/>
              <a:gd name="csX93" fmla="*/ 151618 w 239659"/>
              <a:gd name="csY93" fmla="*/ 229651 h 239664"/>
              <a:gd name="csX94" fmla="*/ 128544 w 239659"/>
              <a:gd name="csY94" fmla="*/ 211185 h 239664"/>
              <a:gd name="csX95" fmla="*/ 125567 w 239659"/>
              <a:gd name="csY95" fmla="*/ 210149 h 239664"/>
              <a:gd name="csX96" fmla="*/ 125282 w 239659"/>
              <a:gd name="csY96" fmla="*/ 210149 h 239664"/>
              <a:gd name="csX97" fmla="*/ 114375 w 239659"/>
              <a:gd name="csY97" fmla="*/ 210149 h 239664"/>
              <a:gd name="csX98" fmla="*/ 111113 w 239659"/>
              <a:gd name="csY98" fmla="*/ 211185 h 239664"/>
              <a:gd name="csX99" fmla="*/ 88050 w 239659"/>
              <a:gd name="csY99" fmla="*/ 229640 h 239664"/>
              <a:gd name="csX100" fmla="*/ 64655 w 239659"/>
              <a:gd name="csY100" fmla="*/ 219960 h 239664"/>
              <a:gd name="csX101" fmla="*/ 61392 w 239659"/>
              <a:gd name="csY101" fmla="*/ 190587 h 239664"/>
              <a:gd name="csX102" fmla="*/ 59821 w 239659"/>
              <a:gd name="csY102" fmla="*/ 187551 h 239664"/>
              <a:gd name="csX103" fmla="*/ 52105 w 239659"/>
              <a:gd name="csY103" fmla="*/ 179836 h 239664"/>
              <a:gd name="csX104" fmla="*/ 49069 w 239659"/>
              <a:gd name="csY104" fmla="*/ 178264 h 239664"/>
              <a:gd name="csX105" fmla="*/ 19708 w 239659"/>
              <a:gd name="csY105" fmla="*/ 175002 h 239664"/>
              <a:gd name="csX106" fmla="*/ 10005 w 239659"/>
              <a:gd name="csY106" fmla="*/ 151618 h 239664"/>
              <a:gd name="csX107" fmla="*/ 28471 w 239659"/>
              <a:gd name="csY107" fmla="*/ 128543 h 239664"/>
              <a:gd name="csX108" fmla="*/ 29507 w 239659"/>
              <a:gd name="csY108" fmla="*/ 125281 h 239664"/>
              <a:gd name="csX109" fmla="*/ 29507 w 239659"/>
              <a:gd name="csY109" fmla="*/ 114375 h 239664"/>
              <a:gd name="csX110" fmla="*/ 28471 w 239659"/>
              <a:gd name="csY110" fmla="*/ 111113 h 239664"/>
              <a:gd name="csX111" fmla="*/ 10017 w 239659"/>
              <a:gd name="csY111" fmla="*/ 88051 h 239664"/>
              <a:gd name="csX112" fmla="*/ 19697 w 239659"/>
              <a:gd name="csY112" fmla="*/ 64654 h 239664"/>
              <a:gd name="csX113" fmla="*/ 49069 w 239659"/>
              <a:gd name="csY113" fmla="*/ 61392 h 239664"/>
              <a:gd name="csX114" fmla="*/ 52105 w 239659"/>
              <a:gd name="csY114" fmla="*/ 59821 h 239664"/>
              <a:gd name="csX115" fmla="*/ 59821 w 239659"/>
              <a:gd name="csY115" fmla="*/ 52105 h 239664"/>
              <a:gd name="csX116" fmla="*/ 61392 w 239659"/>
              <a:gd name="csY116" fmla="*/ 49069 h 239664"/>
              <a:gd name="csX117" fmla="*/ 64655 w 239659"/>
              <a:gd name="csY117" fmla="*/ 19708 h 239664"/>
              <a:gd name="csX118" fmla="*/ 88039 w 239659"/>
              <a:gd name="csY118" fmla="*/ 10005 h 239664"/>
              <a:gd name="csX119" fmla="*/ 111113 w 239659"/>
              <a:gd name="csY119" fmla="*/ 28472 h 239664"/>
              <a:gd name="csX120" fmla="*/ 114375 w 239659"/>
              <a:gd name="csY120" fmla="*/ 29507 h 239664"/>
              <a:gd name="csX121" fmla="*/ 125282 w 239659"/>
              <a:gd name="csY121" fmla="*/ 29507 h 239664"/>
              <a:gd name="csX122" fmla="*/ 128544 w 239659"/>
              <a:gd name="csY122" fmla="*/ 28472 h 239664"/>
              <a:gd name="csX123" fmla="*/ 151606 w 239659"/>
              <a:gd name="csY123" fmla="*/ 10017 h 239664"/>
              <a:gd name="csX124" fmla="*/ 175002 w 239659"/>
              <a:gd name="csY124" fmla="*/ 19697 h 239664"/>
              <a:gd name="csX125" fmla="*/ 178264 w 239659"/>
              <a:gd name="csY125" fmla="*/ 49069 h 239664"/>
              <a:gd name="csX126" fmla="*/ 179836 w 239659"/>
              <a:gd name="csY126" fmla="*/ 52105 h 239664"/>
              <a:gd name="csX127" fmla="*/ 187551 w 239659"/>
              <a:gd name="csY127" fmla="*/ 59821 h 239664"/>
              <a:gd name="csX128" fmla="*/ 190587 w 239659"/>
              <a:gd name="csY128" fmla="*/ 61392 h 239664"/>
              <a:gd name="csX129" fmla="*/ 219948 w 239659"/>
              <a:gd name="csY129" fmla="*/ 64654 h 239664"/>
              <a:gd name="csX130" fmla="*/ 229652 w 239659"/>
              <a:gd name="csY130" fmla="*/ 88038 h 239664"/>
              <a:gd name="csX131" fmla="*/ 211185 w 239659"/>
              <a:gd name="csY131" fmla="*/ 111113 h 239664"/>
              <a:gd name="csX132" fmla="*/ 210149 w 239659"/>
              <a:gd name="csY132" fmla="*/ 114375 h 239664"/>
              <a:gd name="csX133" fmla="*/ 210149 w 239659"/>
              <a:gd name="csY133" fmla="*/ 125281 h 239664"/>
              <a:gd name="csX134" fmla="*/ 211185 w 239659"/>
              <a:gd name="csY134" fmla="*/ 128543 h 239664"/>
              <a:gd name="csX135" fmla="*/ 229639 w 239659"/>
              <a:gd name="csY135" fmla="*/ 151606 h 239664"/>
              <a:gd name="csX136" fmla="*/ 219960 w 239659"/>
              <a:gd name="csY136" fmla="*/ 175002 h 239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</a:cxnLst>
            <a:rect l="l" t="t" r="r" b="b"/>
            <a:pathLst>
              <a:path w="239659" h="239664">
                <a:moveTo>
                  <a:pt x="119829" y="67440"/>
                </a:moveTo>
                <a:cubicBezTo>
                  <a:pt x="109467" y="67440"/>
                  <a:pt x="99338" y="70513"/>
                  <a:pt x="90723" y="76269"/>
                </a:cubicBezTo>
                <a:cubicBezTo>
                  <a:pt x="82109" y="82026"/>
                  <a:pt x="75393" y="90208"/>
                  <a:pt x="71428" y="99781"/>
                </a:cubicBezTo>
                <a:cubicBezTo>
                  <a:pt x="67463" y="109352"/>
                  <a:pt x="66426" y="119886"/>
                  <a:pt x="68447" y="130048"/>
                </a:cubicBezTo>
                <a:cubicBezTo>
                  <a:pt x="70469" y="140211"/>
                  <a:pt x="75458" y="149545"/>
                  <a:pt x="82785" y="156872"/>
                </a:cubicBezTo>
                <a:cubicBezTo>
                  <a:pt x="90111" y="164198"/>
                  <a:pt x="99446" y="169188"/>
                  <a:pt x="109608" y="171209"/>
                </a:cubicBezTo>
                <a:cubicBezTo>
                  <a:pt x="119770" y="173231"/>
                  <a:pt x="130303" y="172193"/>
                  <a:pt x="139876" y="168228"/>
                </a:cubicBezTo>
                <a:cubicBezTo>
                  <a:pt x="149448" y="164263"/>
                  <a:pt x="157630" y="157548"/>
                  <a:pt x="163386" y="148934"/>
                </a:cubicBezTo>
                <a:cubicBezTo>
                  <a:pt x="169143" y="140318"/>
                  <a:pt x="172216" y="130189"/>
                  <a:pt x="172216" y="119828"/>
                </a:cubicBezTo>
                <a:cubicBezTo>
                  <a:pt x="172200" y="105939"/>
                  <a:pt x="166675" y="92623"/>
                  <a:pt x="156854" y="82802"/>
                </a:cubicBezTo>
                <a:cubicBezTo>
                  <a:pt x="147033" y="72981"/>
                  <a:pt x="133717" y="67457"/>
                  <a:pt x="119829" y="67440"/>
                </a:cubicBezTo>
                <a:close/>
                <a:moveTo>
                  <a:pt x="119829" y="162690"/>
                </a:moveTo>
                <a:cubicBezTo>
                  <a:pt x="111350" y="162690"/>
                  <a:pt x="103064" y="160177"/>
                  <a:pt x="96015" y="155467"/>
                </a:cubicBezTo>
                <a:cubicBezTo>
                  <a:pt x="88967" y="150758"/>
                  <a:pt x="83473" y="144063"/>
                  <a:pt x="80228" y="136231"/>
                </a:cubicBezTo>
                <a:cubicBezTo>
                  <a:pt x="76984" y="128399"/>
                  <a:pt x="76135" y="119780"/>
                  <a:pt x="77789" y="111466"/>
                </a:cubicBezTo>
                <a:cubicBezTo>
                  <a:pt x="79443" y="103152"/>
                  <a:pt x="83525" y="95514"/>
                  <a:pt x="89520" y="89519"/>
                </a:cubicBezTo>
                <a:cubicBezTo>
                  <a:pt x="95514" y="83525"/>
                  <a:pt x="103151" y="79443"/>
                  <a:pt x="111467" y="77789"/>
                </a:cubicBezTo>
                <a:cubicBezTo>
                  <a:pt x="119781" y="76135"/>
                  <a:pt x="128399" y="76985"/>
                  <a:pt x="136231" y="80229"/>
                </a:cubicBezTo>
                <a:cubicBezTo>
                  <a:pt x="144063" y="83473"/>
                  <a:pt x="150757" y="88966"/>
                  <a:pt x="155467" y="96015"/>
                </a:cubicBezTo>
                <a:cubicBezTo>
                  <a:pt x="160176" y="103064"/>
                  <a:pt x="162691" y="111351"/>
                  <a:pt x="162691" y="119828"/>
                </a:cubicBezTo>
                <a:cubicBezTo>
                  <a:pt x="162691" y="131196"/>
                  <a:pt x="158175" y="142098"/>
                  <a:pt x="150136" y="150137"/>
                </a:cubicBezTo>
                <a:cubicBezTo>
                  <a:pt x="142098" y="158175"/>
                  <a:pt x="131196" y="162690"/>
                  <a:pt x="119829" y="162690"/>
                </a:cubicBezTo>
                <a:close/>
                <a:moveTo>
                  <a:pt x="219757" y="124008"/>
                </a:moveTo>
                <a:cubicBezTo>
                  <a:pt x="219860" y="121221"/>
                  <a:pt x="219860" y="118443"/>
                  <a:pt x="219757" y="115673"/>
                </a:cubicBezTo>
                <a:lnTo>
                  <a:pt x="238605" y="92110"/>
                </a:lnTo>
                <a:cubicBezTo>
                  <a:pt x="239073" y="91529"/>
                  <a:pt x="239397" y="90845"/>
                  <a:pt x="239552" y="90116"/>
                </a:cubicBezTo>
                <a:cubicBezTo>
                  <a:pt x="239707" y="89385"/>
                  <a:pt x="239689" y="88629"/>
                  <a:pt x="239498" y="87908"/>
                </a:cubicBezTo>
                <a:cubicBezTo>
                  <a:pt x="236677" y="77361"/>
                  <a:pt x="232469" y="67236"/>
                  <a:pt x="226985" y="57797"/>
                </a:cubicBezTo>
                <a:cubicBezTo>
                  <a:pt x="226617" y="57148"/>
                  <a:pt x="226103" y="56594"/>
                  <a:pt x="225482" y="56181"/>
                </a:cubicBezTo>
                <a:cubicBezTo>
                  <a:pt x="224862" y="55767"/>
                  <a:pt x="224153" y="55505"/>
                  <a:pt x="223413" y="55415"/>
                </a:cubicBezTo>
                <a:lnTo>
                  <a:pt x="193421" y="52082"/>
                </a:lnTo>
                <a:cubicBezTo>
                  <a:pt x="191539" y="50046"/>
                  <a:pt x="189563" y="48069"/>
                  <a:pt x="187527" y="46188"/>
                </a:cubicBezTo>
                <a:lnTo>
                  <a:pt x="184205" y="16244"/>
                </a:lnTo>
                <a:cubicBezTo>
                  <a:pt x="184116" y="15504"/>
                  <a:pt x="183854" y="14795"/>
                  <a:pt x="183440" y="14174"/>
                </a:cubicBezTo>
                <a:cubicBezTo>
                  <a:pt x="183026" y="13554"/>
                  <a:pt x="182473" y="13039"/>
                  <a:pt x="181824" y="12672"/>
                </a:cubicBezTo>
                <a:cubicBezTo>
                  <a:pt x="172397" y="7200"/>
                  <a:pt x="162288" y="2996"/>
                  <a:pt x="151761" y="170"/>
                </a:cubicBezTo>
                <a:cubicBezTo>
                  <a:pt x="151040" y="-22"/>
                  <a:pt x="150285" y="-43"/>
                  <a:pt x="149554" y="110"/>
                </a:cubicBezTo>
                <a:cubicBezTo>
                  <a:pt x="148825" y="263"/>
                  <a:pt x="148141" y="586"/>
                  <a:pt x="147558" y="1051"/>
                </a:cubicBezTo>
                <a:lnTo>
                  <a:pt x="124007" y="19899"/>
                </a:lnTo>
                <a:cubicBezTo>
                  <a:pt x="121221" y="19788"/>
                  <a:pt x="118443" y="19788"/>
                  <a:pt x="115673" y="19899"/>
                </a:cubicBezTo>
                <a:lnTo>
                  <a:pt x="92087" y="1051"/>
                </a:lnTo>
                <a:cubicBezTo>
                  <a:pt x="91505" y="584"/>
                  <a:pt x="90822" y="259"/>
                  <a:pt x="90091" y="104"/>
                </a:cubicBezTo>
                <a:cubicBezTo>
                  <a:pt x="89362" y="-51"/>
                  <a:pt x="88606" y="-33"/>
                  <a:pt x="87884" y="158"/>
                </a:cubicBezTo>
                <a:cubicBezTo>
                  <a:pt x="77345" y="2981"/>
                  <a:pt x="67229" y="7189"/>
                  <a:pt x="57797" y="12672"/>
                </a:cubicBezTo>
                <a:cubicBezTo>
                  <a:pt x="57148" y="13039"/>
                  <a:pt x="56594" y="13554"/>
                  <a:pt x="56181" y="14174"/>
                </a:cubicBezTo>
                <a:cubicBezTo>
                  <a:pt x="55767" y="14795"/>
                  <a:pt x="55505" y="15504"/>
                  <a:pt x="55415" y="16244"/>
                </a:cubicBezTo>
                <a:lnTo>
                  <a:pt x="52082" y="46236"/>
                </a:lnTo>
                <a:cubicBezTo>
                  <a:pt x="50046" y="48117"/>
                  <a:pt x="48069" y="50093"/>
                  <a:pt x="46188" y="52129"/>
                </a:cubicBezTo>
                <a:lnTo>
                  <a:pt x="16244" y="55451"/>
                </a:lnTo>
                <a:cubicBezTo>
                  <a:pt x="15504" y="55541"/>
                  <a:pt x="14795" y="55803"/>
                  <a:pt x="14174" y="56216"/>
                </a:cubicBezTo>
                <a:cubicBezTo>
                  <a:pt x="13554" y="56630"/>
                  <a:pt x="13039" y="57183"/>
                  <a:pt x="12672" y="57832"/>
                </a:cubicBezTo>
                <a:cubicBezTo>
                  <a:pt x="7200" y="67260"/>
                  <a:pt x="2996" y="77367"/>
                  <a:pt x="170" y="87895"/>
                </a:cubicBezTo>
                <a:cubicBezTo>
                  <a:pt x="-22" y="88616"/>
                  <a:pt x="-43" y="89372"/>
                  <a:pt x="110" y="90102"/>
                </a:cubicBezTo>
                <a:cubicBezTo>
                  <a:pt x="263" y="90832"/>
                  <a:pt x="586" y="91516"/>
                  <a:pt x="1051" y="92099"/>
                </a:cubicBezTo>
                <a:lnTo>
                  <a:pt x="19899" y="115649"/>
                </a:lnTo>
                <a:cubicBezTo>
                  <a:pt x="19788" y="118435"/>
                  <a:pt x="19788" y="121213"/>
                  <a:pt x="19899" y="123984"/>
                </a:cubicBezTo>
                <a:lnTo>
                  <a:pt x="1051" y="147570"/>
                </a:lnTo>
                <a:cubicBezTo>
                  <a:pt x="584" y="148152"/>
                  <a:pt x="259" y="148834"/>
                  <a:pt x="104" y="149565"/>
                </a:cubicBezTo>
                <a:cubicBezTo>
                  <a:pt x="-51" y="150295"/>
                  <a:pt x="-32" y="151051"/>
                  <a:pt x="158" y="151773"/>
                </a:cubicBezTo>
                <a:cubicBezTo>
                  <a:pt x="2981" y="162310"/>
                  <a:pt x="7189" y="172428"/>
                  <a:pt x="12672" y="181860"/>
                </a:cubicBezTo>
                <a:cubicBezTo>
                  <a:pt x="13039" y="182508"/>
                  <a:pt x="13554" y="183062"/>
                  <a:pt x="14174" y="183476"/>
                </a:cubicBezTo>
                <a:cubicBezTo>
                  <a:pt x="14795" y="183889"/>
                  <a:pt x="15504" y="184151"/>
                  <a:pt x="16244" y="184241"/>
                </a:cubicBezTo>
                <a:lnTo>
                  <a:pt x="46236" y="187575"/>
                </a:lnTo>
                <a:cubicBezTo>
                  <a:pt x="48117" y="189611"/>
                  <a:pt x="50093" y="191587"/>
                  <a:pt x="52129" y="193469"/>
                </a:cubicBezTo>
                <a:lnTo>
                  <a:pt x="55463" y="223472"/>
                </a:lnTo>
                <a:cubicBezTo>
                  <a:pt x="55553" y="224212"/>
                  <a:pt x="55815" y="224921"/>
                  <a:pt x="56228" y="225541"/>
                </a:cubicBezTo>
                <a:cubicBezTo>
                  <a:pt x="56642" y="226162"/>
                  <a:pt x="57195" y="226677"/>
                  <a:pt x="57844" y="227044"/>
                </a:cubicBezTo>
                <a:cubicBezTo>
                  <a:pt x="67285" y="232502"/>
                  <a:pt x="77405" y="236690"/>
                  <a:pt x="87944" y="239498"/>
                </a:cubicBezTo>
                <a:cubicBezTo>
                  <a:pt x="88664" y="239691"/>
                  <a:pt x="89420" y="239711"/>
                  <a:pt x="90150" y="239558"/>
                </a:cubicBezTo>
                <a:cubicBezTo>
                  <a:pt x="90879" y="239405"/>
                  <a:pt x="91563" y="239083"/>
                  <a:pt x="92146" y="238617"/>
                </a:cubicBezTo>
                <a:lnTo>
                  <a:pt x="115697" y="219769"/>
                </a:lnTo>
                <a:cubicBezTo>
                  <a:pt x="118483" y="219872"/>
                  <a:pt x="121261" y="219872"/>
                  <a:pt x="124031" y="219769"/>
                </a:cubicBezTo>
                <a:lnTo>
                  <a:pt x="147594" y="238617"/>
                </a:lnTo>
                <a:cubicBezTo>
                  <a:pt x="148438" y="239294"/>
                  <a:pt x="149487" y="239664"/>
                  <a:pt x="150570" y="239665"/>
                </a:cubicBezTo>
                <a:cubicBezTo>
                  <a:pt x="150971" y="239663"/>
                  <a:pt x="151372" y="239612"/>
                  <a:pt x="151761" y="239510"/>
                </a:cubicBezTo>
                <a:cubicBezTo>
                  <a:pt x="162303" y="236685"/>
                  <a:pt x="172425" y="232473"/>
                  <a:pt x="181860" y="226984"/>
                </a:cubicBezTo>
                <a:cubicBezTo>
                  <a:pt x="182509" y="226617"/>
                  <a:pt x="183062" y="226102"/>
                  <a:pt x="183476" y="225482"/>
                </a:cubicBezTo>
                <a:cubicBezTo>
                  <a:pt x="183889" y="224861"/>
                  <a:pt x="184152" y="224152"/>
                  <a:pt x="184241" y="223412"/>
                </a:cubicBezTo>
                <a:lnTo>
                  <a:pt x="187575" y="193421"/>
                </a:lnTo>
                <a:cubicBezTo>
                  <a:pt x="189611" y="191540"/>
                  <a:pt x="191587" y="189563"/>
                  <a:pt x="193468" y="187527"/>
                </a:cubicBezTo>
                <a:lnTo>
                  <a:pt x="223472" y="184193"/>
                </a:lnTo>
                <a:cubicBezTo>
                  <a:pt x="224212" y="184104"/>
                  <a:pt x="224921" y="183842"/>
                  <a:pt x="225542" y="183428"/>
                </a:cubicBezTo>
                <a:cubicBezTo>
                  <a:pt x="226162" y="183014"/>
                  <a:pt x="226676" y="182461"/>
                  <a:pt x="227044" y="181812"/>
                </a:cubicBezTo>
                <a:cubicBezTo>
                  <a:pt x="232503" y="172372"/>
                  <a:pt x="236690" y="162250"/>
                  <a:pt x="239498" y="151713"/>
                </a:cubicBezTo>
                <a:cubicBezTo>
                  <a:pt x="239690" y="150993"/>
                  <a:pt x="239711" y="150237"/>
                  <a:pt x="239558" y="149507"/>
                </a:cubicBezTo>
                <a:cubicBezTo>
                  <a:pt x="239404" y="148776"/>
                  <a:pt x="239082" y="148092"/>
                  <a:pt x="238617" y="147510"/>
                </a:cubicBezTo>
                <a:lnTo>
                  <a:pt x="219757" y="124008"/>
                </a:lnTo>
                <a:close/>
                <a:moveTo>
                  <a:pt x="219960" y="175002"/>
                </a:moveTo>
                <a:lnTo>
                  <a:pt x="190587" y="178264"/>
                </a:lnTo>
                <a:cubicBezTo>
                  <a:pt x="189415" y="178394"/>
                  <a:pt x="188333" y="178954"/>
                  <a:pt x="187551" y="179836"/>
                </a:cubicBezTo>
                <a:cubicBezTo>
                  <a:pt x="185137" y="182560"/>
                  <a:pt x="182560" y="185136"/>
                  <a:pt x="179836" y="187551"/>
                </a:cubicBezTo>
                <a:cubicBezTo>
                  <a:pt x="178954" y="188334"/>
                  <a:pt x="178394" y="189416"/>
                  <a:pt x="178264" y="190587"/>
                </a:cubicBezTo>
                <a:lnTo>
                  <a:pt x="175002" y="219948"/>
                </a:lnTo>
                <a:cubicBezTo>
                  <a:pt x="167593" y="224043"/>
                  <a:pt x="159750" y="227298"/>
                  <a:pt x="151618" y="229651"/>
                </a:cubicBezTo>
                <a:lnTo>
                  <a:pt x="128544" y="211185"/>
                </a:lnTo>
                <a:cubicBezTo>
                  <a:pt x="127698" y="210512"/>
                  <a:pt x="126648" y="210146"/>
                  <a:pt x="125567" y="210149"/>
                </a:cubicBezTo>
                <a:lnTo>
                  <a:pt x="125282" y="210149"/>
                </a:lnTo>
                <a:cubicBezTo>
                  <a:pt x="121650" y="210376"/>
                  <a:pt x="118007" y="210376"/>
                  <a:pt x="114375" y="210149"/>
                </a:cubicBezTo>
                <a:cubicBezTo>
                  <a:pt x="113197" y="210078"/>
                  <a:pt x="112034" y="210447"/>
                  <a:pt x="111113" y="211185"/>
                </a:cubicBezTo>
                <a:lnTo>
                  <a:pt x="88050" y="229640"/>
                </a:lnTo>
                <a:cubicBezTo>
                  <a:pt x="79915" y="227296"/>
                  <a:pt x="72067" y="224049"/>
                  <a:pt x="64655" y="219960"/>
                </a:cubicBezTo>
                <a:lnTo>
                  <a:pt x="61392" y="190587"/>
                </a:lnTo>
                <a:cubicBezTo>
                  <a:pt x="61262" y="189416"/>
                  <a:pt x="60702" y="188334"/>
                  <a:pt x="59821" y="187551"/>
                </a:cubicBezTo>
                <a:cubicBezTo>
                  <a:pt x="57096" y="185136"/>
                  <a:pt x="54520" y="182560"/>
                  <a:pt x="52105" y="179836"/>
                </a:cubicBezTo>
                <a:cubicBezTo>
                  <a:pt x="51323" y="178954"/>
                  <a:pt x="50241" y="178394"/>
                  <a:pt x="49069" y="178264"/>
                </a:cubicBezTo>
                <a:lnTo>
                  <a:pt x="19708" y="175002"/>
                </a:lnTo>
                <a:cubicBezTo>
                  <a:pt x="15613" y="167593"/>
                  <a:pt x="12358" y="159749"/>
                  <a:pt x="10005" y="151618"/>
                </a:cubicBezTo>
                <a:lnTo>
                  <a:pt x="28471" y="128543"/>
                </a:lnTo>
                <a:cubicBezTo>
                  <a:pt x="29209" y="127622"/>
                  <a:pt x="29578" y="126459"/>
                  <a:pt x="29507" y="125281"/>
                </a:cubicBezTo>
                <a:cubicBezTo>
                  <a:pt x="29293" y="121649"/>
                  <a:pt x="29293" y="118008"/>
                  <a:pt x="29507" y="114375"/>
                </a:cubicBezTo>
                <a:cubicBezTo>
                  <a:pt x="29578" y="113197"/>
                  <a:pt x="29209" y="112035"/>
                  <a:pt x="28471" y="111113"/>
                </a:cubicBezTo>
                <a:lnTo>
                  <a:pt x="10017" y="88051"/>
                </a:lnTo>
                <a:cubicBezTo>
                  <a:pt x="12361" y="79915"/>
                  <a:pt x="15607" y="72068"/>
                  <a:pt x="19697" y="64654"/>
                </a:cubicBezTo>
                <a:lnTo>
                  <a:pt x="49069" y="61392"/>
                </a:lnTo>
                <a:cubicBezTo>
                  <a:pt x="50241" y="61262"/>
                  <a:pt x="51323" y="60702"/>
                  <a:pt x="52105" y="59821"/>
                </a:cubicBezTo>
                <a:cubicBezTo>
                  <a:pt x="54520" y="57096"/>
                  <a:pt x="57096" y="54520"/>
                  <a:pt x="59821" y="52105"/>
                </a:cubicBezTo>
                <a:cubicBezTo>
                  <a:pt x="60702" y="51323"/>
                  <a:pt x="61262" y="50241"/>
                  <a:pt x="61392" y="49069"/>
                </a:cubicBezTo>
                <a:lnTo>
                  <a:pt x="64655" y="19708"/>
                </a:lnTo>
                <a:cubicBezTo>
                  <a:pt x="72064" y="15613"/>
                  <a:pt x="79906" y="12358"/>
                  <a:pt x="88039" y="10005"/>
                </a:cubicBezTo>
                <a:lnTo>
                  <a:pt x="111113" y="28472"/>
                </a:lnTo>
                <a:cubicBezTo>
                  <a:pt x="112034" y="29209"/>
                  <a:pt x="113197" y="29578"/>
                  <a:pt x="114375" y="29507"/>
                </a:cubicBezTo>
                <a:cubicBezTo>
                  <a:pt x="118007" y="29281"/>
                  <a:pt x="121650" y="29281"/>
                  <a:pt x="125282" y="29507"/>
                </a:cubicBezTo>
                <a:cubicBezTo>
                  <a:pt x="126460" y="29578"/>
                  <a:pt x="127622" y="29209"/>
                  <a:pt x="128544" y="28472"/>
                </a:cubicBezTo>
                <a:lnTo>
                  <a:pt x="151606" y="10017"/>
                </a:lnTo>
                <a:cubicBezTo>
                  <a:pt x="159741" y="12361"/>
                  <a:pt x="167589" y="15608"/>
                  <a:pt x="175002" y="19697"/>
                </a:cubicBezTo>
                <a:lnTo>
                  <a:pt x="178264" y="49069"/>
                </a:lnTo>
                <a:cubicBezTo>
                  <a:pt x="178394" y="50241"/>
                  <a:pt x="178954" y="51323"/>
                  <a:pt x="179836" y="52105"/>
                </a:cubicBezTo>
                <a:cubicBezTo>
                  <a:pt x="182560" y="54520"/>
                  <a:pt x="185137" y="57096"/>
                  <a:pt x="187551" y="59821"/>
                </a:cubicBezTo>
                <a:cubicBezTo>
                  <a:pt x="188333" y="60702"/>
                  <a:pt x="189415" y="61262"/>
                  <a:pt x="190587" y="61392"/>
                </a:cubicBezTo>
                <a:lnTo>
                  <a:pt x="219948" y="64654"/>
                </a:lnTo>
                <a:cubicBezTo>
                  <a:pt x="224043" y="72064"/>
                  <a:pt x="227298" y="79907"/>
                  <a:pt x="229652" y="88038"/>
                </a:cubicBezTo>
                <a:lnTo>
                  <a:pt x="211185" y="111113"/>
                </a:lnTo>
                <a:cubicBezTo>
                  <a:pt x="210447" y="112035"/>
                  <a:pt x="210078" y="113197"/>
                  <a:pt x="210149" y="114375"/>
                </a:cubicBezTo>
                <a:cubicBezTo>
                  <a:pt x="210364" y="118008"/>
                  <a:pt x="210364" y="121649"/>
                  <a:pt x="210149" y="125281"/>
                </a:cubicBezTo>
                <a:cubicBezTo>
                  <a:pt x="210078" y="126459"/>
                  <a:pt x="210447" y="127622"/>
                  <a:pt x="211185" y="128543"/>
                </a:cubicBezTo>
                <a:lnTo>
                  <a:pt x="229639" y="151606"/>
                </a:lnTo>
                <a:cubicBezTo>
                  <a:pt x="227295" y="159742"/>
                  <a:pt x="224049" y="167588"/>
                  <a:pt x="219960" y="17500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Graphic 29">
            <a:extLst>
              <a:ext uri="{FF2B5EF4-FFF2-40B4-BE49-F238E27FC236}">
                <a16:creationId xmlns:a16="http://schemas.microsoft.com/office/drawing/2014/main" id="{7CE18CCC-3679-4A39-348D-203D0002E2E6}"/>
              </a:ext>
            </a:extLst>
          </p:cNvPr>
          <p:cNvSpPr/>
          <p:nvPr/>
        </p:nvSpPr>
        <p:spPr>
          <a:xfrm>
            <a:off x="821911" y="3911287"/>
            <a:ext cx="276428" cy="276426"/>
          </a:xfrm>
          <a:custGeom>
            <a:avLst/>
            <a:gdLst>
              <a:gd name="csX0" fmla="*/ 241721 w 257223"/>
              <a:gd name="csY0" fmla="*/ 101918 h 257223"/>
              <a:gd name="csX1" fmla="*/ 229815 w 257223"/>
              <a:gd name="csY1" fmla="*/ 86678 h 257223"/>
              <a:gd name="csX2" fmla="*/ 227648 w 257223"/>
              <a:gd name="csY2" fmla="*/ 68330 h 257223"/>
              <a:gd name="csX3" fmla="*/ 219515 w 257223"/>
              <a:gd name="csY3" fmla="*/ 37683 h 257223"/>
              <a:gd name="csX4" fmla="*/ 188869 w 257223"/>
              <a:gd name="csY4" fmla="*/ 29551 h 257223"/>
              <a:gd name="csX5" fmla="*/ 170522 w 257223"/>
              <a:gd name="csY5" fmla="*/ 27384 h 257223"/>
              <a:gd name="csX6" fmla="*/ 155282 w 257223"/>
              <a:gd name="csY6" fmla="*/ 15478 h 257223"/>
              <a:gd name="csX7" fmla="*/ 128588 w 257223"/>
              <a:gd name="csY7" fmla="*/ 0 h 257223"/>
              <a:gd name="csX8" fmla="*/ 101894 w 257223"/>
              <a:gd name="csY8" fmla="*/ 15478 h 257223"/>
              <a:gd name="csX9" fmla="*/ 86654 w 257223"/>
              <a:gd name="csY9" fmla="*/ 27384 h 257223"/>
              <a:gd name="csX10" fmla="*/ 68306 w 257223"/>
              <a:gd name="csY10" fmla="*/ 29551 h 257223"/>
              <a:gd name="csX11" fmla="*/ 37659 w 257223"/>
              <a:gd name="csY11" fmla="*/ 37683 h 257223"/>
              <a:gd name="csX12" fmla="*/ 29551 w 257223"/>
              <a:gd name="csY12" fmla="*/ 68330 h 257223"/>
              <a:gd name="csX13" fmla="*/ 27384 w 257223"/>
              <a:gd name="csY13" fmla="*/ 86678 h 257223"/>
              <a:gd name="csX14" fmla="*/ 15478 w 257223"/>
              <a:gd name="csY14" fmla="*/ 101918 h 257223"/>
              <a:gd name="csX15" fmla="*/ 0 w 257223"/>
              <a:gd name="csY15" fmla="*/ 128612 h 257223"/>
              <a:gd name="csX16" fmla="*/ 15478 w 257223"/>
              <a:gd name="csY16" fmla="*/ 155306 h 257223"/>
              <a:gd name="csX17" fmla="*/ 27384 w 257223"/>
              <a:gd name="csY17" fmla="*/ 170546 h 257223"/>
              <a:gd name="csX18" fmla="*/ 29551 w 257223"/>
              <a:gd name="csY18" fmla="*/ 188893 h 257223"/>
              <a:gd name="csX19" fmla="*/ 37683 w 257223"/>
              <a:gd name="csY19" fmla="*/ 219539 h 257223"/>
              <a:gd name="csX20" fmla="*/ 68330 w 257223"/>
              <a:gd name="csY20" fmla="*/ 227672 h 257223"/>
              <a:gd name="csX21" fmla="*/ 86678 w 257223"/>
              <a:gd name="csY21" fmla="*/ 229839 h 257223"/>
              <a:gd name="csX22" fmla="*/ 101918 w 257223"/>
              <a:gd name="csY22" fmla="*/ 241745 h 257223"/>
              <a:gd name="csX23" fmla="*/ 128612 w 257223"/>
              <a:gd name="csY23" fmla="*/ 257223 h 257223"/>
              <a:gd name="csX24" fmla="*/ 155306 w 257223"/>
              <a:gd name="csY24" fmla="*/ 241745 h 257223"/>
              <a:gd name="csX25" fmla="*/ 170546 w 257223"/>
              <a:gd name="csY25" fmla="*/ 229839 h 257223"/>
              <a:gd name="csX26" fmla="*/ 188893 w 257223"/>
              <a:gd name="csY26" fmla="*/ 227672 h 257223"/>
              <a:gd name="csX27" fmla="*/ 219539 w 257223"/>
              <a:gd name="csY27" fmla="*/ 219539 h 257223"/>
              <a:gd name="csX28" fmla="*/ 227672 w 257223"/>
              <a:gd name="csY28" fmla="*/ 188893 h 257223"/>
              <a:gd name="csX29" fmla="*/ 229839 w 257223"/>
              <a:gd name="csY29" fmla="*/ 170546 h 257223"/>
              <a:gd name="csX30" fmla="*/ 241745 w 257223"/>
              <a:gd name="csY30" fmla="*/ 155306 h 257223"/>
              <a:gd name="csX31" fmla="*/ 257223 w 257223"/>
              <a:gd name="csY31" fmla="*/ 128612 h 257223"/>
              <a:gd name="csX32" fmla="*/ 241721 w 257223"/>
              <a:gd name="csY32" fmla="*/ 101918 h 257223"/>
              <a:gd name="csX33" fmla="*/ 234839 w 257223"/>
              <a:gd name="csY33" fmla="*/ 148709 h 257223"/>
              <a:gd name="csX34" fmla="*/ 221063 w 257223"/>
              <a:gd name="csY34" fmla="*/ 166902 h 257223"/>
              <a:gd name="csX35" fmla="*/ 218171 w 257223"/>
              <a:gd name="csY35" fmla="*/ 188750 h 257223"/>
              <a:gd name="csX36" fmla="*/ 212824 w 257223"/>
              <a:gd name="csY36" fmla="*/ 212800 h 257223"/>
              <a:gd name="csX37" fmla="*/ 188774 w 257223"/>
              <a:gd name="csY37" fmla="*/ 218147 h 257223"/>
              <a:gd name="csX38" fmla="*/ 166926 w 257223"/>
              <a:gd name="csY38" fmla="*/ 221039 h 257223"/>
              <a:gd name="csX39" fmla="*/ 148733 w 257223"/>
              <a:gd name="csY39" fmla="*/ 234815 h 257223"/>
              <a:gd name="csX40" fmla="*/ 128612 w 257223"/>
              <a:gd name="csY40" fmla="*/ 247674 h 257223"/>
              <a:gd name="csX41" fmla="*/ 108514 w 257223"/>
              <a:gd name="csY41" fmla="*/ 234815 h 257223"/>
              <a:gd name="csX42" fmla="*/ 90321 w 257223"/>
              <a:gd name="csY42" fmla="*/ 221039 h 257223"/>
              <a:gd name="csX43" fmla="*/ 68473 w 257223"/>
              <a:gd name="csY43" fmla="*/ 218147 h 257223"/>
              <a:gd name="csX44" fmla="*/ 44422 w 257223"/>
              <a:gd name="csY44" fmla="*/ 212800 h 257223"/>
              <a:gd name="csX45" fmla="*/ 39076 w 257223"/>
              <a:gd name="csY45" fmla="*/ 188750 h 257223"/>
              <a:gd name="csX46" fmla="*/ 36183 w 257223"/>
              <a:gd name="csY46" fmla="*/ 166902 h 257223"/>
              <a:gd name="csX47" fmla="*/ 22408 w 257223"/>
              <a:gd name="csY47" fmla="*/ 148709 h 257223"/>
              <a:gd name="csX48" fmla="*/ 9549 w 257223"/>
              <a:gd name="csY48" fmla="*/ 128612 h 257223"/>
              <a:gd name="csX49" fmla="*/ 22408 w 257223"/>
              <a:gd name="csY49" fmla="*/ 108514 h 257223"/>
              <a:gd name="csX50" fmla="*/ 36183 w 257223"/>
              <a:gd name="csY50" fmla="*/ 90321 h 257223"/>
              <a:gd name="csX51" fmla="*/ 39076 w 257223"/>
              <a:gd name="csY51" fmla="*/ 68473 h 257223"/>
              <a:gd name="csX52" fmla="*/ 44422 w 257223"/>
              <a:gd name="csY52" fmla="*/ 44422 h 257223"/>
              <a:gd name="csX53" fmla="*/ 68473 w 257223"/>
              <a:gd name="csY53" fmla="*/ 39076 h 257223"/>
              <a:gd name="csX54" fmla="*/ 90321 w 257223"/>
              <a:gd name="csY54" fmla="*/ 36183 h 257223"/>
              <a:gd name="csX55" fmla="*/ 108514 w 257223"/>
              <a:gd name="csY55" fmla="*/ 22408 h 257223"/>
              <a:gd name="csX56" fmla="*/ 128612 w 257223"/>
              <a:gd name="csY56" fmla="*/ 9549 h 257223"/>
              <a:gd name="csX57" fmla="*/ 148709 w 257223"/>
              <a:gd name="csY57" fmla="*/ 22408 h 257223"/>
              <a:gd name="csX58" fmla="*/ 166902 w 257223"/>
              <a:gd name="csY58" fmla="*/ 36183 h 257223"/>
              <a:gd name="csX59" fmla="*/ 188750 w 257223"/>
              <a:gd name="csY59" fmla="*/ 39076 h 257223"/>
              <a:gd name="csX60" fmla="*/ 212800 w 257223"/>
              <a:gd name="csY60" fmla="*/ 44422 h 257223"/>
              <a:gd name="csX61" fmla="*/ 218147 w 257223"/>
              <a:gd name="csY61" fmla="*/ 68473 h 257223"/>
              <a:gd name="csX62" fmla="*/ 221039 w 257223"/>
              <a:gd name="csY62" fmla="*/ 90321 h 257223"/>
              <a:gd name="csX63" fmla="*/ 234815 w 257223"/>
              <a:gd name="csY63" fmla="*/ 108514 h 257223"/>
              <a:gd name="csX64" fmla="*/ 247674 w 257223"/>
              <a:gd name="csY64" fmla="*/ 128612 h 257223"/>
              <a:gd name="csX65" fmla="*/ 234815 w 257223"/>
              <a:gd name="csY65" fmla="*/ 148709 h 257223"/>
              <a:gd name="csX66" fmla="*/ 234839 w 257223"/>
              <a:gd name="csY66" fmla="*/ 148709 h 257223"/>
              <a:gd name="csX67" fmla="*/ 114324 w 257223"/>
              <a:gd name="csY67" fmla="*/ 90512 h 257223"/>
              <a:gd name="csX68" fmla="*/ 110310 w 257223"/>
              <a:gd name="csY68" fmla="*/ 77281 h 257223"/>
              <a:gd name="csX69" fmla="*/ 99624 w 257223"/>
              <a:gd name="csY69" fmla="*/ 68511 h 257223"/>
              <a:gd name="csX70" fmla="*/ 85865 w 257223"/>
              <a:gd name="csY70" fmla="*/ 67156 h 257223"/>
              <a:gd name="csX71" fmla="*/ 73673 w 257223"/>
              <a:gd name="csY71" fmla="*/ 73673 h 257223"/>
              <a:gd name="csX72" fmla="*/ 67156 w 257223"/>
              <a:gd name="csY72" fmla="*/ 85865 h 257223"/>
              <a:gd name="csX73" fmla="*/ 68511 w 257223"/>
              <a:gd name="csY73" fmla="*/ 99624 h 257223"/>
              <a:gd name="csX74" fmla="*/ 77281 w 257223"/>
              <a:gd name="csY74" fmla="*/ 110310 h 257223"/>
              <a:gd name="csX75" fmla="*/ 90512 w 257223"/>
              <a:gd name="csY75" fmla="*/ 114324 h 257223"/>
              <a:gd name="csX76" fmla="*/ 107349 w 257223"/>
              <a:gd name="csY76" fmla="*/ 107349 h 257223"/>
              <a:gd name="csX77" fmla="*/ 114324 w 257223"/>
              <a:gd name="csY77" fmla="*/ 90512 h 257223"/>
              <a:gd name="csX78" fmla="*/ 76224 w 257223"/>
              <a:gd name="csY78" fmla="*/ 90512 h 257223"/>
              <a:gd name="csX79" fmla="*/ 78632 w 257223"/>
              <a:gd name="csY79" fmla="*/ 82574 h 257223"/>
              <a:gd name="csX80" fmla="*/ 85043 w 257223"/>
              <a:gd name="csY80" fmla="*/ 77311 h 257223"/>
              <a:gd name="csX81" fmla="*/ 93299 w 257223"/>
              <a:gd name="csY81" fmla="*/ 76499 h 257223"/>
              <a:gd name="csX82" fmla="*/ 100614 w 257223"/>
              <a:gd name="csY82" fmla="*/ 80409 h 257223"/>
              <a:gd name="csX83" fmla="*/ 104524 w 257223"/>
              <a:gd name="csY83" fmla="*/ 87724 h 257223"/>
              <a:gd name="csX84" fmla="*/ 103711 w 257223"/>
              <a:gd name="csY84" fmla="*/ 95979 h 257223"/>
              <a:gd name="csX85" fmla="*/ 98449 w 257223"/>
              <a:gd name="csY85" fmla="*/ 102391 h 257223"/>
              <a:gd name="csX86" fmla="*/ 90512 w 257223"/>
              <a:gd name="csY86" fmla="*/ 104799 h 257223"/>
              <a:gd name="csX87" fmla="*/ 80409 w 257223"/>
              <a:gd name="csY87" fmla="*/ 100614 h 257223"/>
              <a:gd name="csX88" fmla="*/ 76224 w 257223"/>
              <a:gd name="csY88" fmla="*/ 90512 h 257223"/>
              <a:gd name="csX89" fmla="*/ 166712 w 257223"/>
              <a:gd name="csY89" fmla="*/ 142899 h 257223"/>
              <a:gd name="csX90" fmla="*/ 153481 w 257223"/>
              <a:gd name="csY90" fmla="*/ 146912 h 257223"/>
              <a:gd name="csX91" fmla="*/ 144712 w 257223"/>
              <a:gd name="csY91" fmla="*/ 157599 h 257223"/>
              <a:gd name="csX92" fmla="*/ 143356 w 257223"/>
              <a:gd name="csY92" fmla="*/ 171357 h 257223"/>
              <a:gd name="csX93" fmla="*/ 149873 w 257223"/>
              <a:gd name="csY93" fmla="*/ 183549 h 257223"/>
              <a:gd name="csX94" fmla="*/ 162065 w 257223"/>
              <a:gd name="csY94" fmla="*/ 190066 h 257223"/>
              <a:gd name="csX95" fmla="*/ 175824 w 257223"/>
              <a:gd name="csY95" fmla="*/ 188712 h 257223"/>
              <a:gd name="csX96" fmla="*/ 186510 w 257223"/>
              <a:gd name="csY96" fmla="*/ 179941 h 257223"/>
              <a:gd name="csX97" fmla="*/ 190524 w 257223"/>
              <a:gd name="csY97" fmla="*/ 166712 h 257223"/>
              <a:gd name="csX98" fmla="*/ 183549 w 257223"/>
              <a:gd name="csY98" fmla="*/ 149873 h 257223"/>
              <a:gd name="csX99" fmla="*/ 166712 w 257223"/>
              <a:gd name="csY99" fmla="*/ 142899 h 257223"/>
              <a:gd name="csX100" fmla="*/ 166712 w 257223"/>
              <a:gd name="csY100" fmla="*/ 180999 h 257223"/>
              <a:gd name="csX101" fmla="*/ 158774 w 257223"/>
              <a:gd name="csY101" fmla="*/ 178591 h 257223"/>
              <a:gd name="csX102" fmla="*/ 153511 w 257223"/>
              <a:gd name="csY102" fmla="*/ 172179 h 257223"/>
              <a:gd name="csX103" fmla="*/ 152699 w 257223"/>
              <a:gd name="csY103" fmla="*/ 163924 h 257223"/>
              <a:gd name="csX104" fmla="*/ 156609 w 257223"/>
              <a:gd name="csY104" fmla="*/ 156609 h 257223"/>
              <a:gd name="csX105" fmla="*/ 163924 w 257223"/>
              <a:gd name="csY105" fmla="*/ 152699 h 257223"/>
              <a:gd name="csX106" fmla="*/ 172179 w 257223"/>
              <a:gd name="csY106" fmla="*/ 153511 h 257223"/>
              <a:gd name="csX107" fmla="*/ 178591 w 257223"/>
              <a:gd name="csY107" fmla="*/ 158774 h 257223"/>
              <a:gd name="csX108" fmla="*/ 180999 w 257223"/>
              <a:gd name="csY108" fmla="*/ 166712 h 257223"/>
              <a:gd name="csX109" fmla="*/ 176814 w 257223"/>
              <a:gd name="csY109" fmla="*/ 176814 h 257223"/>
              <a:gd name="csX110" fmla="*/ 166712 w 257223"/>
              <a:gd name="csY110" fmla="*/ 180999 h 257223"/>
              <a:gd name="csX111" fmla="*/ 179606 w 257223"/>
              <a:gd name="csY111" fmla="*/ 84356 h 257223"/>
              <a:gd name="csX112" fmla="*/ 84356 w 257223"/>
              <a:gd name="csY112" fmla="*/ 179606 h 257223"/>
              <a:gd name="csX113" fmla="*/ 80987 w 257223"/>
              <a:gd name="csY113" fmla="*/ 181001 h 257223"/>
              <a:gd name="csX114" fmla="*/ 77617 w 257223"/>
              <a:gd name="csY114" fmla="*/ 179606 h 257223"/>
              <a:gd name="csX115" fmla="*/ 76221 w 257223"/>
              <a:gd name="csY115" fmla="*/ 176237 h 257223"/>
              <a:gd name="csX116" fmla="*/ 77617 w 257223"/>
              <a:gd name="csY116" fmla="*/ 172867 h 257223"/>
              <a:gd name="csX117" fmla="*/ 172867 w 257223"/>
              <a:gd name="csY117" fmla="*/ 77617 h 257223"/>
              <a:gd name="csX118" fmla="*/ 174413 w 257223"/>
              <a:gd name="csY118" fmla="*/ 76584 h 257223"/>
              <a:gd name="csX119" fmla="*/ 176237 w 257223"/>
              <a:gd name="csY119" fmla="*/ 76221 h 257223"/>
              <a:gd name="csX120" fmla="*/ 178060 w 257223"/>
              <a:gd name="csY120" fmla="*/ 76584 h 257223"/>
              <a:gd name="csX121" fmla="*/ 179606 w 257223"/>
              <a:gd name="csY121" fmla="*/ 77617 h 257223"/>
              <a:gd name="csX122" fmla="*/ 180639 w 257223"/>
              <a:gd name="csY122" fmla="*/ 79163 h 257223"/>
              <a:gd name="csX123" fmla="*/ 181001 w 257223"/>
              <a:gd name="csY123" fmla="*/ 80987 h 257223"/>
              <a:gd name="csX124" fmla="*/ 180639 w 257223"/>
              <a:gd name="csY124" fmla="*/ 82810 h 257223"/>
              <a:gd name="csX125" fmla="*/ 179606 w 257223"/>
              <a:gd name="csY125" fmla="*/ 84356 h 257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257223" h="257223">
                <a:moveTo>
                  <a:pt x="241721" y="101918"/>
                </a:moveTo>
                <a:cubicBezTo>
                  <a:pt x="236959" y="96917"/>
                  <a:pt x="231958" y="91750"/>
                  <a:pt x="229815" y="86678"/>
                </a:cubicBezTo>
                <a:cubicBezTo>
                  <a:pt x="227850" y="81915"/>
                  <a:pt x="227755" y="75331"/>
                  <a:pt x="227648" y="68330"/>
                </a:cubicBezTo>
                <a:cubicBezTo>
                  <a:pt x="227481" y="57614"/>
                  <a:pt x="227302" y="45482"/>
                  <a:pt x="219515" y="37683"/>
                </a:cubicBezTo>
                <a:cubicBezTo>
                  <a:pt x="211729" y="29885"/>
                  <a:pt x="199584" y="29718"/>
                  <a:pt x="188869" y="29551"/>
                </a:cubicBezTo>
                <a:cubicBezTo>
                  <a:pt x="181868" y="29444"/>
                  <a:pt x="175260" y="29349"/>
                  <a:pt x="170522" y="27384"/>
                </a:cubicBezTo>
                <a:cubicBezTo>
                  <a:pt x="165450" y="25289"/>
                  <a:pt x="160282" y="20324"/>
                  <a:pt x="155282" y="15478"/>
                </a:cubicBezTo>
                <a:cubicBezTo>
                  <a:pt x="147328" y="7858"/>
                  <a:pt x="139101" y="0"/>
                  <a:pt x="128588" y="0"/>
                </a:cubicBezTo>
                <a:cubicBezTo>
                  <a:pt x="118074" y="0"/>
                  <a:pt x="109847" y="7882"/>
                  <a:pt x="101894" y="15478"/>
                </a:cubicBezTo>
                <a:cubicBezTo>
                  <a:pt x="96893" y="20241"/>
                  <a:pt x="91726" y="25241"/>
                  <a:pt x="86654" y="27384"/>
                </a:cubicBezTo>
                <a:cubicBezTo>
                  <a:pt x="81892" y="29349"/>
                  <a:pt x="75307" y="29444"/>
                  <a:pt x="68306" y="29551"/>
                </a:cubicBezTo>
                <a:cubicBezTo>
                  <a:pt x="57591" y="29718"/>
                  <a:pt x="45458" y="29897"/>
                  <a:pt x="37659" y="37683"/>
                </a:cubicBezTo>
                <a:cubicBezTo>
                  <a:pt x="29861" y="45470"/>
                  <a:pt x="29718" y="57614"/>
                  <a:pt x="29551" y="68330"/>
                </a:cubicBezTo>
                <a:cubicBezTo>
                  <a:pt x="29444" y="75331"/>
                  <a:pt x="29349" y="81939"/>
                  <a:pt x="27384" y="86678"/>
                </a:cubicBezTo>
                <a:cubicBezTo>
                  <a:pt x="25289" y="91750"/>
                  <a:pt x="20324" y="96917"/>
                  <a:pt x="15478" y="101918"/>
                </a:cubicBezTo>
                <a:cubicBezTo>
                  <a:pt x="7858" y="109871"/>
                  <a:pt x="0" y="118098"/>
                  <a:pt x="0" y="128612"/>
                </a:cubicBezTo>
                <a:cubicBezTo>
                  <a:pt x="0" y="139124"/>
                  <a:pt x="7882" y="147352"/>
                  <a:pt x="15478" y="155306"/>
                </a:cubicBezTo>
                <a:cubicBezTo>
                  <a:pt x="20241" y="160306"/>
                  <a:pt x="25241" y="165473"/>
                  <a:pt x="27384" y="170546"/>
                </a:cubicBezTo>
                <a:cubicBezTo>
                  <a:pt x="29349" y="175308"/>
                  <a:pt x="29444" y="181892"/>
                  <a:pt x="29551" y="188893"/>
                </a:cubicBezTo>
                <a:cubicBezTo>
                  <a:pt x="29718" y="199608"/>
                  <a:pt x="29897" y="211741"/>
                  <a:pt x="37683" y="219539"/>
                </a:cubicBezTo>
                <a:cubicBezTo>
                  <a:pt x="45470" y="227338"/>
                  <a:pt x="57614" y="227505"/>
                  <a:pt x="68330" y="227672"/>
                </a:cubicBezTo>
                <a:cubicBezTo>
                  <a:pt x="75331" y="227778"/>
                  <a:pt x="81939" y="227874"/>
                  <a:pt x="86678" y="229839"/>
                </a:cubicBezTo>
                <a:cubicBezTo>
                  <a:pt x="91750" y="231934"/>
                  <a:pt x="96917" y="236899"/>
                  <a:pt x="101918" y="241745"/>
                </a:cubicBezTo>
                <a:cubicBezTo>
                  <a:pt x="109871" y="249365"/>
                  <a:pt x="118098" y="257223"/>
                  <a:pt x="128612" y="257223"/>
                </a:cubicBezTo>
                <a:cubicBezTo>
                  <a:pt x="139124" y="257223"/>
                  <a:pt x="147352" y="249341"/>
                  <a:pt x="155306" y="241745"/>
                </a:cubicBezTo>
                <a:cubicBezTo>
                  <a:pt x="160306" y="236982"/>
                  <a:pt x="165473" y="231982"/>
                  <a:pt x="170546" y="229839"/>
                </a:cubicBezTo>
                <a:cubicBezTo>
                  <a:pt x="175308" y="227874"/>
                  <a:pt x="181892" y="227778"/>
                  <a:pt x="188893" y="227672"/>
                </a:cubicBezTo>
                <a:cubicBezTo>
                  <a:pt x="199608" y="227505"/>
                  <a:pt x="211741" y="227326"/>
                  <a:pt x="219539" y="219539"/>
                </a:cubicBezTo>
                <a:cubicBezTo>
                  <a:pt x="227338" y="211753"/>
                  <a:pt x="227505" y="199608"/>
                  <a:pt x="227672" y="188893"/>
                </a:cubicBezTo>
                <a:cubicBezTo>
                  <a:pt x="227778" y="181892"/>
                  <a:pt x="227874" y="175284"/>
                  <a:pt x="229839" y="170546"/>
                </a:cubicBezTo>
                <a:cubicBezTo>
                  <a:pt x="231934" y="165473"/>
                  <a:pt x="236899" y="160306"/>
                  <a:pt x="241745" y="155306"/>
                </a:cubicBezTo>
                <a:cubicBezTo>
                  <a:pt x="249365" y="147352"/>
                  <a:pt x="257223" y="139124"/>
                  <a:pt x="257223" y="128612"/>
                </a:cubicBezTo>
                <a:cubicBezTo>
                  <a:pt x="257223" y="118098"/>
                  <a:pt x="249317" y="109871"/>
                  <a:pt x="241721" y="101918"/>
                </a:cubicBezTo>
                <a:close/>
                <a:moveTo>
                  <a:pt x="234839" y="148709"/>
                </a:moveTo>
                <a:cubicBezTo>
                  <a:pt x="229434" y="154341"/>
                  <a:pt x="223838" y="160175"/>
                  <a:pt x="221063" y="166902"/>
                </a:cubicBezTo>
                <a:cubicBezTo>
                  <a:pt x="218409" y="173319"/>
                  <a:pt x="218290" y="181190"/>
                  <a:pt x="218171" y="188750"/>
                </a:cubicBezTo>
                <a:cubicBezTo>
                  <a:pt x="218028" y="198513"/>
                  <a:pt x="217885" y="207800"/>
                  <a:pt x="212824" y="212800"/>
                </a:cubicBezTo>
                <a:cubicBezTo>
                  <a:pt x="207764" y="217801"/>
                  <a:pt x="198537" y="218004"/>
                  <a:pt x="188774" y="218147"/>
                </a:cubicBezTo>
                <a:cubicBezTo>
                  <a:pt x="181190" y="218266"/>
                  <a:pt x="173295" y="218385"/>
                  <a:pt x="166926" y="221039"/>
                </a:cubicBezTo>
                <a:cubicBezTo>
                  <a:pt x="160199" y="223826"/>
                  <a:pt x="154364" y="229374"/>
                  <a:pt x="148733" y="234815"/>
                </a:cubicBezTo>
                <a:cubicBezTo>
                  <a:pt x="141815" y="241423"/>
                  <a:pt x="135303" y="247674"/>
                  <a:pt x="128612" y="247674"/>
                </a:cubicBezTo>
                <a:cubicBezTo>
                  <a:pt x="121920" y="247674"/>
                  <a:pt x="115407" y="241423"/>
                  <a:pt x="108514" y="234815"/>
                </a:cubicBezTo>
                <a:cubicBezTo>
                  <a:pt x="102882" y="229410"/>
                  <a:pt x="97048" y="223826"/>
                  <a:pt x="90321" y="221039"/>
                </a:cubicBezTo>
                <a:cubicBezTo>
                  <a:pt x="83903" y="218385"/>
                  <a:pt x="76034" y="218266"/>
                  <a:pt x="68473" y="218147"/>
                </a:cubicBezTo>
                <a:cubicBezTo>
                  <a:pt x="58710" y="218004"/>
                  <a:pt x="49482" y="217861"/>
                  <a:pt x="44422" y="212800"/>
                </a:cubicBezTo>
                <a:cubicBezTo>
                  <a:pt x="39362" y="207741"/>
                  <a:pt x="39219" y="198513"/>
                  <a:pt x="39076" y="188750"/>
                </a:cubicBezTo>
                <a:cubicBezTo>
                  <a:pt x="38957" y="181166"/>
                  <a:pt x="38838" y="173272"/>
                  <a:pt x="36183" y="166902"/>
                </a:cubicBezTo>
                <a:cubicBezTo>
                  <a:pt x="33409" y="160175"/>
                  <a:pt x="27849" y="154341"/>
                  <a:pt x="22408" y="148709"/>
                </a:cubicBezTo>
                <a:cubicBezTo>
                  <a:pt x="15800" y="141815"/>
                  <a:pt x="9549" y="135303"/>
                  <a:pt x="9549" y="128612"/>
                </a:cubicBezTo>
                <a:cubicBezTo>
                  <a:pt x="9549" y="121920"/>
                  <a:pt x="15800" y="115407"/>
                  <a:pt x="22408" y="108514"/>
                </a:cubicBezTo>
                <a:cubicBezTo>
                  <a:pt x="27813" y="102882"/>
                  <a:pt x="33409" y="97048"/>
                  <a:pt x="36183" y="90321"/>
                </a:cubicBezTo>
                <a:cubicBezTo>
                  <a:pt x="38838" y="83903"/>
                  <a:pt x="38957" y="76034"/>
                  <a:pt x="39076" y="68473"/>
                </a:cubicBezTo>
                <a:cubicBezTo>
                  <a:pt x="39219" y="58710"/>
                  <a:pt x="39362" y="49482"/>
                  <a:pt x="44422" y="44422"/>
                </a:cubicBezTo>
                <a:cubicBezTo>
                  <a:pt x="49482" y="39362"/>
                  <a:pt x="58710" y="39219"/>
                  <a:pt x="68473" y="39076"/>
                </a:cubicBezTo>
                <a:cubicBezTo>
                  <a:pt x="76058" y="38957"/>
                  <a:pt x="83951" y="38838"/>
                  <a:pt x="90321" y="36183"/>
                </a:cubicBezTo>
                <a:cubicBezTo>
                  <a:pt x="97048" y="33397"/>
                  <a:pt x="102882" y="27849"/>
                  <a:pt x="108514" y="22408"/>
                </a:cubicBezTo>
                <a:cubicBezTo>
                  <a:pt x="115407" y="15800"/>
                  <a:pt x="121920" y="9549"/>
                  <a:pt x="128612" y="9549"/>
                </a:cubicBezTo>
                <a:cubicBezTo>
                  <a:pt x="135303" y="9549"/>
                  <a:pt x="141815" y="15800"/>
                  <a:pt x="148709" y="22408"/>
                </a:cubicBezTo>
                <a:cubicBezTo>
                  <a:pt x="154341" y="27813"/>
                  <a:pt x="160175" y="33397"/>
                  <a:pt x="166902" y="36183"/>
                </a:cubicBezTo>
                <a:cubicBezTo>
                  <a:pt x="173319" y="38838"/>
                  <a:pt x="181190" y="38957"/>
                  <a:pt x="188750" y="39076"/>
                </a:cubicBezTo>
                <a:cubicBezTo>
                  <a:pt x="198513" y="39219"/>
                  <a:pt x="207800" y="39362"/>
                  <a:pt x="212800" y="44422"/>
                </a:cubicBezTo>
                <a:cubicBezTo>
                  <a:pt x="217801" y="49482"/>
                  <a:pt x="218004" y="58710"/>
                  <a:pt x="218147" y="68473"/>
                </a:cubicBezTo>
                <a:cubicBezTo>
                  <a:pt x="218266" y="76058"/>
                  <a:pt x="218385" y="83951"/>
                  <a:pt x="221039" y="90321"/>
                </a:cubicBezTo>
                <a:cubicBezTo>
                  <a:pt x="223814" y="97048"/>
                  <a:pt x="229374" y="102882"/>
                  <a:pt x="234815" y="108514"/>
                </a:cubicBezTo>
                <a:cubicBezTo>
                  <a:pt x="241423" y="115407"/>
                  <a:pt x="247674" y="121920"/>
                  <a:pt x="247674" y="128612"/>
                </a:cubicBezTo>
                <a:cubicBezTo>
                  <a:pt x="247674" y="135303"/>
                  <a:pt x="241423" y="141815"/>
                  <a:pt x="234815" y="148709"/>
                </a:cubicBezTo>
                <a:lnTo>
                  <a:pt x="234839" y="148709"/>
                </a:lnTo>
                <a:close/>
                <a:moveTo>
                  <a:pt x="114324" y="90512"/>
                </a:moveTo>
                <a:cubicBezTo>
                  <a:pt x="114324" y="85802"/>
                  <a:pt x="112927" y="81198"/>
                  <a:pt x="110310" y="77281"/>
                </a:cubicBezTo>
                <a:cubicBezTo>
                  <a:pt x="107694" y="73366"/>
                  <a:pt x="103975" y="70314"/>
                  <a:pt x="99624" y="68511"/>
                </a:cubicBezTo>
                <a:cubicBezTo>
                  <a:pt x="95273" y="66709"/>
                  <a:pt x="90485" y="66238"/>
                  <a:pt x="85865" y="67156"/>
                </a:cubicBezTo>
                <a:cubicBezTo>
                  <a:pt x="81247" y="68075"/>
                  <a:pt x="77003" y="70343"/>
                  <a:pt x="73673" y="73673"/>
                </a:cubicBezTo>
                <a:cubicBezTo>
                  <a:pt x="70343" y="77003"/>
                  <a:pt x="68075" y="81247"/>
                  <a:pt x="67156" y="85865"/>
                </a:cubicBezTo>
                <a:cubicBezTo>
                  <a:pt x="66238" y="90485"/>
                  <a:pt x="66709" y="95273"/>
                  <a:pt x="68511" y="99624"/>
                </a:cubicBezTo>
                <a:cubicBezTo>
                  <a:pt x="70314" y="103975"/>
                  <a:pt x="73366" y="107694"/>
                  <a:pt x="77281" y="110310"/>
                </a:cubicBezTo>
                <a:cubicBezTo>
                  <a:pt x="81198" y="112927"/>
                  <a:pt x="85802" y="114324"/>
                  <a:pt x="90512" y="114324"/>
                </a:cubicBezTo>
                <a:cubicBezTo>
                  <a:pt x="96827" y="114324"/>
                  <a:pt x="102884" y="111815"/>
                  <a:pt x="107349" y="107349"/>
                </a:cubicBezTo>
                <a:cubicBezTo>
                  <a:pt x="111815" y="102884"/>
                  <a:pt x="114324" y="96827"/>
                  <a:pt x="114324" y="90512"/>
                </a:cubicBezTo>
                <a:close/>
                <a:moveTo>
                  <a:pt x="76224" y="90512"/>
                </a:moveTo>
                <a:cubicBezTo>
                  <a:pt x="76224" y="87686"/>
                  <a:pt x="77061" y="84923"/>
                  <a:pt x="78632" y="82574"/>
                </a:cubicBezTo>
                <a:cubicBezTo>
                  <a:pt x="80202" y="80224"/>
                  <a:pt x="82433" y="78393"/>
                  <a:pt x="85043" y="77311"/>
                </a:cubicBezTo>
                <a:cubicBezTo>
                  <a:pt x="87654" y="76230"/>
                  <a:pt x="90527" y="75947"/>
                  <a:pt x="93299" y="76499"/>
                </a:cubicBezTo>
                <a:cubicBezTo>
                  <a:pt x="96070" y="77050"/>
                  <a:pt x="98616" y="78410"/>
                  <a:pt x="100614" y="80409"/>
                </a:cubicBezTo>
                <a:cubicBezTo>
                  <a:pt x="102612" y="82407"/>
                  <a:pt x="103973" y="84953"/>
                  <a:pt x="104524" y="87724"/>
                </a:cubicBezTo>
                <a:cubicBezTo>
                  <a:pt x="105075" y="90496"/>
                  <a:pt x="104793" y="93368"/>
                  <a:pt x="103711" y="95979"/>
                </a:cubicBezTo>
                <a:cubicBezTo>
                  <a:pt x="102629" y="98590"/>
                  <a:pt x="100799" y="100821"/>
                  <a:pt x="98449" y="102391"/>
                </a:cubicBezTo>
                <a:cubicBezTo>
                  <a:pt x="96099" y="103961"/>
                  <a:pt x="93337" y="104799"/>
                  <a:pt x="90512" y="104799"/>
                </a:cubicBezTo>
                <a:cubicBezTo>
                  <a:pt x="86722" y="104799"/>
                  <a:pt x="83088" y="103293"/>
                  <a:pt x="80409" y="100614"/>
                </a:cubicBezTo>
                <a:cubicBezTo>
                  <a:pt x="77729" y="97935"/>
                  <a:pt x="76224" y="94301"/>
                  <a:pt x="76224" y="90512"/>
                </a:cubicBezTo>
                <a:close/>
                <a:moveTo>
                  <a:pt x="166712" y="142899"/>
                </a:moveTo>
                <a:cubicBezTo>
                  <a:pt x="162002" y="142899"/>
                  <a:pt x="157398" y="144296"/>
                  <a:pt x="153481" y="146912"/>
                </a:cubicBezTo>
                <a:cubicBezTo>
                  <a:pt x="149566" y="149529"/>
                  <a:pt x="146514" y="153247"/>
                  <a:pt x="144712" y="157599"/>
                </a:cubicBezTo>
                <a:cubicBezTo>
                  <a:pt x="142909" y="161950"/>
                  <a:pt x="142437" y="166737"/>
                  <a:pt x="143356" y="171357"/>
                </a:cubicBezTo>
                <a:cubicBezTo>
                  <a:pt x="144276" y="175976"/>
                  <a:pt x="146543" y="180219"/>
                  <a:pt x="149873" y="183549"/>
                </a:cubicBezTo>
                <a:cubicBezTo>
                  <a:pt x="153203" y="186880"/>
                  <a:pt x="157447" y="189148"/>
                  <a:pt x="162065" y="190066"/>
                </a:cubicBezTo>
                <a:cubicBezTo>
                  <a:pt x="166685" y="190985"/>
                  <a:pt x="171473" y="190514"/>
                  <a:pt x="175824" y="188712"/>
                </a:cubicBezTo>
                <a:cubicBezTo>
                  <a:pt x="180175" y="186909"/>
                  <a:pt x="183894" y="183857"/>
                  <a:pt x="186510" y="179941"/>
                </a:cubicBezTo>
                <a:cubicBezTo>
                  <a:pt x="189127" y="176025"/>
                  <a:pt x="190524" y="171421"/>
                  <a:pt x="190524" y="166712"/>
                </a:cubicBezTo>
                <a:cubicBezTo>
                  <a:pt x="190524" y="160396"/>
                  <a:pt x="188015" y="154339"/>
                  <a:pt x="183549" y="149873"/>
                </a:cubicBezTo>
                <a:cubicBezTo>
                  <a:pt x="179084" y="145408"/>
                  <a:pt x="173027" y="142899"/>
                  <a:pt x="166712" y="142899"/>
                </a:cubicBezTo>
                <a:close/>
                <a:moveTo>
                  <a:pt x="166712" y="180999"/>
                </a:moveTo>
                <a:cubicBezTo>
                  <a:pt x="163886" y="180999"/>
                  <a:pt x="161123" y="180161"/>
                  <a:pt x="158774" y="178591"/>
                </a:cubicBezTo>
                <a:cubicBezTo>
                  <a:pt x="156424" y="177021"/>
                  <a:pt x="154593" y="174790"/>
                  <a:pt x="153511" y="172179"/>
                </a:cubicBezTo>
                <a:cubicBezTo>
                  <a:pt x="152430" y="169568"/>
                  <a:pt x="152147" y="166696"/>
                  <a:pt x="152699" y="163924"/>
                </a:cubicBezTo>
                <a:cubicBezTo>
                  <a:pt x="153250" y="161153"/>
                  <a:pt x="154610" y="158607"/>
                  <a:pt x="156609" y="156609"/>
                </a:cubicBezTo>
                <a:cubicBezTo>
                  <a:pt x="158607" y="154610"/>
                  <a:pt x="161153" y="153250"/>
                  <a:pt x="163924" y="152699"/>
                </a:cubicBezTo>
                <a:cubicBezTo>
                  <a:pt x="166696" y="152147"/>
                  <a:pt x="169568" y="152430"/>
                  <a:pt x="172179" y="153511"/>
                </a:cubicBezTo>
                <a:cubicBezTo>
                  <a:pt x="174790" y="154593"/>
                  <a:pt x="177021" y="156424"/>
                  <a:pt x="178591" y="158774"/>
                </a:cubicBezTo>
                <a:cubicBezTo>
                  <a:pt x="180161" y="161123"/>
                  <a:pt x="180999" y="163886"/>
                  <a:pt x="180999" y="166712"/>
                </a:cubicBezTo>
                <a:cubicBezTo>
                  <a:pt x="180999" y="170501"/>
                  <a:pt x="179493" y="174135"/>
                  <a:pt x="176814" y="176814"/>
                </a:cubicBezTo>
                <a:cubicBezTo>
                  <a:pt x="174135" y="179493"/>
                  <a:pt x="170501" y="180999"/>
                  <a:pt x="166712" y="180999"/>
                </a:cubicBezTo>
                <a:close/>
                <a:moveTo>
                  <a:pt x="179606" y="84356"/>
                </a:moveTo>
                <a:lnTo>
                  <a:pt x="84356" y="179606"/>
                </a:lnTo>
                <a:cubicBezTo>
                  <a:pt x="83462" y="180499"/>
                  <a:pt x="82250" y="181001"/>
                  <a:pt x="80987" y="181001"/>
                </a:cubicBezTo>
                <a:cubicBezTo>
                  <a:pt x="79723" y="181001"/>
                  <a:pt x="78510" y="180499"/>
                  <a:pt x="77617" y="179606"/>
                </a:cubicBezTo>
                <a:cubicBezTo>
                  <a:pt x="76723" y="178712"/>
                  <a:pt x="76221" y="177500"/>
                  <a:pt x="76221" y="176237"/>
                </a:cubicBezTo>
                <a:cubicBezTo>
                  <a:pt x="76221" y="174973"/>
                  <a:pt x="76723" y="173760"/>
                  <a:pt x="77617" y="172867"/>
                </a:cubicBezTo>
                <a:lnTo>
                  <a:pt x="172867" y="77617"/>
                </a:lnTo>
                <a:cubicBezTo>
                  <a:pt x="173310" y="77175"/>
                  <a:pt x="173834" y="76823"/>
                  <a:pt x="174413" y="76584"/>
                </a:cubicBezTo>
                <a:cubicBezTo>
                  <a:pt x="174991" y="76344"/>
                  <a:pt x="175611" y="76221"/>
                  <a:pt x="176237" y="76221"/>
                </a:cubicBezTo>
                <a:cubicBezTo>
                  <a:pt x="176862" y="76221"/>
                  <a:pt x="177482" y="76344"/>
                  <a:pt x="178060" y="76584"/>
                </a:cubicBezTo>
                <a:cubicBezTo>
                  <a:pt x="178638" y="76823"/>
                  <a:pt x="179164" y="77175"/>
                  <a:pt x="179606" y="77617"/>
                </a:cubicBezTo>
                <a:cubicBezTo>
                  <a:pt x="180049" y="78060"/>
                  <a:pt x="180399" y="78584"/>
                  <a:pt x="180639" y="79163"/>
                </a:cubicBezTo>
                <a:cubicBezTo>
                  <a:pt x="180878" y="79741"/>
                  <a:pt x="181001" y="80361"/>
                  <a:pt x="181001" y="80987"/>
                </a:cubicBezTo>
                <a:cubicBezTo>
                  <a:pt x="181001" y="81612"/>
                  <a:pt x="180878" y="82232"/>
                  <a:pt x="180639" y="82810"/>
                </a:cubicBezTo>
                <a:cubicBezTo>
                  <a:pt x="180399" y="83388"/>
                  <a:pt x="180049" y="83914"/>
                  <a:pt x="179606" y="843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4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0185273F-FBA9-AE3C-9072-03FADEFD1F2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639" y="-747707"/>
            <a:ext cx="8353412" cy="8353414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EC04596-1E4F-816D-06F6-67F5B91A8A58}"/>
              </a:ext>
            </a:extLst>
          </p:cNvPr>
          <p:cNvSpPr/>
          <p:nvPr/>
        </p:nvSpPr>
        <p:spPr>
          <a:xfrm>
            <a:off x="3432175" y="3546581"/>
            <a:ext cx="2519361" cy="1717958"/>
          </a:xfrm>
          <a:prstGeom prst="roundRect">
            <a:avLst>
              <a:gd name="adj" fmla="val 24212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8441CC5-42AD-544E-4F7B-D8F214E5531F}"/>
              </a:ext>
            </a:extLst>
          </p:cNvPr>
          <p:cNvSpPr/>
          <p:nvPr/>
        </p:nvSpPr>
        <p:spPr>
          <a:xfrm>
            <a:off x="6240462" y="3546581"/>
            <a:ext cx="2519361" cy="1717958"/>
          </a:xfrm>
          <a:prstGeom prst="roundRect">
            <a:avLst>
              <a:gd name="adj" fmla="val 24212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7A966B3-E2C4-4010-960A-39F8FD70857A}"/>
              </a:ext>
            </a:extLst>
          </p:cNvPr>
          <p:cNvSpPr/>
          <p:nvPr/>
        </p:nvSpPr>
        <p:spPr>
          <a:xfrm>
            <a:off x="9048750" y="3546581"/>
            <a:ext cx="2519361" cy="1717958"/>
          </a:xfrm>
          <a:prstGeom prst="roundRect">
            <a:avLst>
              <a:gd name="adj" fmla="val 24212"/>
            </a:avLst>
          </a:prstGeom>
          <a:gradFill flip="none" rotWithShape="1"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10000"/>
                  </a:srgbClr>
                </a:gs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09EE01-C8C1-6914-0A2B-EDD5FB5895A7}"/>
              </a:ext>
            </a:extLst>
          </p:cNvPr>
          <p:cNvCxnSpPr>
            <a:cxnSpLocks/>
          </p:cNvCxnSpPr>
          <p:nvPr/>
        </p:nvCxnSpPr>
        <p:spPr>
          <a:xfrm>
            <a:off x="0" y="3104425"/>
            <a:ext cx="12192000" cy="0"/>
          </a:xfrm>
          <a:prstGeom prst="line">
            <a:avLst/>
          </a:prstGeom>
          <a:ln w="190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B8DA89A8-57C3-000E-5981-5B636A49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$600K gets us here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AE1B8-E3FE-241F-2390-60AE89651ED2}"/>
              </a:ext>
            </a:extLst>
          </p:cNvPr>
          <p:cNvSpPr txBox="1"/>
          <p:nvPr/>
        </p:nvSpPr>
        <p:spPr>
          <a:xfrm>
            <a:off x="623888" y="1311117"/>
            <a:ext cx="6619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18 months of focused execution → Series A ready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D8EDBB-3181-9F28-A34C-200EFA935F35}"/>
              </a:ext>
            </a:extLst>
          </p:cNvPr>
          <p:cNvSpPr/>
          <p:nvPr/>
        </p:nvSpPr>
        <p:spPr>
          <a:xfrm>
            <a:off x="623888" y="3546581"/>
            <a:ext cx="2519361" cy="1717958"/>
          </a:xfrm>
          <a:prstGeom prst="roundRect">
            <a:avLst>
              <a:gd name="adj" fmla="val 24212"/>
            </a:avLst>
          </a:prstGeom>
          <a:gradFill flip="none" rotWithShape="1">
            <a:gsLst>
              <a:gs pos="49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3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84B6B4-FD6C-A14C-A24A-31920A7AA4C8}"/>
              </a:ext>
            </a:extLst>
          </p:cNvPr>
          <p:cNvSpPr/>
          <p:nvPr/>
        </p:nvSpPr>
        <p:spPr>
          <a:xfrm>
            <a:off x="623887" y="5618045"/>
            <a:ext cx="10931524" cy="61924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9000">
                <a:srgbClr val="FFFFFF">
                  <a:alpha val="1000"/>
                </a:srgbClr>
              </a:gs>
              <a:gs pos="0">
                <a:schemeClr val="bg1">
                  <a:alpha val="0"/>
                </a:schemeClr>
              </a:gs>
              <a:gs pos="98000">
                <a:schemeClr val="bg1">
                  <a:alpha val="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15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BF618-4035-4312-0508-187CBCB11FC5}"/>
              </a:ext>
            </a:extLst>
          </p:cNvPr>
          <p:cNvSpPr txBox="1"/>
          <p:nvPr/>
        </p:nvSpPr>
        <p:spPr>
          <a:xfrm>
            <a:off x="832659" y="5773778"/>
            <a:ext cx="1052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Use of funds: 45% Engineering · 30% Sales &amp; Marketing · 15% Infrastructure · 10% Operations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C5C90B-00E8-66E8-5B61-6BF5C2F8D520}"/>
              </a:ext>
            </a:extLst>
          </p:cNvPr>
          <p:cNvSpPr/>
          <p:nvPr/>
        </p:nvSpPr>
        <p:spPr>
          <a:xfrm>
            <a:off x="1741653" y="2951449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6C91B-A5EE-B7EA-FCAE-BA4379A64D51}"/>
              </a:ext>
            </a:extLst>
          </p:cNvPr>
          <p:cNvSpPr txBox="1"/>
          <p:nvPr/>
        </p:nvSpPr>
        <p:spPr>
          <a:xfrm>
            <a:off x="755135" y="2443375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Month 1-3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5FA65-18ED-51E9-DDAF-A6CAF1F79024}"/>
              </a:ext>
            </a:extLst>
          </p:cNvPr>
          <p:cNvSpPr txBox="1"/>
          <p:nvPr/>
        </p:nvSpPr>
        <p:spPr>
          <a:xfrm>
            <a:off x="755135" y="2158367"/>
            <a:ext cx="225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Foundation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23B6719-402E-C908-D547-15A0CA8A0F8D}"/>
              </a:ext>
            </a:extLst>
          </p:cNvPr>
          <p:cNvSpPr/>
          <p:nvPr/>
        </p:nvSpPr>
        <p:spPr>
          <a:xfrm>
            <a:off x="4549940" y="2951449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D64170-53A5-E438-8946-035A92BD0B1F}"/>
              </a:ext>
            </a:extLst>
          </p:cNvPr>
          <p:cNvSpPr txBox="1"/>
          <p:nvPr/>
        </p:nvSpPr>
        <p:spPr>
          <a:xfrm>
            <a:off x="3563422" y="2443375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Month 1-6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4330A6-DA5B-A9EB-1F09-316C9F123E87}"/>
              </a:ext>
            </a:extLst>
          </p:cNvPr>
          <p:cNvSpPr txBox="1"/>
          <p:nvPr/>
        </p:nvSpPr>
        <p:spPr>
          <a:xfrm>
            <a:off x="3563422" y="2158367"/>
            <a:ext cx="225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Traction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953ABF-9D6E-B68E-8EA0-D5A88CF98CC7}"/>
              </a:ext>
            </a:extLst>
          </p:cNvPr>
          <p:cNvSpPr/>
          <p:nvPr/>
        </p:nvSpPr>
        <p:spPr>
          <a:xfrm>
            <a:off x="7358227" y="2951449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95000"/>
                  <a:lumOff val="5000"/>
                </a:schemeClr>
              </a:gs>
              <a:gs pos="0">
                <a:schemeClr val="tx1"/>
              </a:gs>
              <a:gs pos="100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CAAD19-9C06-0C07-D9EB-4F47170B76F8}"/>
              </a:ext>
            </a:extLst>
          </p:cNvPr>
          <p:cNvSpPr txBox="1"/>
          <p:nvPr/>
        </p:nvSpPr>
        <p:spPr>
          <a:xfrm>
            <a:off x="6371709" y="2443375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Q1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87869-2814-7943-6359-82603A998218}"/>
              </a:ext>
            </a:extLst>
          </p:cNvPr>
          <p:cNvSpPr txBox="1"/>
          <p:nvPr/>
        </p:nvSpPr>
        <p:spPr>
          <a:xfrm>
            <a:off x="6371709" y="2158367"/>
            <a:ext cx="225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Momentum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5639A18-9F9E-3D7A-E611-1DAAB0CA025C}"/>
              </a:ext>
            </a:extLst>
          </p:cNvPr>
          <p:cNvSpPr/>
          <p:nvPr/>
        </p:nvSpPr>
        <p:spPr>
          <a:xfrm>
            <a:off x="10166515" y="2951449"/>
            <a:ext cx="283830" cy="283830"/>
          </a:xfrm>
          <a:prstGeom prst="ellipse">
            <a:avLst/>
          </a:prstGeom>
          <a:gradFill flip="none" rotWithShape="1">
            <a:gsLst>
              <a:gs pos="50000">
                <a:schemeClr val="tx1">
                  <a:lumMod val="75000"/>
                  <a:lumOff val="25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F674A3-C690-D9CC-9E50-B7F8405DF68F}"/>
              </a:ext>
            </a:extLst>
          </p:cNvPr>
          <p:cNvSpPr txBox="1"/>
          <p:nvPr/>
        </p:nvSpPr>
        <p:spPr>
          <a:xfrm>
            <a:off x="9179997" y="2443375"/>
            <a:ext cx="2256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9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Q2 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263BF3-5AB6-683A-8A8F-DA3C2BD51E2D}"/>
              </a:ext>
            </a:extLst>
          </p:cNvPr>
          <p:cNvSpPr txBox="1"/>
          <p:nvPr/>
        </p:nvSpPr>
        <p:spPr>
          <a:xfrm>
            <a:off x="9179997" y="2158367"/>
            <a:ext cx="225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Goal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3C6B9D-7249-0A49-94CF-0039F79AAAD4}"/>
              </a:ext>
            </a:extLst>
          </p:cNvPr>
          <p:cNvSpPr txBox="1"/>
          <p:nvPr/>
        </p:nvSpPr>
        <p:spPr>
          <a:xfrm>
            <a:off x="946029" y="3932129"/>
            <a:ext cx="1875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 key hires</a:t>
            </a: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24A1C-4DB3-54D6-B617-5D4875DC53F2}"/>
              </a:ext>
            </a:extLst>
          </p:cNvPr>
          <p:cNvSpPr txBox="1"/>
          <p:nvPr/>
        </p:nvSpPr>
        <p:spPr>
          <a:xfrm>
            <a:off x="946029" y="4328359"/>
            <a:ext cx="1875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Senior Engineer + Sales Lead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366079-BEC9-09CB-FACE-7DCD3CAA9447}"/>
              </a:ext>
            </a:extLst>
          </p:cNvPr>
          <p:cNvSpPr txBox="1"/>
          <p:nvPr/>
        </p:nvSpPr>
        <p:spPr>
          <a:xfrm>
            <a:off x="3754316" y="3932129"/>
            <a:ext cx="1875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500 paying customers</a:t>
            </a: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9941F9-0356-8998-3C8E-76C7FA66272E}"/>
              </a:ext>
            </a:extLst>
          </p:cNvPr>
          <p:cNvSpPr txBox="1"/>
          <p:nvPr/>
        </p:nvSpPr>
        <p:spPr>
          <a:xfrm>
            <a:off x="3754316" y="4516904"/>
            <a:ext cx="1875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PLG + outbound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092031-C98C-49CC-12E1-EFF731D4AA74}"/>
              </a:ext>
            </a:extLst>
          </p:cNvPr>
          <p:cNvSpPr txBox="1"/>
          <p:nvPr/>
        </p:nvSpPr>
        <p:spPr>
          <a:xfrm>
            <a:off x="6562603" y="3932129"/>
            <a:ext cx="1875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$1M ARR</a:t>
            </a: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D7EE1-9FF2-7A58-D488-87159398558C}"/>
              </a:ext>
            </a:extLst>
          </p:cNvPr>
          <p:cNvSpPr txBox="1"/>
          <p:nvPr/>
        </p:nvSpPr>
        <p:spPr>
          <a:xfrm>
            <a:off x="6562603" y="4328359"/>
            <a:ext cx="1875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Avg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$2K </a:t>
            </a:r>
            <a:r>
              <a:rPr lang="en-ID" sz="1400" dirty="0" err="1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ARRper</a:t>
            </a:r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customer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DC7A4C-2C40-86F1-47B0-17CE655C122F}"/>
              </a:ext>
            </a:extLst>
          </p:cNvPr>
          <p:cNvSpPr txBox="1"/>
          <p:nvPr/>
        </p:nvSpPr>
        <p:spPr>
          <a:xfrm>
            <a:off x="9370891" y="3932129"/>
            <a:ext cx="1875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Series A ready</a:t>
            </a:r>
            <a:endParaRPr lang="en-US" sz="1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D272CF-622E-5117-77A6-1B804A54910B}"/>
              </a:ext>
            </a:extLst>
          </p:cNvPr>
          <p:cNvSpPr txBox="1"/>
          <p:nvPr/>
        </p:nvSpPr>
        <p:spPr>
          <a:xfrm>
            <a:off x="9370891" y="4328359"/>
            <a:ext cx="1875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dirty="0">
                <a:solidFill>
                  <a:schemeClr val="bg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18-month runway+ strong NRR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59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E7815-384B-0A5D-64E8-C57D602A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9B7D768-816B-056A-7D51-E7F8EC05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854" y="1040046"/>
            <a:ext cx="6858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2DA407C-1098-B652-F600-923D875A7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-1398493"/>
            <a:ext cx="10943071" cy="5685316"/>
          </a:xfrm>
          <a:prstGeom prst="roundRect">
            <a:avLst>
              <a:gd name="adj" fmla="val 25016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BF7662-A428-35BD-5A63-0F8EAE7E2E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-1398493"/>
            <a:ext cx="10317948" cy="5685316"/>
          </a:xfrm>
          <a:prstGeom prst="roundRect">
            <a:avLst>
              <a:gd name="adj" fmla="val 24738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B60EAE-1297-B243-2C0E-645C8279F1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61457" y="4587740"/>
            <a:ext cx="10943071" cy="6089704"/>
          </a:xfrm>
          <a:prstGeom prst="roundRect">
            <a:avLst>
              <a:gd name="adj" fmla="val 25703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27C2C75-4737-A5BB-C6C1-D9C3FDAE89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6949" y="4587740"/>
            <a:ext cx="10317948" cy="6089704"/>
          </a:xfrm>
          <a:prstGeom prst="roundRect">
            <a:avLst>
              <a:gd name="adj" fmla="val 24902"/>
            </a:avLst>
          </a:prstGeom>
          <a:gradFill flip="none" rotWithShape="1">
            <a:gsLst>
              <a:gs pos="50000">
                <a:srgbClr val="FFFFFF">
                  <a:alpha val="2000"/>
                </a:srgbClr>
              </a:gs>
              <a:gs pos="0">
                <a:schemeClr val="bg1">
                  <a:alpha val="0"/>
                </a:schemeClr>
              </a:gs>
              <a:gs pos="99000">
                <a:schemeClr val="bg1">
                  <a:alpha val="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50000">
                  <a:srgbClr val="FFFFFF">
                    <a:alpha val="4000"/>
                  </a:srgbClr>
                </a:gs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0" scaled="0"/>
            </a:gradFill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B98DAB-EAF3-C584-444B-921AF4E0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115858"/>
            <a:ext cx="7869182" cy="1810222"/>
          </a:xfrm>
        </p:spPr>
        <p:txBody>
          <a:bodyPr>
            <a:normAutofit/>
          </a:bodyPr>
          <a:lstStyle/>
          <a:p>
            <a:r>
              <a:rPr lang="en-ID" dirty="0"/>
              <a:t>Let’s build the future of work together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BA3942-250E-B3E6-E4D1-C4AB79B31319}"/>
              </a:ext>
            </a:extLst>
          </p:cNvPr>
          <p:cNvSpPr/>
          <p:nvPr/>
        </p:nvSpPr>
        <p:spPr>
          <a:xfrm>
            <a:off x="8570427" y="3861463"/>
            <a:ext cx="1315204" cy="1315202"/>
          </a:xfrm>
          <a:prstGeom prst="ellipse">
            <a:avLst/>
          </a:prstGeom>
          <a:gradFill flip="none" rotWithShape="1">
            <a:gsLst>
              <a:gs pos="50000">
                <a:srgbClr val="FFFFFF">
                  <a:alpha val="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7000">
                  <a:schemeClr val="bg1"/>
                </a:gs>
                <a:gs pos="22000">
                  <a:schemeClr val="bg1">
                    <a:alpha val="20206"/>
                  </a:schemeClr>
                </a:gs>
                <a:gs pos="50026">
                  <a:srgbClr val="FFFFFF">
                    <a:alpha val="0"/>
                  </a:srgbClr>
                </a:gs>
                <a:gs pos="76000">
                  <a:schemeClr val="bg1">
                    <a:alpha val="19934"/>
                  </a:schemeClr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E846CC-D271-4142-E699-92D633B3497F}"/>
              </a:ext>
            </a:extLst>
          </p:cNvPr>
          <p:cNvGrpSpPr/>
          <p:nvPr/>
        </p:nvGrpSpPr>
        <p:grpSpPr>
          <a:xfrm>
            <a:off x="8925308" y="4216343"/>
            <a:ext cx="605442" cy="605442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1382D6C-EC9E-FD09-B3BA-3EC86C4C0AB5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81253-CB02-B804-3A0B-590BAA567607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129B6D2-F179-2A13-0E94-C147B4A7DAA8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BB85762-450A-BEE0-DBEB-47B155205555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5CF4760-65A9-DD5E-95F2-FB71FABD6DA0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C90FC33-B545-A2C8-E434-406E548043D0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1AD9B87-FCDF-0636-513C-485DAD78C455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73DB511-1B0B-954A-FF11-ABDE201EBEAD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E133D4D-6049-F65A-7B64-6FE2557B76E2}"/>
              </a:ext>
            </a:extLst>
          </p:cNvPr>
          <p:cNvSpPr txBox="1"/>
          <p:nvPr/>
        </p:nvSpPr>
        <p:spPr>
          <a:xfrm>
            <a:off x="965089" y="599652"/>
            <a:ext cx="966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0" i="0" dirty="0" err="1">
                <a:solidFill>
                  <a:schemeClr val="bg1"/>
                </a:solidFill>
                <a:latin typeface="Space Grotesk Light" pitchFamily="2" charset="77"/>
                <a:ea typeface="Helvetica Neue" panose="02000503000000020004" pitchFamily="2" charset="0"/>
                <a:cs typeface="Space Grotesk Light" pitchFamily="2" charset="77"/>
              </a:rPr>
              <a:t>Arc.AI</a:t>
            </a:r>
            <a:endParaRPr lang="en-US" sz="2200" b="0" i="0" dirty="0">
              <a:solidFill>
                <a:schemeClr val="bg1"/>
              </a:solidFill>
              <a:latin typeface="Space Grotesk Light" pitchFamily="2" charset="77"/>
              <a:ea typeface="Helvetica Neue" panose="02000503000000020004" pitchFamily="2" charset="0"/>
              <a:cs typeface="Space Grotesk Light" pitchFamily="2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CAF664-A09A-4CD8-B2EB-62802B07F9AF}"/>
              </a:ext>
            </a:extLst>
          </p:cNvPr>
          <p:cNvGrpSpPr/>
          <p:nvPr/>
        </p:nvGrpSpPr>
        <p:grpSpPr>
          <a:xfrm>
            <a:off x="623888" y="654830"/>
            <a:ext cx="322284" cy="322284"/>
            <a:chOff x="5848350" y="3181350"/>
            <a:chExt cx="495300" cy="495300"/>
          </a:xfrm>
          <a:solidFill>
            <a:schemeClr val="bg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735C7FB-5DC8-E07C-FEB2-C32762F484CB}"/>
                </a:ext>
              </a:extLst>
            </p:cNvPr>
            <p:cNvSpPr/>
            <p:nvPr/>
          </p:nvSpPr>
          <p:spPr>
            <a:xfrm>
              <a:off x="5998015" y="3185656"/>
              <a:ext cx="146436" cy="161511"/>
            </a:xfrm>
            <a:custGeom>
              <a:avLst/>
              <a:gdLst>
                <a:gd name="csX0" fmla="*/ 0 w 146436"/>
                <a:gd name="csY0" fmla="*/ 0 h 161511"/>
                <a:gd name="csX1" fmla="*/ 43069 w 146436"/>
                <a:gd name="csY1" fmla="*/ 40916 h 161511"/>
                <a:gd name="csX2" fmla="*/ 67834 w 146436"/>
                <a:gd name="csY2" fmla="*/ 99060 h 161511"/>
                <a:gd name="csX3" fmla="*/ 91523 w 146436"/>
                <a:gd name="csY3" fmla="*/ 156128 h 161511"/>
                <a:gd name="csX4" fmla="*/ 96906 w 146436"/>
                <a:gd name="csY4" fmla="*/ 161511 h 161511"/>
                <a:gd name="csX5" fmla="*/ 146436 w 146436"/>
                <a:gd name="csY5" fmla="*/ 1077 h 16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436" h="161511">
                  <a:moveTo>
                    <a:pt x="0" y="0"/>
                  </a:moveTo>
                  <a:lnTo>
                    <a:pt x="43069" y="40916"/>
                  </a:lnTo>
                  <a:cubicBezTo>
                    <a:pt x="59221" y="55990"/>
                    <a:pt x="67834" y="76448"/>
                    <a:pt x="67834" y="99060"/>
                  </a:cubicBezTo>
                  <a:cubicBezTo>
                    <a:pt x="67834" y="120595"/>
                    <a:pt x="76449" y="141052"/>
                    <a:pt x="91523" y="156128"/>
                  </a:cubicBezTo>
                  <a:lnTo>
                    <a:pt x="96906" y="161511"/>
                  </a:lnTo>
                  <a:lnTo>
                    <a:pt x="146436" y="107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90BF78F-20C6-455C-E878-9C099C484E3C}"/>
                </a:ext>
              </a:extLst>
            </p:cNvPr>
            <p:cNvSpPr/>
            <p:nvPr/>
          </p:nvSpPr>
          <p:spPr>
            <a:xfrm>
              <a:off x="5851581" y="3224417"/>
              <a:ext cx="181969" cy="147512"/>
            </a:xfrm>
            <a:custGeom>
              <a:avLst/>
              <a:gdLst>
                <a:gd name="csX0" fmla="*/ 0 w 181969"/>
                <a:gd name="csY0" fmla="*/ 104444 h 147512"/>
                <a:gd name="csX1" fmla="*/ 59221 w 181969"/>
                <a:gd name="csY1" fmla="*/ 102290 h 147512"/>
                <a:gd name="csX2" fmla="*/ 117365 w 181969"/>
                <a:gd name="csY2" fmla="*/ 124902 h 147512"/>
                <a:gd name="csX3" fmla="*/ 174432 w 181969"/>
                <a:gd name="csY3" fmla="*/ 147513 h 147512"/>
                <a:gd name="csX4" fmla="*/ 181969 w 181969"/>
                <a:gd name="csY4" fmla="*/ 147513 h 147512"/>
                <a:gd name="csX5" fmla="*/ 102291 w 181969"/>
                <a:gd name="csY5" fmla="*/ 0 h 147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1969" h="147512">
                  <a:moveTo>
                    <a:pt x="0" y="104444"/>
                  </a:moveTo>
                  <a:lnTo>
                    <a:pt x="59221" y="102290"/>
                  </a:lnTo>
                  <a:cubicBezTo>
                    <a:pt x="80755" y="101214"/>
                    <a:pt x="102291" y="109827"/>
                    <a:pt x="117365" y="124902"/>
                  </a:cubicBezTo>
                  <a:cubicBezTo>
                    <a:pt x="132439" y="139976"/>
                    <a:pt x="152897" y="147513"/>
                    <a:pt x="174432" y="147513"/>
                  </a:cubicBezTo>
                  <a:lnTo>
                    <a:pt x="181969" y="147513"/>
                  </a:lnTo>
                  <a:lnTo>
                    <a:pt x="102291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E2D1B09-D3CD-6FB7-9AAA-DC91DA8378AE}"/>
                </a:ext>
              </a:extLst>
            </p:cNvPr>
            <p:cNvSpPr/>
            <p:nvPr/>
          </p:nvSpPr>
          <p:spPr>
            <a:xfrm>
              <a:off x="5848350" y="3388081"/>
              <a:ext cx="161510" cy="145360"/>
            </a:xfrm>
            <a:custGeom>
              <a:avLst/>
              <a:gdLst>
                <a:gd name="csX0" fmla="*/ 3230 w 161510"/>
                <a:gd name="csY0" fmla="*/ 145360 h 145360"/>
                <a:gd name="csX1" fmla="*/ 43070 w 161510"/>
                <a:gd name="csY1" fmla="*/ 102290 h 145360"/>
                <a:gd name="csX2" fmla="*/ 100136 w 161510"/>
                <a:gd name="csY2" fmla="*/ 76449 h 145360"/>
                <a:gd name="csX3" fmla="*/ 156127 w 161510"/>
                <a:gd name="csY3" fmla="*/ 51684 h 145360"/>
                <a:gd name="csX4" fmla="*/ 161511 w 161510"/>
                <a:gd name="csY4" fmla="*/ 46300 h 145360"/>
                <a:gd name="csX5" fmla="*/ 0 w 161510"/>
                <a:gd name="csY5" fmla="*/ 0 h 145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1510" h="145360">
                  <a:moveTo>
                    <a:pt x="3230" y="145360"/>
                  </a:moveTo>
                  <a:lnTo>
                    <a:pt x="43070" y="102290"/>
                  </a:lnTo>
                  <a:cubicBezTo>
                    <a:pt x="58144" y="86139"/>
                    <a:pt x="78602" y="76449"/>
                    <a:pt x="100136" y="76449"/>
                  </a:cubicBezTo>
                  <a:cubicBezTo>
                    <a:pt x="121671" y="76449"/>
                    <a:pt x="141053" y="66758"/>
                    <a:pt x="156127" y="51684"/>
                  </a:cubicBezTo>
                  <a:lnTo>
                    <a:pt x="161511" y="46300"/>
                  </a:lnTo>
                  <a:lnTo>
                    <a:pt x="0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0383138-F604-D694-524F-815F3F7A4B29}"/>
                </a:ext>
              </a:extLst>
            </p:cNvPr>
            <p:cNvSpPr/>
            <p:nvPr/>
          </p:nvSpPr>
          <p:spPr>
            <a:xfrm>
              <a:off x="5891419" y="3492530"/>
              <a:ext cx="146526" cy="183045"/>
            </a:xfrm>
            <a:custGeom>
              <a:avLst/>
              <a:gdLst>
                <a:gd name="csX0" fmla="*/ 106597 w 146526"/>
                <a:gd name="csY0" fmla="*/ 183046 h 183045"/>
                <a:gd name="csX1" fmla="*/ 103367 w 146526"/>
                <a:gd name="csY1" fmla="*/ 123825 h 183045"/>
                <a:gd name="csX2" fmla="*/ 124902 w 146526"/>
                <a:gd name="csY2" fmla="*/ 64604 h 183045"/>
                <a:gd name="csX3" fmla="*/ 146436 w 146526"/>
                <a:gd name="csY3" fmla="*/ 7537 h 183045"/>
                <a:gd name="csX4" fmla="*/ 146436 w 146526"/>
                <a:gd name="csY4" fmla="*/ 0 h 183045"/>
                <a:gd name="csX5" fmla="*/ 0 w 146526"/>
                <a:gd name="csY5" fmla="*/ 82909 h 183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6526" h="183045">
                  <a:moveTo>
                    <a:pt x="106597" y="183046"/>
                  </a:moveTo>
                  <a:lnTo>
                    <a:pt x="103367" y="123825"/>
                  </a:lnTo>
                  <a:cubicBezTo>
                    <a:pt x="102291" y="102291"/>
                    <a:pt x="109828" y="80756"/>
                    <a:pt x="124902" y="64604"/>
                  </a:cubicBezTo>
                  <a:cubicBezTo>
                    <a:pt x="138899" y="49530"/>
                    <a:pt x="147513" y="27995"/>
                    <a:pt x="146436" y="7537"/>
                  </a:cubicBezTo>
                  <a:lnTo>
                    <a:pt x="146436" y="0"/>
                  </a:lnTo>
                  <a:lnTo>
                    <a:pt x="0" y="8290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936D840-6A32-F6C9-D2AA-6AFFFA7703DB}"/>
                </a:ext>
              </a:extLst>
            </p:cNvPr>
            <p:cNvSpPr/>
            <p:nvPr/>
          </p:nvSpPr>
          <p:spPr>
            <a:xfrm>
              <a:off x="6057237" y="3514064"/>
              <a:ext cx="145359" cy="162586"/>
            </a:xfrm>
            <a:custGeom>
              <a:avLst/>
              <a:gdLst>
                <a:gd name="csX0" fmla="*/ 145359 w 145359"/>
                <a:gd name="csY0" fmla="*/ 157203 h 162586"/>
                <a:gd name="csX1" fmla="*/ 101214 w 145359"/>
                <a:gd name="csY1" fmla="*/ 118441 h 162586"/>
                <a:gd name="csX2" fmla="*/ 74295 w 145359"/>
                <a:gd name="csY2" fmla="*/ 61373 h 162586"/>
                <a:gd name="csX3" fmla="*/ 48453 w 145359"/>
                <a:gd name="csY3" fmla="*/ 5384 h 162586"/>
                <a:gd name="csX4" fmla="*/ 43069 w 145359"/>
                <a:gd name="csY4" fmla="*/ 0 h 162586"/>
                <a:gd name="csX5" fmla="*/ 0 w 145359"/>
                <a:gd name="csY5" fmla="*/ 162587 h 162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5359" h="162586">
                  <a:moveTo>
                    <a:pt x="145359" y="157203"/>
                  </a:moveTo>
                  <a:lnTo>
                    <a:pt x="101214" y="118441"/>
                  </a:lnTo>
                  <a:cubicBezTo>
                    <a:pt x="85062" y="104444"/>
                    <a:pt x="75371" y="83986"/>
                    <a:pt x="74295" y="61373"/>
                  </a:cubicBezTo>
                  <a:cubicBezTo>
                    <a:pt x="73218" y="39839"/>
                    <a:pt x="63527" y="20458"/>
                    <a:pt x="48453" y="5384"/>
                  </a:cubicBezTo>
                  <a:lnTo>
                    <a:pt x="43069" y="0"/>
                  </a:lnTo>
                  <a:lnTo>
                    <a:pt x="0" y="162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9C9F989-8B16-17B1-0B4C-FF0048A2A887}"/>
                </a:ext>
              </a:extLst>
            </p:cNvPr>
            <p:cNvSpPr/>
            <p:nvPr/>
          </p:nvSpPr>
          <p:spPr>
            <a:xfrm>
              <a:off x="6158451" y="3484884"/>
              <a:ext cx="184122" cy="144385"/>
            </a:xfrm>
            <a:custGeom>
              <a:avLst/>
              <a:gdLst>
                <a:gd name="csX0" fmla="*/ 184122 w 184122"/>
                <a:gd name="csY0" fmla="*/ 36711 h 144385"/>
                <a:gd name="csX1" fmla="*/ 124901 w 184122"/>
                <a:gd name="csY1" fmla="*/ 41018 h 144385"/>
                <a:gd name="csX2" fmla="*/ 65681 w 184122"/>
                <a:gd name="csY2" fmla="*/ 20560 h 144385"/>
                <a:gd name="csX3" fmla="*/ 7537 w 184122"/>
                <a:gd name="csY3" fmla="*/ 101 h 144385"/>
                <a:gd name="csX4" fmla="*/ 0 w 184122"/>
                <a:gd name="csY4" fmla="*/ 101 h 144385"/>
                <a:gd name="csX5" fmla="*/ 86139 w 184122"/>
                <a:gd name="csY5" fmla="*/ 144385 h 14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4122" h="144385">
                  <a:moveTo>
                    <a:pt x="184122" y="36711"/>
                  </a:moveTo>
                  <a:lnTo>
                    <a:pt x="124901" y="41018"/>
                  </a:lnTo>
                  <a:cubicBezTo>
                    <a:pt x="103366" y="43172"/>
                    <a:pt x="81832" y="35634"/>
                    <a:pt x="65681" y="20560"/>
                  </a:cubicBezTo>
                  <a:cubicBezTo>
                    <a:pt x="49530" y="6562"/>
                    <a:pt x="29072" y="-975"/>
                    <a:pt x="7537" y="101"/>
                  </a:cubicBezTo>
                  <a:lnTo>
                    <a:pt x="0" y="101"/>
                  </a:lnTo>
                  <a:lnTo>
                    <a:pt x="86139" y="14438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7541067-DCFD-7B3C-C12E-175BDBF49692}"/>
                </a:ext>
              </a:extLst>
            </p:cNvPr>
            <p:cNvSpPr/>
            <p:nvPr/>
          </p:nvSpPr>
          <p:spPr>
            <a:xfrm>
              <a:off x="6179985" y="3318094"/>
              <a:ext cx="163665" cy="144283"/>
            </a:xfrm>
            <a:custGeom>
              <a:avLst/>
              <a:gdLst>
                <a:gd name="csX0" fmla="*/ 152897 w 163665"/>
                <a:gd name="csY0" fmla="*/ 0 h 144283"/>
                <a:gd name="csX1" fmla="*/ 115212 w 163665"/>
                <a:gd name="csY1" fmla="*/ 45224 h 144283"/>
                <a:gd name="csX2" fmla="*/ 59221 w 163665"/>
                <a:gd name="csY2" fmla="*/ 73219 h 144283"/>
                <a:gd name="csX3" fmla="*/ 4307 w 163665"/>
                <a:gd name="csY3" fmla="*/ 100137 h 144283"/>
                <a:gd name="csX4" fmla="*/ 0 w 163665"/>
                <a:gd name="csY4" fmla="*/ 105521 h 144283"/>
                <a:gd name="csX5" fmla="*/ 163665 w 163665"/>
                <a:gd name="csY5" fmla="*/ 144284 h 14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665" h="144283">
                  <a:moveTo>
                    <a:pt x="152897" y="0"/>
                  </a:moveTo>
                  <a:lnTo>
                    <a:pt x="115212" y="45224"/>
                  </a:lnTo>
                  <a:cubicBezTo>
                    <a:pt x="101214" y="61374"/>
                    <a:pt x="80756" y="72142"/>
                    <a:pt x="59221" y="73219"/>
                  </a:cubicBezTo>
                  <a:cubicBezTo>
                    <a:pt x="37687" y="74295"/>
                    <a:pt x="18305" y="83986"/>
                    <a:pt x="4307" y="100137"/>
                  </a:cubicBezTo>
                  <a:lnTo>
                    <a:pt x="0" y="105521"/>
                  </a:lnTo>
                  <a:lnTo>
                    <a:pt x="163665" y="14428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C0FB018-974D-F16F-3CF9-41E201197A2E}"/>
                </a:ext>
              </a:extLst>
            </p:cNvPr>
            <p:cNvSpPr/>
            <p:nvPr/>
          </p:nvSpPr>
          <p:spPr>
            <a:xfrm>
              <a:off x="6147568" y="3181350"/>
              <a:ext cx="143321" cy="185199"/>
            </a:xfrm>
            <a:custGeom>
              <a:avLst/>
              <a:gdLst>
                <a:gd name="csX0" fmla="*/ 33495 w 143321"/>
                <a:gd name="csY0" fmla="*/ 0 h 185199"/>
                <a:gd name="csX1" fmla="*/ 38878 w 143321"/>
                <a:gd name="csY1" fmla="*/ 59221 h 185199"/>
                <a:gd name="csX2" fmla="*/ 19497 w 143321"/>
                <a:gd name="csY2" fmla="*/ 119518 h 185199"/>
                <a:gd name="csX3" fmla="*/ 115 w 143321"/>
                <a:gd name="csY3" fmla="*/ 177662 h 185199"/>
                <a:gd name="csX4" fmla="*/ 1192 w 143321"/>
                <a:gd name="csY4" fmla="*/ 185199 h 185199"/>
                <a:gd name="csX5" fmla="*/ 143322 w 143321"/>
                <a:gd name="csY5" fmla="*/ 95830 h 18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321" h="185199">
                  <a:moveTo>
                    <a:pt x="33495" y="0"/>
                  </a:moveTo>
                  <a:lnTo>
                    <a:pt x="38878" y="59221"/>
                  </a:lnTo>
                  <a:cubicBezTo>
                    <a:pt x="41032" y="80755"/>
                    <a:pt x="34571" y="102290"/>
                    <a:pt x="19497" y="119518"/>
                  </a:cubicBezTo>
                  <a:cubicBezTo>
                    <a:pt x="5499" y="135669"/>
                    <a:pt x="-961" y="156127"/>
                    <a:pt x="115" y="177662"/>
                  </a:cubicBezTo>
                  <a:lnTo>
                    <a:pt x="1192" y="185199"/>
                  </a:lnTo>
                  <a:lnTo>
                    <a:pt x="143322" y="9583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E9494EF-7649-0361-E306-47B3B1B6FFE4}"/>
              </a:ext>
            </a:extLst>
          </p:cNvPr>
          <p:cNvSpPr/>
          <p:nvPr/>
        </p:nvSpPr>
        <p:spPr>
          <a:xfrm>
            <a:off x="623888" y="5878816"/>
            <a:ext cx="1664435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51343D-FD2C-1A23-8289-949B7BF86365}"/>
              </a:ext>
            </a:extLst>
          </p:cNvPr>
          <p:cNvSpPr txBox="1"/>
          <p:nvPr/>
        </p:nvSpPr>
        <p:spPr>
          <a:xfrm>
            <a:off x="904702" y="5919553"/>
            <a:ext cx="135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sarah@arcai.com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08109CA-3179-E9CB-4E59-208E8082E1ED}"/>
              </a:ext>
            </a:extLst>
          </p:cNvPr>
          <p:cNvSpPr/>
          <p:nvPr/>
        </p:nvSpPr>
        <p:spPr>
          <a:xfrm>
            <a:off x="2436972" y="5878816"/>
            <a:ext cx="1814512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138918-0EC3-37FE-0CBE-FB9A4A9DC032}"/>
              </a:ext>
            </a:extLst>
          </p:cNvPr>
          <p:cNvSpPr txBox="1"/>
          <p:nvPr/>
        </p:nvSpPr>
        <p:spPr>
          <a:xfrm>
            <a:off x="2714558" y="5919553"/>
            <a:ext cx="148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arcai.com</a:t>
            </a:r>
            <a:r>
              <a:rPr lang="en-ID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/investors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7E6BF8D-7FAA-5C0B-50D7-52D30C181475}"/>
              </a:ext>
            </a:extLst>
          </p:cNvPr>
          <p:cNvSpPr/>
          <p:nvPr/>
        </p:nvSpPr>
        <p:spPr>
          <a:xfrm>
            <a:off x="4406449" y="5878816"/>
            <a:ext cx="951643" cy="358472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FFFFF">
                  <a:alpha val="5000"/>
                </a:srgbClr>
              </a:gs>
              <a:gs pos="0">
                <a:schemeClr val="bg1">
                  <a:alpha val="10000"/>
                </a:schemeClr>
              </a:gs>
              <a:gs pos="99000">
                <a:schemeClr val="bg1">
                  <a:alpha val="10000"/>
                </a:schemeClr>
              </a:gs>
            </a:gsLst>
            <a:lin ang="0" scaled="0"/>
          </a:gradFill>
          <a:ln w="9525">
            <a:gradFill>
              <a:gsLst>
                <a:gs pos="49000">
                  <a:srgbClr val="FFFFFF">
                    <a:alpha val="25025"/>
                  </a:srgbClr>
                </a:gs>
                <a:gs pos="0">
                  <a:schemeClr val="bg1">
                    <a:alpha val="79527"/>
                  </a:schemeClr>
                </a:gs>
                <a:gs pos="99000">
                  <a:schemeClr val="bg1">
                    <a:alpha val="80403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3A11FC-164B-EEB6-E6FD-7B1C9D17715D}"/>
              </a:ext>
            </a:extLst>
          </p:cNvPr>
          <p:cNvSpPr txBox="1"/>
          <p:nvPr/>
        </p:nvSpPr>
        <p:spPr>
          <a:xfrm>
            <a:off x="4694140" y="5919553"/>
            <a:ext cx="5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arc.ai</a:t>
            </a:r>
            <a:endParaRPr lang="en-US" sz="12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" name="Graphic 17">
            <a:extLst>
              <a:ext uri="{FF2B5EF4-FFF2-40B4-BE49-F238E27FC236}">
                <a16:creationId xmlns:a16="http://schemas.microsoft.com/office/drawing/2014/main" id="{FC817919-1793-2875-FE95-06004DE3151C}"/>
              </a:ext>
            </a:extLst>
          </p:cNvPr>
          <p:cNvSpPr/>
          <p:nvPr/>
        </p:nvSpPr>
        <p:spPr>
          <a:xfrm>
            <a:off x="772537" y="5998330"/>
            <a:ext cx="157164" cy="119445"/>
          </a:xfrm>
          <a:custGeom>
            <a:avLst/>
            <a:gdLst>
              <a:gd name="csX0" fmla="*/ 233363 w 238125"/>
              <a:gd name="csY0" fmla="*/ 0 h 180975"/>
              <a:gd name="csX1" fmla="*/ 4763 w 238125"/>
              <a:gd name="csY1" fmla="*/ 0 h 180975"/>
              <a:gd name="csX2" fmla="*/ 1395 w 238125"/>
              <a:gd name="csY2" fmla="*/ 1395 h 180975"/>
              <a:gd name="csX3" fmla="*/ 0 w 238125"/>
              <a:gd name="csY3" fmla="*/ 4763 h 180975"/>
              <a:gd name="csX4" fmla="*/ 0 w 238125"/>
              <a:gd name="csY4" fmla="*/ 166688 h 180975"/>
              <a:gd name="csX5" fmla="*/ 4185 w 238125"/>
              <a:gd name="csY5" fmla="*/ 176791 h 180975"/>
              <a:gd name="csX6" fmla="*/ 14288 w 238125"/>
              <a:gd name="csY6" fmla="*/ 180975 h 180975"/>
              <a:gd name="csX7" fmla="*/ 223838 w 238125"/>
              <a:gd name="csY7" fmla="*/ 180975 h 180975"/>
              <a:gd name="csX8" fmla="*/ 233941 w 238125"/>
              <a:gd name="csY8" fmla="*/ 176791 h 180975"/>
              <a:gd name="csX9" fmla="*/ 238125 w 238125"/>
              <a:gd name="csY9" fmla="*/ 166688 h 180975"/>
              <a:gd name="csX10" fmla="*/ 238125 w 238125"/>
              <a:gd name="csY10" fmla="*/ 4763 h 180975"/>
              <a:gd name="csX11" fmla="*/ 236731 w 238125"/>
              <a:gd name="csY11" fmla="*/ 1395 h 180975"/>
              <a:gd name="csX12" fmla="*/ 233363 w 238125"/>
              <a:gd name="csY12" fmla="*/ 0 h 180975"/>
              <a:gd name="csX13" fmla="*/ 119063 w 238125"/>
              <a:gd name="csY13" fmla="*/ 103073 h 180975"/>
              <a:gd name="csX14" fmla="*/ 17002 w 238125"/>
              <a:gd name="csY14" fmla="*/ 9525 h 180975"/>
              <a:gd name="csX15" fmla="*/ 221123 w 238125"/>
              <a:gd name="csY15" fmla="*/ 9525 h 180975"/>
              <a:gd name="csX16" fmla="*/ 119063 w 238125"/>
              <a:gd name="csY16" fmla="*/ 103073 h 180975"/>
              <a:gd name="csX17" fmla="*/ 91237 w 238125"/>
              <a:gd name="csY17" fmla="*/ 90488 h 180975"/>
              <a:gd name="csX18" fmla="*/ 9525 w 238125"/>
              <a:gd name="csY18" fmla="*/ 165390 h 180975"/>
              <a:gd name="csX19" fmla="*/ 9525 w 238125"/>
              <a:gd name="csY19" fmla="*/ 15585 h 180975"/>
              <a:gd name="csX20" fmla="*/ 91237 w 238125"/>
              <a:gd name="csY20" fmla="*/ 90488 h 180975"/>
              <a:gd name="csX21" fmla="*/ 98287 w 238125"/>
              <a:gd name="csY21" fmla="*/ 96952 h 180975"/>
              <a:gd name="csX22" fmla="*/ 115848 w 238125"/>
              <a:gd name="csY22" fmla="*/ 113109 h 180975"/>
              <a:gd name="csX23" fmla="*/ 119063 w 238125"/>
              <a:gd name="csY23" fmla="*/ 114358 h 180975"/>
              <a:gd name="csX24" fmla="*/ 122277 w 238125"/>
              <a:gd name="csY24" fmla="*/ 113109 h 180975"/>
              <a:gd name="csX25" fmla="*/ 139838 w 238125"/>
              <a:gd name="csY25" fmla="*/ 97012 h 180975"/>
              <a:gd name="csX26" fmla="*/ 221123 w 238125"/>
              <a:gd name="csY26" fmla="*/ 171450 h 180975"/>
              <a:gd name="csX27" fmla="*/ 17002 w 238125"/>
              <a:gd name="csY27" fmla="*/ 171450 h 180975"/>
              <a:gd name="csX28" fmla="*/ 98287 w 238125"/>
              <a:gd name="csY28" fmla="*/ 96952 h 180975"/>
              <a:gd name="csX29" fmla="*/ 146887 w 238125"/>
              <a:gd name="csY29" fmla="*/ 90488 h 180975"/>
              <a:gd name="csX30" fmla="*/ 228600 w 238125"/>
              <a:gd name="csY30" fmla="*/ 15585 h 180975"/>
              <a:gd name="csX31" fmla="*/ 228600 w 238125"/>
              <a:gd name="csY31" fmla="*/ 165390 h 180975"/>
              <a:gd name="csX32" fmla="*/ 146887 w 238125"/>
              <a:gd name="csY32" fmla="*/ 90488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38125" h="180975">
                <a:moveTo>
                  <a:pt x="233363" y="0"/>
                </a:moveTo>
                <a:lnTo>
                  <a:pt x="4763" y="0"/>
                </a:lnTo>
                <a:cubicBezTo>
                  <a:pt x="3499" y="0"/>
                  <a:pt x="2288" y="502"/>
                  <a:pt x="1395" y="1395"/>
                </a:cubicBezTo>
                <a:cubicBezTo>
                  <a:pt x="502" y="2288"/>
                  <a:pt x="0" y="3499"/>
                  <a:pt x="0" y="4763"/>
                </a:cubicBezTo>
                <a:lnTo>
                  <a:pt x="0" y="166688"/>
                </a:lnTo>
                <a:cubicBezTo>
                  <a:pt x="0" y="170477"/>
                  <a:pt x="1505" y="174111"/>
                  <a:pt x="4185" y="176791"/>
                </a:cubicBezTo>
                <a:cubicBezTo>
                  <a:pt x="6864" y="179470"/>
                  <a:pt x="10498" y="180975"/>
                  <a:pt x="14288" y="180975"/>
                </a:cubicBezTo>
                <a:lnTo>
                  <a:pt x="223838" y="180975"/>
                </a:lnTo>
                <a:cubicBezTo>
                  <a:pt x="227627" y="180975"/>
                  <a:pt x="231261" y="179470"/>
                  <a:pt x="233941" y="176791"/>
                </a:cubicBezTo>
                <a:cubicBezTo>
                  <a:pt x="236620" y="174111"/>
                  <a:pt x="238125" y="170477"/>
                  <a:pt x="238125" y="166688"/>
                </a:cubicBezTo>
                <a:lnTo>
                  <a:pt x="238125" y="4763"/>
                </a:lnTo>
                <a:cubicBezTo>
                  <a:pt x="238125" y="3499"/>
                  <a:pt x="237623" y="2288"/>
                  <a:pt x="236731" y="1395"/>
                </a:cubicBezTo>
                <a:cubicBezTo>
                  <a:pt x="235837" y="502"/>
                  <a:pt x="234626" y="0"/>
                  <a:pt x="233363" y="0"/>
                </a:cubicBezTo>
                <a:close/>
                <a:moveTo>
                  <a:pt x="119063" y="103073"/>
                </a:moveTo>
                <a:lnTo>
                  <a:pt x="17002" y="9525"/>
                </a:lnTo>
                <a:lnTo>
                  <a:pt x="221123" y="9525"/>
                </a:lnTo>
                <a:lnTo>
                  <a:pt x="119063" y="103073"/>
                </a:lnTo>
                <a:close/>
                <a:moveTo>
                  <a:pt x="91237" y="90488"/>
                </a:moveTo>
                <a:lnTo>
                  <a:pt x="9525" y="165390"/>
                </a:lnTo>
                <a:lnTo>
                  <a:pt x="9525" y="15585"/>
                </a:lnTo>
                <a:lnTo>
                  <a:pt x="91237" y="90488"/>
                </a:lnTo>
                <a:close/>
                <a:moveTo>
                  <a:pt x="98287" y="96952"/>
                </a:moveTo>
                <a:lnTo>
                  <a:pt x="115848" y="113109"/>
                </a:lnTo>
                <a:cubicBezTo>
                  <a:pt x="116726" y="113912"/>
                  <a:pt x="117873" y="114358"/>
                  <a:pt x="119063" y="114358"/>
                </a:cubicBezTo>
                <a:cubicBezTo>
                  <a:pt x="120252" y="114358"/>
                  <a:pt x="121399" y="113912"/>
                  <a:pt x="122277" y="113109"/>
                </a:cubicBezTo>
                <a:lnTo>
                  <a:pt x="139838" y="97012"/>
                </a:lnTo>
                <a:lnTo>
                  <a:pt x="221123" y="171450"/>
                </a:lnTo>
                <a:lnTo>
                  <a:pt x="17002" y="171450"/>
                </a:lnTo>
                <a:lnTo>
                  <a:pt x="98287" y="96952"/>
                </a:lnTo>
                <a:close/>
                <a:moveTo>
                  <a:pt x="146887" y="90488"/>
                </a:moveTo>
                <a:lnTo>
                  <a:pt x="228600" y="15585"/>
                </a:lnTo>
                <a:lnTo>
                  <a:pt x="228600" y="165390"/>
                </a:lnTo>
                <a:lnTo>
                  <a:pt x="146887" y="9048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4F6C7A41-3B9E-C34C-96CC-B520920FE90B}"/>
              </a:ext>
            </a:extLst>
          </p:cNvPr>
          <p:cNvSpPr/>
          <p:nvPr/>
        </p:nvSpPr>
        <p:spPr>
          <a:xfrm>
            <a:off x="2582393" y="5979471"/>
            <a:ext cx="157164" cy="157163"/>
          </a:xfrm>
          <a:custGeom>
            <a:avLst/>
            <a:gdLst>
              <a:gd name="csX0" fmla="*/ 119063 w 238125"/>
              <a:gd name="csY0" fmla="*/ 0 h 238124"/>
              <a:gd name="csX1" fmla="*/ 52915 w 238125"/>
              <a:gd name="csY1" fmla="*/ 20066 h 238124"/>
              <a:gd name="csX2" fmla="*/ 9063 w 238125"/>
              <a:gd name="csY2" fmla="*/ 73500 h 238124"/>
              <a:gd name="csX3" fmla="*/ 2288 w 238125"/>
              <a:gd name="csY3" fmla="*/ 142290 h 238124"/>
              <a:gd name="csX4" fmla="*/ 34873 w 238125"/>
              <a:gd name="csY4" fmla="*/ 203252 h 238124"/>
              <a:gd name="csX5" fmla="*/ 95835 w 238125"/>
              <a:gd name="csY5" fmla="*/ 235837 h 238124"/>
              <a:gd name="csX6" fmla="*/ 164625 w 238125"/>
              <a:gd name="csY6" fmla="*/ 229062 h 238124"/>
              <a:gd name="csX7" fmla="*/ 218060 w 238125"/>
              <a:gd name="csY7" fmla="*/ 185210 h 238124"/>
              <a:gd name="csX8" fmla="*/ 238125 w 238125"/>
              <a:gd name="csY8" fmla="*/ 119063 h 238124"/>
              <a:gd name="csX9" fmla="*/ 203214 w 238125"/>
              <a:gd name="csY9" fmla="*/ 34911 h 238124"/>
              <a:gd name="csX10" fmla="*/ 119063 w 238125"/>
              <a:gd name="csY10" fmla="*/ 0 h 238124"/>
              <a:gd name="csX11" fmla="*/ 119063 w 238125"/>
              <a:gd name="csY11" fmla="*/ 226946 h 238124"/>
              <a:gd name="csX12" fmla="*/ 81832 w 238125"/>
              <a:gd name="csY12" fmla="*/ 161925 h 238124"/>
              <a:gd name="csX13" fmla="*/ 156294 w 238125"/>
              <a:gd name="csY13" fmla="*/ 161925 h 238124"/>
              <a:gd name="csX14" fmla="*/ 119063 w 238125"/>
              <a:gd name="csY14" fmla="*/ 226946 h 238124"/>
              <a:gd name="csX15" fmla="*/ 79558 w 238125"/>
              <a:gd name="csY15" fmla="*/ 152400 h 238124"/>
              <a:gd name="csX16" fmla="*/ 79558 w 238125"/>
              <a:gd name="csY16" fmla="*/ 85725 h 238124"/>
              <a:gd name="csX17" fmla="*/ 158567 w 238125"/>
              <a:gd name="csY17" fmla="*/ 85725 h 238124"/>
              <a:gd name="csX18" fmla="*/ 158567 w 238125"/>
              <a:gd name="csY18" fmla="*/ 152400 h 238124"/>
              <a:gd name="csX19" fmla="*/ 79558 w 238125"/>
              <a:gd name="csY19" fmla="*/ 152400 h 238124"/>
              <a:gd name="csX20" fmla="*/ 119063 w 238125"/>
              <a:gd name="csY20" fmla="*/ 11180 h 238124"/>
              <a:gd name="csX21" fmla="*/ 156294 w 238125"/>
              <a:gd name="csY21" fmla="*/ 76200 h 238124"/>
              <a:gd name="csX22" fmla="*/ 81832 w 238125"/>
              <a:gd name="csY22" fmla="*/ 76200 h 238124"/>
              <a:gd name="csX23" fmla="*/ 119063 w 238125"/>
              <a:gd name="csY23" fmla="*/ 11180 h 238124"/>
              <a:gd name="csX24" fmla="*/ 168367 w 238125"/>
              <a:gd name="csY24" fmla="*/ 85725 h 238124"/>
              <a:gd name="csX25" fmla="*/ 223409 w 238125"/>
              <a:gd name="csY25" fmla="*/ 85725 h 238124"/>
              <a:gd name="csX26" fmla="*/ 223409 w 238125"/>
              <a:gd name="csY26" fmla="*/ 152400 h 238124"/>
              <a:gd name="csX27" fmla="*/ 168367 w 238125"/>
              <a:gd name="csY27" fmla="*/ 152400 h 238124"/>
              <a:gd name="csX28" fmla="*/ 168367 w 238125"/>
              <a:gd name="csY28" fmla="*/ 85725 h 238124"/>
              <a:gd name="csX29" fmla="*/ 219861 w 238125"/>
              <a:gd name="csY29" fmla="*/ 76200 h 238124"/>
              <a:gd name="csX30" fmla="*/ 166283 w 238125"/>
              <a:gd name="csY30" fmla="*/ 76200 h 238124"/>
              <a:gd name="csX31" fmla="*/ 131529 w 238125"/>
              <a:gd name="csY31" fmla="*/ 10239 h 238124"/>
              <a:gd name="csX32" fmla="*/ 184570 w 238125"/>
              <a:gd name="csY32" fmla="*/ 31335 h 238124"/>
              <a:gd name="csX33" fmla="*/ 219861 w 238125"/>
              <a:gd name="csY33" fmla="*/ 76200 h 238124"/>
              <a:gd name="csX34" fmla="*/ 106609 w 238125"/>
              <a:gd name="csY34" fmla="*/ 10239 h 238124"/>
              <a:gd name="csX35" fmla="*/ 71855 w 238125"/>
              <a:gd name="csY35" fmla="*/ 76200 h 238124"/>
              <a:gd name="csX36" fmla="*/ 18276 w 238125"/>
              <a:gd name="csY36" fmla="*/ 76200 h 238124"/>
              <a:gd name="csX37" fmla="*/ 53567 w 238125"/>
              <a:gd name="csY37" fmla="*/ 31335 h 238124"/>
              <a:gd name="csX38" fmla="*/ 106609 w 238125"/>
              <a:gd name="csY38" fmla="*/ 10239 h 238124"/>
              <a:gd name="csX39" fmla="*/ 14716 w 238125"/>
              <a:gd name="csY39" fmla="*/ 85725 h 238124"/>
              <a:gd name="csX40" fmla="*/ 69759 w 238125"/>
              <a:gd name="csY40" fmla="*/ 85725 h 238124"/>
              <a:gd name="csX41" fmla="*/ 69759 w 238125"/>
              <a:gd name="csY41" fmla="*/ 152400 h 238124"/>
              <a:gd name="csX42" fmla="*/ 14716 w 238125"/>
              <a:gd name="csY42" fmla="*/ 152400 h 238124"/>
              <a:gd name="csX43" fmla="*/ 14716 w 238125"/>
              <a:gd name="csY43" fmla="*/ 85725 h 238124"/>
              <a:gd name="csX44" fmla="*/ 18288 w 238125"/>
              <a:gd name="csY44" fmla="*/ 161925 h 238124"/>
              <a:gd name="csX45" fmla="*/ 71866 w 238125"/>
              <a:gd name="csY45" fmla="*/ 161925 h 238124"/>
              <a:gd name="csX46" fmla="*/ 106621 w 238125"/>
              <a:gd name="csY46" fmla="*/ 227886 h 238124"/>
              <a:gd name="csX47" fmla="*/ 53566 w 238125"/>
              <a:gd name="csY47" fmla="*/ 206796 h 238124"/>
              <a:gd name="csX48" fmla="*/ 18264 w 238125"/>
              <a:gd name="csY48" fmla="*/ 161925 h 238124"/>
              <a:gd name="csX49" fmla="*/ 18288 w 238125"/>
              <a:gd name="csY49" fmla="*/ 161925 h 238124"/>
              <a:gd name="csX50" fmla="*/ 131540 w 238125"/>
              <a:gd name="csY50" fmla="*/ 227886 h 238124"/>
              <a:gd name="csX51" fmla="*/ 166271 w 238125"/>
              <a:gd name="csY51" fmla="*/ 161925 h 238124"/>
              <a:gd name="csX52" fmla="*/ 219849 w 238125"/>
              <a:gd name="csY52" fmla="*/ 161925 h 238124"/>
              <a:gd name="csX53" fmla="*/ 184557 w 238125"/>
              <a:gd name="csY53" fmla="*/ 206791 h 238124"/>
              <a:gd name="csX54" fmla="*/ 131516 w 238125"/>
              <a:gd name="csY54" fmla="*/ 227886 h 238124"/>
              <a:gd name="csX55" fmla="*/ 131540 w 238125"/>
              <a:gd name="csY55" fmla="*/ 227886 h 238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38125" h="238124">
                <a:moveTo>
                  <a:pt x="119063" y="0"/>
                </a:moveTo>
                <a:cubicBezTo>
                  <a:pt x="95514" y="0"/>
                  <a:pt x="72495" y="6983"/>
                  <a:pt x="52915" y="20066"/>
                </a:cubicBezTo>
                <a:cubicBezTo>
                  <a:pt x="33335" y="33148"/>
                  <a:pt x="18075" y="51743"/>
                  <a:pt x="9063" y="73500"/>
                </a:cubicBezTo>
                <a:cubicBezTo>
                  <a:pt x="52" y="95255"/>
                  <a:pt x="-2306" y="119195"/>
                  <a:pt x="2288" y="142290"/>
                </a:cubicBezTo>
                <a:cubicBezTo>
                  <a:pt x="6882" y="165386"/>
                  <a:pt x="18221" y="186601"/>
                  <a:pt x="34873" y="203252"/>
                </a:cubicBezTo>
                <a:cubicBezTo>
                  <a:pt x="51524" y="219904"/>
                  <a:pt x="72739" y="231243"/>
                  <a:pt x="95835" y="235837"/>
                </a:cubicBezTo>
                <a:cubicBezTo>
                  <a:pt x="118930" y="240431"/>
                  <a:pt x="142870" y="238074"/>
                  <a:pt x="164625" y="229062"/>
                </a:cubicBezTo>
                <a:cubicBezTo>
                  <a:pt x="186381" y="220050"/>
                  <a:pt x="204977" y="204789"/>
                  <a:pt x="218060" y="185210"/>
                </a:cubicBezTo>
                <a:cubicBezTo>
                  <a:pt x="231142" y="165630"/>
                  <a:pt x="238125" y="142611"/>
                  <a:pt x="238125" y="119063"/>
                </a:cubicBezTo>
                <a:cubicBezTo>
                  <a:pt x="238091" y="87496"/>
                  <a:pt x="225535" y="57232"/>
                  <a:pt x="203214" y="34911"/>
                </a:cubicBezTo>
                <a:cubicBezTo>
                  <a:pt x="180893" y="12590"/>
                  <a:pt x="150629" y="35"/>
                  <a:pt x="119063" y="0"/>
                </a:cubicBezTo>
                <a:close/>
                <a:moveTo>
                  <a:pt x="119063" y="226946"/>
                </a:moveTo>
                <a:cubicBezTo>
                  <a:pt x="111526" y="219694"/>
                  <a:pt x="91678" y="197882"/>
                  <a:pt x="81832" y="161925"/>
                </a:cubicBezTo>
                <a:lnTo>
                  <a:pt x="156294" y="161925"/>
                </a:lnTo>
                <a:cubicBezTo>
                  <a:pt x="146447" y="197882"/>
                  <a:pt x="126600" y="219694"/>
                  <a:pt x="119063" y="226946"/>
                </a:cubicBezTo>
                <a:close/>
                <a:moveTo>
                  <a:pt x="79558" y="152400"/>
                </a:moveTo>
                <a:cubicBezTo>
                  <a:pt x="75081" y="130400"/>
                  <a:pt x="75081" y="107725"/>
                  <a:pt x="79558" y="85725"/>
                </a:cubicBezTo>
                <a:lnTo>
                  <a:pt x="158567" y="85725"/>
                </a:lnTo>
                <a:cubicBezTo>
                  <a:pt x="163044" y="107725"/>
                  <a:pt x="163044" y="130400"/>
                  <a:pt x="158567" y="152400"/>
                </a:cubicBezTo>
                <a:lnTo>
                  <a:pt x="79558" y="152400"/>
                </a:lnTo>
                <a:close/>
                <a:moveTo>
                  <a:pt x="119063" y="11180"/>
                </a:moveTo>
                <a:cubicBezTo>
                  <a:pt x="126600" y="18431"/>
                  <a:pt x="146447" y="40243"/>
                  <a:pt x="156294" y="76200"/>
                </a:cubicBezTo>
                <a:lnTo>
                  <a:pt x="81832" y="76200"/>
                </a:lnTo>
                <a:cubicBezTo>
                  <a:pt x="91678" y="40243"/>
                  <a:pt x="111526" y="18431"/>
                  <a:pt x="119063" y="11180"/>
                </a:cubicBezTo>
                <a:close/>
                <a:moveTo>
                  <a:pt x="168367" y="85725"/>
                </a:moveTo>
                <a:lnTo>
                  <a:pt x="223409" y="85725"/>
                </a:lnTo>
                <a:cubicBezTo>
                  <a:pt x="230331" y="107412"/>
                  <a:pt x="230331" y="130713"/>
                  <a:pt x="223409" y="152400"/>
                </a:cubicBezTo>
                <a:lnTo>
                  <a:pt x="168367" y="152400"/>
                </a:lnTo>
                <a:cubicBezTo>
                  <a:pt x="172478" y="130365"/>
                  <a:pt x="172478" y="107760"/>
                  <a:pt x="168367" y="85725"/>
                </a:cubicBezTo>
                <a:close/>
                <a:moveTo>
                  <a:pt x="219861" y="76200"/>
                </a:moveTo>
                <a:lnTo>
                  <a:pt x="166283" y="76200"/>
                </a:lnTo>
                <a:cubicBezTo>
                  <a:pt x="160273" y="51699"/>
                  <a:pt x="148340" y="29049"/>
                  <a:pt x="131529" y="10239"/>
                </a:cubicBezTo>
                <a:cubicBezTo>
                  <a:pt x="150759" y="12474"/>
                  <a:pt x="169057" y="19751"/>
                  <a:pt x="184570" y="31335"/>
                </a:cubicBezTo>
                <a:cubicBezTo>
                  <a:pt x="200082" y="42918"/>
                  <a:pt x="212257" y="58396"/>
                  <a:pt x="219861" y="76200"/>
                </a:cubicBezTo>
                <a:close/>
                <a:moveTo>
                  <a:pt x="106609" y="10239"/>
                </a:moveTo>
                <a:cubicBezTo>
                  <a:pt x="89798" y="29049"/>
                  <a:pt x="77864" y="51699"/>
                  <a:pt x="71855" y="76200"/>
                </a:cubicBezTo>
                <a:lnTo>
                  <a:pt x="18276" y="76200"/>
                </a:lnTo>
                <a:cubicBezTo>
                  <a:pt x="25880" y="58396"/>
                  <a:pt x="38055" y="42918"/>
                  <a:pt x="53567" y="31335"/>
                </a:cubicBezTo>
                <a:cubicBezTo>
                  <a:pt x="69080" y="19751"/>
                  <a:pt x="87378" y="12474"/>
                  <a:pt x="106609" y="10239"/>
                </a:cubicBezTo>
                <a:close/>
                <a:moveTo>
                  <a:pt x="14716" y="85725"/>
                </a:moveTo>
                <a:lnTo>
                  <a:pt x="69759" y="85725"/>
                </a:lnTo>
                <a:cubicBezTo>
                  <a:pt x="65647" y="107760"/>
                  <a:pt x="65647" y="130365"/>
                  <a:pt x="69759" y="152400"/>
                </a:cubicBezTo>
                <a:lnTo>
                  <a:pt x="14716" y="152400"/>
                </a:lnTo>
                <a:cubicBezTo>
                  <a:pt x="7795" y="130713"/>
                  <a:pt x="7795" y="107412"/>
                  <a:pt x="14716" y="85725"/>
                </a:cubicBezTo>
                <a:close/>
                <a:moveTo>
                  <a:pt x="18288" y="161925"/>
                </a:moveTo>
                <a:lnTo>
                  <a:pt x="71866" y="161925"/>
                </a:lnTo>
                <a:cubicBezTo>
                  <a:pt x="77875" y="186426"/>
                  <a:pt x="89810" y="209076"/>
                  <a:pt x="106621" y="227886"/>
                </a:cubicBezTo>
                <a:cubicBezTo>
                  <a:pt x="87386" y="225655"/>
                  <a:pt x="69082" y="218380"/>
                  <a:pt x="53566" y="206796"/>
                </a:cubicBezTo>
                <a:cubicBezTo>
                  <a:pt x="38049" y="195212"/>
                  <a:pt x="25870" y="179732"/>
                  <a:pt x="18264" y="161925"/>
                </a:cubicBezTo>
                <a:lnTo>
                  <a:pt x="18288" y="161925"/>
                </a:lnTo>
                <a:close/>
                <a:moveTo>
                  <a:pt x="131540" y="227886"/>
                </a:moveTo>
                <a:cubicBezTo>
                  <a:pt x="148342" y="209074"/>
                  <a:pt x="160269" y="186423"/>
                  <a:pt x="166271" y="161925"/>
                </a:cubicBezTo>
                <a:lnTo>
                  <a:pt x="219849" y="161925"/>
                </a:lnTo>
                <a:cubicBezTo>
                  <a:pt x="212245" y="179729"/>
                  <a:pt x="200070" y="195207"/>
                  <a:pt x="184557" y="206791"/>
                </a:cubicBezTo>
                <a:cubicBezTo>
                  <a:pt x="169046" y="218374"/>
                  <a:pt x="150747" y="225651"/>
                  <a:pt x="131516" y="227886"/>
                </a:cubicBezTo>
                <a:lnTo>
                  <a:pt x="131540" y="22788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Graphic 25">
            <a:extLst>
              <a:ext uri="{FF2B5EF4-FFF2-40B4-BE49-F238E27FC236}">
                <a16:creationId xmlns:a16="http://schemas.microsoft.com/office/drawing/2014/main" id="{93DEE700-4510-875D-9C85-D1CF4B688E2D}"/>
              </a:ext>
            </a:extLst>
          </p:cNvPr>
          <p:cNvSpPr/>
          <p:nvPr/>
        </p:nvSpPr>
        <p:spPr>
          <a:xfrm>
            <a:off x="4556819" y="5979470"/>
            <a:ext cx="157164" cy="157164"/>
          </a:xfrm>
          <a:custGeom>
            <a:avLst/>
            <a:gdLst>
              <a:gd name="csX0" fmla="*/ 223838 w 238125"/>
              <a:gd name="csY0" fmla="*/ 0 h 238125"/>
              <a:gd name="csX1" fmla="*/ 14288 w 238125"/>
              <a:gd name="csY1" fmla="*/ 0 h 238125"/>
              <a:gd name="csX2" fmla="*/ 4185 w 238125"/>
              <a:gd name="csY2" fmla="*/ 4185 h 238125"/>
              <a:gd name="csX3" fmla="*/ 0 w 238125"/>
              <a:gd name="csY3" fmla="*/ 14288 h 238125"/>
              <a:gd name="csX4" fmla="*/ 0 w 238125"/>
              <a:gd name="csY4" fmla="*/ 223838 h 238125"/>
              <a:gd name="csX5" fmla="*/ 4185 w 238125"/>
              <a:gd name="csY5" fmla="*/ 233941 h 238125"/>
              <a:gd name="csX6" fmla="*/ 14288 w 238125"/>
              <a:gd name="csY6" fmla="*/ 238125 h 238125"/>
              <a:gd name="csX7" fmla="*/ 223838 w 238125"/>
              <a:gd name="csY7" fmla="*/ 238125 h 238125"/>
              <a:gd name="csX8" fmla="*/ 233941 w 238125"/>
              <a:gd name="csY8" fmla="*/ 233941 h 238125"/>
              <a:gd name="csX9" fmla="*/ 238125 w 238125"/>
              <a:gd name="csY9" fmla="*/ 223838 h 238125"/>
              <a:gd name="csX10" fmla="*/ 238125 w 238125"/>
              <a:gd name="csY10" fmla="*/ 14288 h 238125"/>
              <a:gd name="csX11" fmla="*/ 233941 w 238125"/>
              <a:gd name="csY11" fmla="*/ 4185 h 238125"/>
              <a:gd name="csX12" fmla="*/ 223838 w 238125"/>
              <a:gd name="csY12" fmla="*/ 0 h 238125"/>
              <a:gd name="csX13" fmla="*/ 228600 w 238125"/>
              <a:gd name="csY13" fmla="*/ 223838 h 238125"/>
              <a:gd name="csX14" fmla="*/ 227206 w 238125"/>
              <a:gd name="csY14" fmla="*/ 227206 h 238125"/>
              <a:gd name="csX15" fmla="*/ 223838 w 238125"/>
              <a:gd name="csY15" fmla="*/ 228600 h 238125"/>
              <a:gd name="csX16" fmla="*/ 14288 w 238125"/>
              <a:gd name="csY16" fmla="*/ 228600 h 238125"/>
              <a:gd name="csX17" fmla="*/ 10920 w 238125"/>
              <a:gd name="csY17" fmla="*/ 227206 h 238125"/>
              <a:gd name="csX18" fmla="*/ 9525 w 238125"/>
              <a:gd name="csY18" fmla="*/ 223838 h 238125"/>
              <a:gd name="csX19" fmla="*/ 9525 w 238125"/>
              <a:gd name="csY19" fmla="*/ 14288 h 238125"/>
              <a:gd name="csX20" fmla="*/ 10920 w 238125"/>
              <a:gd name="csY20" fmla="*/ 10920 h 238125"/>
              <a:gd name="csX21" fmla="*/ 14288 w 238125"/>
              <a:gd name="csY21" fmla="*/ 9525 h 238125"/>
              <a:gd name="csX22" fmla="*/ 223838 w 238125"/>
              <a:gd name="csY22" fmla="*/ 9525 h 238125"/>
              <a:gd name="csX23" fmla="*/ 227206 w 238125"/>
              <a:gd name="csY23" fmla="*/ 10920 h 238125"/>
              <a:gd name="csX24" fmla="*/ 228600 w 238125"/>
              <a:gd name="csY24" fmla="*/ 14288 h 238125"/>
              <a:gd name="csX25" fmla="*/ 228600 w 238125"/>
              <a:gd name="csY25" fmla="*/ 223838 h 238125"/>
              <a:gd name="csX26" fmla="*/ 76200 w 238125"/>
              <a:gd name="csY26" fmla="*/ 100013 h 238125"/>
              <a:gd name="csX27" fmla="*/ 76200 w 238125"/>
              <a:gd name="csY27" fmla="*/ 176213 h 238125"/>
              <a:gd name="csX28" fmla="*/ 74806 w 238125"/>
              <a:gd name="csY28" fmla="*/ 179581 h 238125"/>
              <a:gd name="csX29" fmla="*/ 71438 w 238125"/>
              <a:gd name="csY29" fmla="*/ 180975 h 238125"/>
              <a:gd name="csX30" fmla="*/ 68069 w 238125"/>
              <a:gd name="csY30" fmla="*/ 179581 h 238125"/>
              <a:gd name="csX31" fmla="*/ 66675 w 238125"/>
              <a:gd name="csY31" fmla="*/ 176213 h 238125"/>
              <a:gd name="csX32" fmla="*/ 66675 w 238125"/>
              <a:gd name="csY32" fmla="*/ 100013 h 238125"/>
              <a:gd name="csX33" fmla="*/ 68069 w 238125"/>
              <a:gd name="csY33" fmla="*/ 96644 h 238125"/>
              <a:gd name="csX34" fmla="*/ 71438 w 238125"/>
              <a:gd name="csY34" fmla="*/ 95250 h 238125"/>
              <a:gd name="csX35" fmla="*/ 74806 w 238125"/>
              <a:gd name="csY35" fmla="*/ 96644 h 238125"/>
              <a:gd name="csX36" fmla="*/ 76200 w 238125"/>
              <a:gd name="csY36" fmla="*/ 100013 h 238125"/>
              <a:gd name="csX37" fmla="*/ 180975 w 238125"/>
              <a:gd name="csY37" fmla="*/ 133350 h 238125"/>
              <a:gd name="csX38" fmla="*/ 180975 w 238125"/>
              <a:gd name="csY38" fmla="*/ 176213 h 238125"/>
              <a:gd name="csX39" fmla="*/ 179581 w 238125"/>
              <a:gd name="csY39" fmla="*/ 179581 h 238125"/>
              <a:gd name="csX40" fmla="*/ 176213 w 238125"/>
              <a:gd name="csY40" fmla="*/ 180975 h 238125"/>
              <a:gd name="csX41" fmla="*/ 172844 w 238125"/>
              <a:gd name="csY41" fmla="*/ 179581 h 238125"/>
              <a:gd name="csX42" fmla="*/ 171450 w 238125"/>
              <a:gd name="csY42" fmla="*/ 176213 h 238125"/>
              <a:gd name="csX43" fmla="*/ 171450 w 238125"/>
              <a:gd name="csY43" fmla="*/ 133350 h 238125"/>
              <a:gd name="csX44" fmla="*/ 163080 w 238125"/>
              <a:gd name="csY44" fmla="*/ 113145 h 238125"/>
              <a:gd name="csX45" fmla="*/ 142875 w 238125"/>
              <a:gd name="csY45" fmla="*/ 104775 h 238125"/>
              <a:gd name="csX46" fmla="*/ 122670 w 238125"/>
              <a:gd name="csY46" fmla="*/ 113145 h 238125"/>
              <a:gd name="csX47" fmla="*/ 114300 w 238125"/>
              <a:gd name="csY47" fmla="*/ 133350 h 238125"/>
              <a:gd name="csX48" fmla="*/ 114300 w 238125"/>
              <a:gd name="csY48" fmla="*/ 176213 h 238125"/>
              <a:gd name="csX49" fmla="*/ 112906 w 238125"/>
              <a:gd name="csY49" fmla="*/ 179581 h 238125"/>
              <a:gd name="csX50" fmla="*/ 109538 w 238125"/>
              <a:gd name="csY50" fmla="*/ 180975 h 238125"/>
              <a:gd name="csX51" fmla="*/ 106169 w 238125"/>
              <a:gd name="csY51" fmla="*/ 179581 h 238125"/>
              <a:gd name="csX52" fmla="*/ 104775 w 238125"/>
              <a:gd name="csY52" fmla="*/ 176213 h 238125"/>
              <a:gd name="csX53" fmla="*/ 104775 w 238125"/>
              <a:gd name="csY53" fmla="*/ 100013 h 238125"/>
              <a:gd name="csX54" fmla="*/ 106169 w 238125"/>
              <a:gd name="csY54" fmla="*/ 96644 h 238125"/>
              <a:gd name="csX55" fmla="*/ 109538 w 238125"/>
              <a:gd name="csY55" fmla="*/ 95250 h 238125"/>
              <a:gd name="csX56" fmla="*/ 112906 w 238125"/>
              <a:gd name="csY56" fmla="*/ 96644 h 238125"/>
              <a:gd name="csX57" fmla="*/ 114300 w 238125"/>
              <a:gd name="csY57" fmla="*/ 100013 h 238125"/>
              <a:gd name="csX58" fmla="*/ 114300 w 238125"/>
              <a:gd name="csY58" fmla="*/ 108193 h 238125"/>
              <a:gd name="csX59" fmla="*/ 133684 w 238125"/>
              <a:gd name="csY59" fmla="*/ 96418 h 238125"/>
              <a:gd name="csX60" fmla="*/ 156325 w 238125"/>
              <a:gd name="csY60" fmla="*/ 97746 h 238125"/>
              <a:gd name="csX61" fmla="*/ 174200 w 238125"/>
              <a:gd name="csY61" fmla="*/ 111705 h 238125"/>
              <a:gd name="csX62" fmla="*/ 180975 w 238125"/>
              <a:gd name="csY62" fmla="*/ 133350 h 238125"/>
              <a:gd name="csX63" fmla="*/ 80963 w 238125"/>
              <a:gd name="csY63" fmla="*/ 66675 h 238125"/>
              <a:gd name="csX64" fmla="*/ 79358 w 238125"/>
              <a:gd name="csY64" fmla="*/ 71967 h 238125"/>
              <a:gd name="csX65" fmla="*/ 75083 w 238125"/>
              <a:gd name="csY65" fmla="*/ 75475 h 238125"/>
              <a:gd name="csX66" fmla="*/ 69579 w 238125"/>
              <a:gd name="csY66" fmla="*/ 76017 h 238125"/>
              <a:gd name="csX67" fmla="*/ 64702 w 238125"/>
              <a:gd name="csY67" fmla="*/ 73410 h 238125"/>
              <a:gd name="csX68" fmla="*/ 62095 w 238125"/>
              <a:gd name="csY68" fmla="*/ 68533 h 238125"/>
              <a:gd name="csX69" fmla="*/ 62637 w 238125"/>
              <a:gd name="csY69" fmla="*/ 63030 h 238125"/>
              <a:gd name="csX70" fmla="*/ 66145 w 238125"/>
              <a:gd name="csY70" fmla="*/ 58755 h 238125"/>
              <a:gd name="csX71" fmla="*/ 71438 w 238125"/>
              <a:gd name="csY71" fmla="*/ 57150 h 238125"/>
              <a:gd name="csX72" fmla="*/ 78173 w 238125"/>
              <a:gd name="csY72" fmla="*/ 59940 h 238125"/>
              <a:gd name="csX73" fmla="*/ 80963 w 238125"/>
              <a:gd name="csY73" fmla="*/ 66675 h 238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</a:cxnLst>
            <a:rect l="l" t="t" r="r" b="b"/>
            <a:pathLst>
              <a:path w="238125" h="238125">
                <a:moveTo>
                  <a:pt x="223838" y="0"/>
                </a:moveTo>
                <a:lnTo>
                  <a:pt x="14288" y="0"/>
                </a:lnTo>
                <a:cubicBezTo>
                  <a:pt x="10498" y="0"/>
                  <a:pt x="6864" y="1505"/>
                  <a:pt x="4185" y="4185"/>
                </a:cubicBezTo>
                <a:cubicBezTo>
                  <a:pt x="1505" y="6864"/>
                  <a:pt x="0" y="10498"/>
                  <a:pt x="0" y="14288"/>
                </a:cubicBezTo>
                <a:lnTo>
                  <a:pt x="0" y="223838"/>
                </a:lnTo>
                <a:cubicBezTo>
                  <a:pt x="0" y="227627"/>
                  <a:pt x="1505" y="231261"/>
                  <a:pt x="4185" y="233941"/>
                </a:cubicBezTo>
                <a:cubicBezTo>
                  <a:pt x="6864" y="236620"/>
                  <a:pt x="10498" y="238125"/>
                  <a:pt x="14288" y="238125"/>
                </a:cubicBezTo>
                <a:lnTo>
                  <a:pt x="223838" y="238125"/>
                </a:lnTo>
                <a:cubicBezTo>
                  <a:pt x="227627" y="238125"/>
                  <a:pt x="231261" y="236620"/>
                  <a:pt x="233941" y="233941"/>
                </a:cubicBezTo>
                <a:cubicBezTo>
                  <a:pt x="236620" y="231261"/>
                  <a:pt x="238125" y="227627"/>
                  <a:pt x="238125" y="223838"/>
                </a:cubicBezTo>
                <a:lnTo>
                  <a:pt x="238125" y="14288"/>
                </a:lnTo>
                <a:cubicBezTo>
                  <a:pt x="238125" y="10498"/>
                  <a:pt x="236620" y="6864"/>
                  <a:pt x="233941" y="4185"/>
                </a:cubicBezTo>
                <a:cubicBezTo>
                  <a:pt x="231261" y="1505"/>
                  <a:pt x="227627" y="0"/>
                  <a:pt x="223838" y="0"/>
                </a:cubicBezTo>
                <a:close/>
                <a:moveTo>
                  <a:pt x="228600" y="223838"/>
                </a:moveTo>
                <a:cubicBezTo>
                  <a:pt x="228600" y="225101"/>
                  <a:pt x="228098" y="226312"/>
                  <a:pt x="227206" y="227206"/>
                </a:cubicBezTo>
                <a:cubicBezTo>
                  <a:pt x="226312" y="228098"/>
                  <a:pt x="225101" y="228600"/>
                  <a:pt x="223838" y="228600"/>
                </a:cubicBezTo>
                <a:lnTo>
                  <a:pt x="14288" y="228600"/>
                </a:lnTo>
                <a:cubicBezTo>
                  <a:pt x="13024" y="228600"/>
                  <a:pt x="11813" y="228098"/>
                  <a:pt x="10920" y="227206"/>
                </a:cubicBezTo>
                <a:cubicBezTo>
                  <a:pt x="10027" y="226312"/>
                  <a:pt x="9525" y="225101"/>
                  <a:pt x="9525" y="223838"/>
                </a:cubicBezTo>
                <a:lnTo>
                  <a:pt x="9525" y="14288"/>
                </a:lnTo>
                <a:cubicBezTo>
                  <a:pt x="9525" y="13024"/>
                  <a:pt x="10027" y="11813"/>
                  <a:pt x="10920" y="10920"/>
                </a:cubicBezTo>
                <a:cubicBezTo>
                  <a:pt x="11813" y="10027"/>
                  <a:pt x="13024" y="9525"/>
                  <a:pt x="14288" y="9525"/>
                </a:cubicBezTo>
                <a:lnTo>
                  <a:pt x="223838" y="9525"/>
                </a:lnTo>
                <a:cubicBezTo>
                  <a:pt x="225101" y="9525"/>
                  <a:pt x="226312" y="10027"/>
                  <a:pt x="227206" y="10920"/>
                </a:cubicBezTo>
                <a:cubicBezTo>
                  <a:pt x="228098" y="11813"/>
                  <a:pt x="228600" y="13024"/>
                  <a:pt x="228600" y="14288"/>
                </a:cubicBezTo>
                <a:lnTo>
                  <a:pt x="228600" y="223838"/>
                </a:lnTo>
                <a:close/>
                <a:moveTo>
                  <a:pt x="76200" y="100013"/>
                </a:moveTo>
                <a:lnTo>
                  <a:pt x="76200" y="176213"/>
                </a:lnTo>
                <a:cubicBezTo>
                  <a:pt x="76200" y="177476"/>
                  <a:pt x="75698" y="178687"/>
                  <a:pt x="74806" y="179581"/>
                </a:cubicBezTo>
                <a:cubicBezTo>
                  <a:pt x="73912" y="180473"/>
                  <a:pt x="72701" y="180975"/>
                  <a:pt x="71438" y="180975"/>
                </a:cubicBezTo>
                <a:cubicBezTo>
                  <a:pt x="70174" y="180975"/>
                  <a:pt x="68963" y="180473"/>
                  <a:pt x="68069" y="179581"/>
                </a:cubicBezTo>
                <a:cubicBezTo>
                  <a:pt x="67177" y="178687"/>
                  <a:pt x="66675" y="177476"/>
                  <a:pt x="66675" y="176213"/>
                </a:cubicBezTo>
                <a:lnTo>
                  <a:pt x="66675" y="100013"/>
                </a:lnTo>
                <a:cubicBezTo>
                  <a:pt x="66675" y="98749"/>
                  <a:pt x="67177" y="97538"/>
                  <a:pt x="68069" y="96644"/>
                </a:cubicBezTo>
                <a:cubicBezTo>
                  <a:pt x="68963" y="95752"/>
                  <a:pt x="70174" y="95250"/>
                  <a:pt x="71438" y="95250"/>
                </a:cubicBezTo>
                <a:cubicBezTo>
                  <a:pt x="72701" y="95250"/>
                  <a:pt x="73912" y="95752"/>
                  <a:pt x="74806" y="96644"/>
                </a:cubicBezTo>
                <a:cubicBezTo>
                  <a:pt x="75698" y="97538"/>
                  <a:pt x="76200" y="98749"/>
                  <a:pt x="76200" y="100013"/>
                </a:cubicBezTo>
                <a:close/>
                <a:moveTo>
                  <a:pt x="180975" y="133350"/>
                </a:moveTo>
                <a:lnTo>
                  <a:pt x="180975" y="176213"/>
                </a:lnTo>
                <a:cubicBezTo>
                  <a:pt x="180975" y="177476"/>
                  <a:pt x="180473" y="178687"/>
                  <a:pt x="179581" y="179581"/>
                </a:cubicBezTo>
                <a:cubicBezTo>
                  <a:pt x="178687" y="180473"/>
                  <a:pt x="177476" y="180975"/>
                  <a:pt x="176213" y="180975"/>
                </a:cubicBezTo>
                <a:cubicBezTo>
                  <a:pt x="174949" y="180975"/>
                  <a:pt x="173738" y="180473"/>
                  <a:pt x="172844" y="179581"/>
                </a:cubicBezTo>
                <a:cubicBezTo>
                  <a:pt x="171952" y="178687"/>
                  <a:pt x="171450" y="177476"/>
                  <a:pt x="171450" y="176213"/>
                </a:cubicBezTo>
                <a:lnTo>
                  <a:pt x="171450" y="133350"/>
                </a:lnTo>
                <a:cubicBezTo>
                  <a:pt x="171450" y="125772"/>
                  <a:pt x="168439" y="118503"/>
                  <a:pt x="163080" y="113145"/>
                </a:cubicBezTo>
                <a:cubicBezTo>
                  <a:pt x="157722" y="107786"/>
                  <a:pt x="150453" y="104775"/>
                  <a:pt x="142875" y="104775"/>
                </a:cubicBezTo>
                <a:cubicBezTo>
                  <a:pt x="135297" y="104775"/>
                  <a:pt x="128028" y="107786"/>
                  <a:pt x="122670" y="113145"/>
                </a:cubicBezTo>
                <a:cubicBezTo>
                  <a:pt x="117311" y="118503"/>
                  <a:pt x="114300" y="125772"/>
                  <a:pt x="114300" y="133350"/>
                </a:cubicBezTo>
                <a:lnTo>
                  <a:pt x="114300" y="176213"/>
                </a:lnTo>
                <a:cubicBezTo>
                  <a:pt x="114300" y="177476"/>
                  <a:pt x="113798" y="178687"/>
                  <a:pt x="112906" y="179581"/>
                </a:cubicBezTo>
                <a:cubicBezTo>
                  <a:pt x="112012" y="180473"/>
                  <a:pt x="110801" y="180975"/>
                  <a:pt x="109538" y="180975"/>
                </a:cubicBezTo>
                <a:cubicBezTo>
                  <a:pt x="108274" y="180975"/>
                  <a:pt x="107063" y="180473"/>
                  <a:pt x="106169" y="179581"/>
                </a:cubicBezTo>
                <a:cubicBezTo>
                  <a:pt x="105277" y="178687"/>
                  <a:pt x="104775" y="177476"/>
                  <a:pt x="104775" y="176213"/>
                </a:cubicBezTo>
                <a:lnTo>
                  <a:pt x="104775" y="100013"/>
                </a:lnTo>
                <a:cubicBezTo>
                  <a:pt x="104775" y="98749"/>
                  <a:pt x="105277" y="97538"/>
                  <a:pt x="106169" y="96644"/>
                </a:cubicBezTo>
                <a:cubicBezTo>
                  <a:pt x="107063" y="95752"/>
                  <a:pt x="108274" y="95250"/>
                  <a:pt x="109538" y="95250"/>
                </a:cubicBezTo>
                <a:cubicBezTo>
                  <a:pt x="110801" y="95250"/>
                  <a:pt x="112012" y="95752"/>
                  <a:pt x="112906" y="96644"/>
                </a:cubicBezTo>
                <a:cubicBezTo>
                  <a:pt x="113798" y="97538"/>
                  <a:pt x="114300" y="98749"/>
                  <a:pt x="114300" y="100013"/>
                </a:cubicBezTo>
                <a:lnTo>
                  <a:pt x="114300" y="108193"/>
                </a:lnTo>
                <a:cubicBezTo>
                  <a:pt x="119417" y="102391"/>
                  <a:pt x="126178" y="98284"/>
                  <a:pt x="133684" y="96418"/>
                </a:cubicBezTo>
                <a:cubicBezTo>
                  <a:pt x="141191" y="94552"/>
                  <a:pt x="149088" y="95016"/>
                  <a:pt x="156325" y="97746"/>
                </a:cubicBezTo>
                <a:cubicBezTo>
                  <a:pt x="163562" y="100476"/>
                  <a:pt x="169797" y="105346"/>
                  <a:pt x="174200" y="111705"/>
                </a:cubicBezTo>
                <a:cubicBezTo>
                  <a:pt x="178603" y="118065"/>
                  <a:pt x="180966" y="125615"/>
                  <a:pt x="180975" y="133350"/>
                </a:cubicBezTo>
                <a:close/>
                <a:moveTo>
                  <a:pt x="80963" y="66675"/>
                </a:moveTo>
                <a:cubicBezTo>
                  <a:pt x="80963" y="68559"/>
                  <a:pt x="80404" y="70400"/>
                  <a:pt x="79358" y="71967"/>
                </a:cubicBezTo>
                <a:cubicBezTo>
                  <a:pt x="78311" y="73533"/>
                  <a:pt x="76823" y="74754"/>
                  <a:pt x="75083" y="75475"/>
                </a:cubicBezTo>
                <a:cubicBezTo>
                  <a:pt x="73343" y="76196"/>
                  <a:pt x="71427" y="76385"/>
                  <a:pt x="69579" y="76017"/>
                </a:cubicBezTo>
                <a:cubicBezTo>
                  <a:pt x="67731" y="75649"/>
                  <a:pt x="66034" y="74743"/>
                  <a:pt x="64702" y="73410"/>
                </a:cubicBezTo>
                <a:cubicBezTo>
                  <a:pt x="63370" y="72079"/>
                  <a:pt x="62463" y="70381"/>
                  <a:pt x="62095" y="68533"/>
                </a:cubicBezTo>
                <a:cubicBezTo>
                  <a:pt x="61728" y="66685"/>
                  <a:pt x="61916" y="64770"/>
                  <a:pt x="62637" y="63030"/>
                </a:cubicBezTo>
                <a:cubicBezTo>
                  <a:pt x="63358" y="61289"/>
                  <a:pt x="64579" y="59802"/>
                  <a:pt x="66145" y="58755"/>
                </a:cubicBezTo>
                <a:cubicBezTo>
                  <a:pt x="67712" y="57709"/>
                  <a:pt x="69553" y="57150"/>
                  <a:pt x="71438" y="57150"/>
                </a:cubicBezTo>
                <a:cubicBezTo>
                  <a:pt x="73964" y="57150"/>
                  <a:pt x="76387" y="58154"/>
                  <a:pt x="78173" y="59940"/>
                </a:cubicBezTo>
                <a:cubicBezTo>
                  <a:pt x="79959" y="61726"/>
                  <a:pt x="80963" y="64149"/>
                  <a:pt x="80963" y="6667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4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4909</TotalTime>
  <Words>1376</Words>
  <Application>Microsoft Macintosh PowerPoint</Application>
  <PresentationFormat>Widescreen</PresentationFormat>
  <Paragraphs>332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Helvetica Neue</vt:lpstr>
      <vt:lpstr>Helvetica Neue Light</vt:lpstr>
      <vt:lpstr>Space Grotesk</vt:lpstr>
      <vt:lpstr>Space Grotesk Light</vt:lpstr>
      <vt:lpstr>Office Theme</vt:lpstr>
      <vt:lpstr>Turn meetings into momentum</vt:lpstr>
      <vt:lpstr>Nothing comes out of meetings</vt:lpstr>
      <vt:lpstr>$37B</vt:lpstr>
      <vt:lpstr>We asked 200 Ops Managers, The answer were alarming</vt:lpstr>
      <vt:lpstr>Three forces are converging</vt:lpstr>
      <vt:lpstr>Now every meeting has an outcome</vt:lpstr>
      <vt:lpstr>Meet your AI meeting co-pilot</vt:lpstr>
      <vt:lpstr>18 months of B2B meeting data, a month that widens every day</vt:lpstr>
      <vt:lpstr>A massive, underserved market</vt:lpstr>
      <vt:lpstr>A massive, underserved market</vt:lpstr>
      <vt:lpstr>Join a meeting. Leave with a plan</vt:lpstr>
      <vt:lpstr>One meeting. Instant clarity</vt:lpstr>
      <vt:lpstr>What changes after ArcAI</vt:lpstr>
      <vt:lpstr>The numbers make sense</vt:lpstr>
      <vt:lpstr>Simple model. Strong economics</vt:lpstr>
      <vt:lpstr>Early signals are strong</vt:lpstr>
      <vt:lpstr>Realistic. Conservative.  Breakeven at month 18</vt:lpstr>
      <vt:lpstr>We occupy a space no one else does</vt:lpstr>
      <vt:lpstr>Here's where you come in</vt:lpstr>
      <vt:lpstr>A clear path from zero to momentum</vt:lpstr>
      <vt:lpstr>Built-in distribution. Every meeting spreads ArcAI</vt:lpstr>
      <vt:lpstr>The right team at the right time</vt:lpstr>
      <vt:lpstr>“Every team in the world leaves every meeting with clarity”</vt:lpstr>
      <vt:lpstr>$600K</vt:lpstr>
      <vt:lpstr>$600K gets us here</vt:lpstr>
      <vt:lpstr>Let’s build the future of work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Paper Slides</dc:creator>
  <cp:lastModifiedBy>Paper Slides</cp:lastModifiedBy>
  <cp:revision>1</cp:revision>
  <dcterms:created xsi:type="dcterms:W3CDTF">2026-05-07T13:51:25Z</dcterms:created>
  <dcterms:modified xsi:type="dcterms:W3CDTF">2026-05-19T12:12:21Z</dcterms:modified>
</cp:coreProperties>
</file>